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8:38:03.3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1501 1474 28584,'0'-7'-80,"0"1"-120,-3-57 7,2 39 127,1-12 0,-1 4-177,2 22 21,2 6 308,1 7-1382,2 9 1062,3 10-54,1 12 137,-2 9-27,-4 5-25,-3-1-62,-1-4-244,0-9 438,0-8 276,0-11 21,0-8 740,0-5-841,-1-19 4,-7-24-114,0-11-146,3 17 1,-1 0 120,1-22 17,2 2-11,5 16 11,3 3-51,-2 23-79,2-1 82,-3 19 52,0 1 6,2 27 245,-2 1-251,-2 23 40,-4-2-29,-1-1-39,0-2 23,3-8 5,1-9-11,1-8-11,0-9 11,-1-8 17,0-6-2096,0-3 2079,-4-10 0,4 7 0,-4-7 0</inkml:trace>
  <inkml:trace contextRef="#ctx0" brushRef="#br0" timeOffset="316">2060 1530 32767,'-5'0'0,"1"0"0,4 0 0,6-8 0,18 1 0,11-7 0,16 6 0,10-3 0,-25 6 0,4 0 0,-19 5 0,3 5 0,-7-3 0,-4 2 0</inkml:trace>
  <inkml:trace contextRef="#ctx0" brushRef="#br0" timeOffset="1274">3470 1556 32767,'0'-4'0,"0"1"0,0 3 0,-10-28-973,8 28 836,-1 2 744,12 36-932,-2-8 0,1 2-1135,6 28 1175,-8-29 0,1 0-237,6 29-559,-4-28 1,1-1 58,9 14-613,9-9 120,-6-24 1634,12-17 1025,-2-12-2521,16-24 2869,-18 8 325,2-19-122,-22 17-321,-2-7-312,-4 5-415,-4 6-1202,-3 13-694,1 6 3472,-2 10-3041,0 4 1190,-6 9 67,-13 20-15,4-3-200,-1 4 0,0 0 300,2 0-396,2-3 1,2 0-129,2 2 0,0-1 0,8-13 0,3-12-7,12-23-12,-2 1 20,14-25 24,0-8-25,-4 8 0,-6 11 0,-1 1 0,3-16 0,-2 10 0,0-2 0,-9 25 0,0 2 0,-2 8 0,1 6 0,4 8-688,5 9-47,9 25-32,-3-10 409,-6-6 1,0 1-346,13 21-86,-4-7 214,-4-16 1,4-2 395,23 5 500,-8-7 23,16-8 239,-17-31 570,-3-10-116,-4-20-264,-17 6-347,-8-13-2042,-15 2 1540,-8-3 0,4 17 0,2 16 0</inkml:trace>
  <inkml:trace contextRef="#ctx0" brushRef="#br0" timeOffset="2466">4385 1722 14497,'0'-6'4665,"0"1"2586,0 5-6733,0-8-498,0 7 191,0-6-33,0 20-24,0 0-120,0 7 292,6 5-216,3-7-459,11 5 243,-4-11 233,18-2 223,-9-8 187,11-6 166,-9-6 257,-5-9 153,-6-6-59,-6-7-640,-5-5-414,-9-1 0,-4 3-190,-5 7-653,-2 9-153,0 8 280,1 7 504,0 10 790,-7 16-58,7 0 36,-7 24-350,15-12 0,3 2 213,1 26-601,5-19 1,4-3 47,11 1-190,3-16 0,5-4-577,14-1 678,-10-7 1,0-3-21,18-6 251,-4-12 435,-1-11 230,-4-14 10,-3-8 119,-5-7-368,-6 0-271,-5 2-163,-4 8 0,-6 7-117,-4 10-326,-5 10 539,-1 6-672,0 4 154,-1 12 34,0 5-12,-1 15 137,2 6-16,4 5-93,5 5-294,7-2-1074,4-1-282,-3-14 1124,1-1 0,-12-20 0,1 2 0</inkml:trace>
  <inkml:trace contextRef="#ctx0" brushRef="#br0" timeOffset="2658">5283 1497 24155,'-29'-32'-1053,"0"0"0,-15-11-952,49 55 2005,11 18 0,-12-23 0,4 6 0</inkml:trace>
  <inkml:trace contextRef="#ctx0" brushRef="#br0" timeOffset="3148">5868 1765 20649,'-10'-10'2834,"1"1"-2150,9 9-147,0 0-352,-82-32-1024,34 32 858,-3-14 1,-2 4 24,14 23 1,4 6-17,-15 12-28,16-8 0,1 2 236,-5 18-242,17-3 18,13-8 55,17-7-2966,19-11 3051,-2-7 737,20-9-469,-13-9 48,5-9-204,-10 1 624,4-13-292,-14 10-104,6-8 3330,-8 9-3442,-3 7-14,-2 5-197,-1 10-38,-2 14-534,3 19 59,-2 24 214,-4-5 1,-2 2-569,0-15 0,-2 3 578,1 1 1,-2 4 0,0-2-78,0 6 1,-3-1 87,0-7 1,-3 2 0,-1 0-50,-2-1 1,-2 0 0,-3-1-1,-4 0 0,-4-1 1,1-2 22,-6 7 0,-5-3-1093,-5-11 0,-6-2 0,5-6 919,-13 5-140,2-15 1,5-13-1413,16-38-3055,14-13 1,5-5 4064,1 19 1,3 0 0,3-9 0,1 5 0,1 21-1</inkml:trace>
  <inkml:trace contextRef="#ctx0" brushRef="#br0" timeOffset="3833">5969 1272 19120,'4'-5'5108,"-1"1"-4357,-3 4-516,16 1-146,-14 11 68,1 21 1,-1 9-88,-8-5 0,-2 4-1164,0 10 1,-1 5 0,1-4 1107,0-5 0,1-3 0,-2 8 0,2-1-86,4-7 1,1-2 115,2 19-19,1-21 1,2-3 35,6-1 460,4-18-330,-2-13 38,7-18-78,3-15-50,10-20 1281,-14 17 0,0-2-1326,-1-1 0,1-2 36,3-4 0,-2 1-36,7-12 270,3-1-259,-15 35-33,-1 1-17,0 10-17,-4 7-6,16 17 17,-9-1-5,19 23 11,-9-1-26,-5-6 1,1 1 199,-4-5 0,1 0-175,3 3 1,1-2-3310,14 7 3293,-9-14 40,-2-10 49,-9-11-10,4-12-23,2-13-28,-8-7 0,-1-5-6,-2-3 0,-1-2-283,0-2 0,-1-2 269,-2-11 1,-2-1-1,-1 7 1,0 0 2,-1 3 0,0-1 0,-1 2 3,1 0 0,-1 2 17,-1-4 0,-1 5 3051,-5 11-3043,-4 2-50,-1 17 5,0 10 1,2 7 5,1 8 1116,-6 17-1108,6 3 1,0 3-2,-3 24-417,8-18 1,2 5 0,3-2 394,5-1 1,2 0 19,0-2 1,2 3 0,0-4-12,3-1 1,1-2-21,6 6 1,0-2-68,-5-12 1,-1-1-619,6 10 0,-1-2-1216,9 12-3663,-3-13 5590,-13-25 0,-7-9 0,-3-2 0</inkml:trace>
  <inkml:trace contextRef="#ctx0" brushRef="#br0" timeOffset="4857">6605 1644 18840,'-4'-4'5343,"0"2"-4346,4 2-1008,-24-24 33,38 21-16,-20-18-12,39 21 1,11 7-29,3-4-33,7 0 0,2-1-714,6-5 719,-20 1 1,0-2-12,17-7 62,-18 1 39,7-8 67,-22 6 134,4-5 63,-19 9-191,-8 3 67,-11 3 831,-18 7-702,-8 7-90,-15 13-89,6 10-73,13-3 22,4 14 23,22 3-46,4-9 52,24 12 72,22-20-70,7-8-28,2-6 108,7-28-77,-24-8 0,14-17-6,-20-8-11,-10-4-51,-10 6 99,-8-16-35,-10 21-22,-7-11-14,-7 18 12,-6 8-51,4 8 1,-19 6-12,10 8-11,-13 7-11,13 13 22,5 14-11,10 1-22,7 21 10,13 1-463,5-10 0,3 2 455,2-8 1,4-1-35,5 5 1,4-2-284,-1-15 0,2-4 264,18 10-42,-8-19 0,2-4-19,20-3 111,-25-4 1,2-3-1442,18-12 0,-3-6 1464,-2-3 3,-6 2 0,1-5-158,-14-4 0,-3-4 157,-5 3 1,-1-2 19,9-14 1,-3-1 33,-11 7 0,-3 1-14,-4 2 0,-4 0 584,-4-22-559,-19 12-11,-15 13-11,-16 14-28,-11 11 5,-2 17 354,13 2-370,19 6 0,3 5 44,-4 14-47,12-9 0,3 2-37,4 26 2986,20-1-2963,16-1-1,-3-30 1,3-2 0,19 9 2,-12-17 1,3-5 30,-1-6 1,1-3-18,0-3 1,0-3-6,4-5 0,-3-6 5,-8-6 1,-4-5-12,0-6 1,-3-4-370,-1-9 1,-4-3 385,0-10 1,-3-1-12,-5 15 0,-1 0 0,-1 0 11,0 0 0,0-1 0,-2 2 45,1-19 0,-2 2 11,-2 9 1,-1 3-111,-3 9 0,-2 3 183,-6-18-78,-1 20-62,2 15 217,4 12-217,3 8 1305,-1 18-1305,-2 22 0,3-6 0,-1 4-338,0 13 1,0 3 337,1-10 0,-1 1 0,1 2-684,-1 5 1,0 2 0,1 1 626,-1 4 1,-1 1 0,1 0-486,0 1 1,-1 0 0,1 0 541,-1 2 0,1 1 0,0-7 0,0-5 0,0-5 0,1-7 0,0 0 0</inkml:trace>
  <inkml:trace contextRef="#ctx0" brushRef="#br0" timeOffset="5699">9785 1430 17482,'13'-40'1362,"0"-1"1,0 0-1,4-13 1,-5 7-461,-9 3-182,-6 17-339,-2 13-254,-4 11-77,-8 16 28,-13 14-39,8-4 1,-1 4-607,-5 7 1,0 3 611,-3 6 0,1 3-3,-1 4 0,2 1-17,1 2 1,4 1-4,4 0 0,3-2-16,5-12 0,4 0-310,9 12 1,7-2 322,4-20 1,5-1-209,9 10 1,5-2 219,3-15 0,4-5 19,3-4 1,1-3 2,1-4 0,-1-4 6,-2-4 0,-2-3 8,17-7 42,-24-5 0,-3-3 164,1-13-140,2-18 44,-22 4 1027,-11-1-1031,-8-5 607,2 20-616,-3-5 483,8 21-656,2-4 18,4 9-72,6-1 32,5 7 398,9 2-23,6 7-66,5 9-46,1 12-56,-1 14-74,-9-3-82,-11-2 1,-3 4-12,-1 14-198,-3-9 0,-1 1-155,-2 3-138,2 8-528,1-27-1263,9 1-3304,11-13 5668,18-13 0,-20-3 0,3-5 0</inkml:trace>
  <inkml:trace contextRef="#ctx0" brushRef="#br0" timeOffset="6931">10653 1787 28176,'-21'-45'182,"1"-1"0,0 3 1,7 13-721,12 27 212,1 2 316,11 17-26,-1-3 14,12 23 0,2 5-25,-2 0-261,-1-2 0,0 2 336,-3 15-17,-11-23 1,-2 1 29,0-2 1,-2-1-77,-5 21 116,-9-21 167,-9-17 200,4-3 111,-15-15-165,19-4-70,-15-23-39,18 12-325,-4-19-75,10 14-53,8-8-131,3 12-92,32-6 315,-13 15 113,5 2 0,2 0 112,23-5-889,-10 4 1,0 0 875,-14 2 0,-1 1-123,21-6 0,-3 2 124,-8-1 147,-7 2 0,-1-2 618,-1-6-119,4-10-130,-17 8 47,-5-13-414,-14 18-219,-6-11-240,-7 12 1398,-17 1-1748,-4 10 325,-3 5 244,4 9 110,5 7 1,1 4-1142,-10 16 1266,8-5 1,1 0 301,6 10-548,12-12 0,3 0-310,5 7-421,4 7-175,12-15-185,4-14 536,10-3 1625,4-9-878,12-20 403,-13 3 266,14-24-134,-17-9-711,-5 7-1160,-10 5 1,-3 0 1259,-4 6-69,4-16-245,-9 27-508,0 2-49,-2 8 84,0 5 229,-3 9 3816,-4 8-3359,0 4 52,-4 19-75,5 1-74,3-6 1,1 1-195,2 13-389,4-9 0,2-2-165,2-8-2428,21 22 626,4-37 2209,0 1 50,13-22 553,-15-8 28,1-4 1094,7-24-731,-21 19 782,13-30-13,-18 18-218,1-15-135,-7 12-593,-2 10-206,-3 15-195,-2 12 74,0 4-242,0 10-137,0 15 115,-3 20 16,-1 15-1591,1-27 0,0 2 1645,0 3 1,0 0-34,0 1 0,1 1-737,0 1 1,1-1 677,-1 22 86,3-29 0,0-2-102,4 10 41,-1-8-9,0-12 2852,-2-23-2663,-2-6 2121,-1-26-2138,-3-6-5,0-12 1,1 6 0,1-1-655,0-9 662,2 14 1,-1-7-1,2 6-7,1-17 5,2 19 1,0-6 0,2 5-6,2 7 0,1 3 0,0-8 0,4 1-14,5 5 0,2 6 14,14 1 0,6-4-34,2 23 40,7 34-6,-14-7-12,-10 9 1,-5 5 23,-8 22-371,-2 3 356,-10-23 1,-5 1 7,-13 16-2,-3-17 0,-4-2-12,1-9 1,-3-4-31,-5 0 0,-2-4-252,-21-5-600,7-19-1529,10-14-7411,16-16 9082,12 7 0,8 7 0,2 16 1</inkml:trace>
  <inkml:trace contextRef="#ctx0" brushRef="#br0" timeOffset="7328">12184 1185 25931,'0'50'241,"0"0"0,1 2 0,-2-2-197,-3-13 1,0 1-844,1 22 0,1 0 846,0-18 1,1 0-17,0 16 0,1 0-20,0-18 0,0-3 12,0 21 38,1-22 775,-1-17-444,0-12 56,0-8-229,-1-23-124,1-9-6,1-24-5,7 0-44,9 3 4,10 8-16,9 10 7,3 11-35,3 11 0,8 17 0,-15 5 0,13 21 0,-18 7 255,-13-11 1,0 4-346,-4 2 1,-2 1-208,2 19-3366,-17-15 0,-5-1 3663,-8 2 0,-4 3 0,8-27 0</inkml:trace>
  <inkml:trace contextRef="#ctx0" brushRef="#br0" timeOffset="9090">13291 1543 19994,'-3'-3'2072,"1"0"-117,2 3-2123,-19-48 134,12 45 152,-16-27-79,16 60-5,2 16-23,1-14 6,4 7 39,4-22 624,9 1-202,3-14-232,4-5 141,5-16 32,-2-3-101,2-9-45,-10-1-68,-11-3-184,-6 12-16,-9-3-94,-1 15-88,-9 0 31,6 8 123,-3 4-194,-4 18-291,5 4-639,-4 19-1998,11 6 3145,6 11 0,3-26 1,1-4-1</inkml:trace>
  <inkml:trace contextRef="#ctx0" brushRef="#br0" timeOffset="9384">13288 1956 19491,'9'-4'7121,"-2"0"-3929,-7 4-2207,0 0-584,-70 8-122,43 2-45,-20 7 1,5 5-40,31 5 439,-1 11-1075,30-16-39,9-9 387,14-1 226,16-10-145,-17-6 57,13-9 803,-28-3-848,-2-6 0,-11-3 0,-15-1 0,-10 1 0,-22-1 0,7 10-1357,-21 3 1378,10 14 0,12-2 0,4 4 0</inkml:trace>
  <inkml:trace contextRef="#ctx0" brushRef="#br0" timeOffset="9998">2739 3044 19604,'60'3'49,"-1"1"1,0 0 0,-10-2-1,3 0 1,1 0 0,-1-1-1,-4 1-1728,11 0 1,-4-1-1,6 0 1705,-4-2 1,5 1 0,3-2 0,0 1 0,-3-1-216,-9 0 1,-1 0 0,-1-1 0,1 0 0,4 0 280,2 0 1,3 0-1,2-1 1,1 0-1,0 0 1,1 0-56,-6 0 1,0 0 0,1 0 0,0 0 0,2 0 0,2 0 0,1 0 61,-8 0 0,3 0 0,1 0 1,2 0-1,1 0 0,-1 0 0,0 0 1,-1 0-1,-2 0 0,-3 1-209,9-1 0,-4 0 1,-2 0-1,0 1 1,0-1-1,3 0 1,4 0 153,-11 1 1,3 0 0,2-1 0,2 1 0,0-1-1,1 1 1,0-1 0,-1 1 0,-2-1 0,-1 1-1,-2 0 2,5 0 1,-2 0 0,-2 1 0,0-1 0,-1 1 0,0-1 0,3 1 0,1-1-8,-2 0 0,1 0 0,1 1 0,1-1 1,1 0-1,0 0 0,1 0 0,-1 1 0,0-1 1,0 0-11,-6 1 0,0-1 0,0 1 0,1 0 0,-1-1 0,0 1 0,1 0 0,-1-1 0,1 1 0,-1 0 0,1 0-5,-1-1 0,1 1 1,0 0-1,0 0 1,-1 0-1,1-1 1,0 1-1,0 0 1,0 0-1,-1 0 1,1 0-9,0 0 0,0 0 0,0 0 1,-1 0-1,1 0 0,0 1 1,0-1-1,-1 0 0,1 0 0,0 1 1,-1-1-9,1 1 1,-1-1 0,0 1-1,0 0 1,1 0 0,-1-1 0,0 1-1,0 0 1,0 0 0,0 0 0,0 0-2,5 0 0,0 0 0,0 0 1,0 0-1,0 1 0,-1-1 1,1 0-1,-1 1 0,1-1 0,-1 1-3,-2 0 0,1-1 0,0 1 0,-1 0 0,1 0 0,-1 0 0,0 0 0,0 0 0,-1 0 0,1 1-3,3-1 1,0 1 0,0 0 0,0 0 0,0-1 0,-1 1 0,0 1 0,-1-1-1,0 0-2,-3 0 0,-1 1 1,0-1-1,0 1 1,-1-1-1,0 1 1,1 0-1,-1 0 1,0 1-306,8 0 1,1 1 0,1 0 0,-1 0-1,-1 0 1,-1 1 0,-2-1 0,-3 0 305,1 1 0,-2 0 0,-1-1 0,-3 1 0,-1 0 0,-1-1 0,17 3 0,-1-1 0,-6 1 0,-11-1 0,-13-1 0,-1 1 0</inkml:trace>
  <inkml:trace contextRef="#ctx0" brushRef="#br0" timeOffset="13552">6959 5908 18274,'18'-50'1039,"-1"0"1,1 1 0,0 0-1,-2 0 1,-1 5-643,-3 7 1,-2 4 140,6-23-342,-11 39-112,-8 27 17,-8 25-62,-1 8-11,-4 7 0,-1 4-421,6-11 0,0 1 299,0-2 1,-1 3 0,3-1-425,0 11 0,4 1-2759,3-6 0,1 1 0,2-4 2041,-1-6 0,1-2 0,2 11 0,0-11 0,-1-29 0</inkml:trace>
  <inkml:trace contextRef="#ctx0" brushRef="#br0" timeOffset="13957">7090 5282 15106,'-50'-29'994,"0"1"1,0-1 0,2 4 0,0 3 0,3 12-491,-1 20 0,1 13-163,-1 9 1,-1 7 0,2 0-1248,11-9 1,1 0 0,0 4 987,-4 7 1,-2 5 0,1 2 0,5-2-22,3 1 1,4-1 0,1 2-51,3-4 0,0 3 0,2 1 0,3-1-11,-1 15 0,4-1 0,7 1-209,6-4 0,6 0 1,5-1 191,6-4 0,6-2 0,5-4 9,7-3 1,5-4 0,3-4 10,5-3 1,2-5 0,3-4-8,3-4 0,2-4 1,1-4 8,0-3 1,1-3 0,1-4 12,1-4 1,0-4 0,0-3-4,0-2 0,1-3 0,-2-3-6,-14 2 1,0-2 0,-1-2 0,-1-1 2,-1-1 1,1-2-1,-2-1 1,-2-1 13,11-10 0,-2-3 1,-4-2 15,-4 0 1,-3-3 0,-5-2-367,-6 1 1,-3-3 0,-6 0 356,-5-1 1,-4-1-1,-5 0 6,-6 1 0,-5 1 1,-4 1-166,-5 1 1,-4 2-1,-4 3 161,-5 2 1,-5 4 0,-3 2-36,-3 3 0,-3 2 0,-3 4-114,-2 3 0,-2 4 0,0 2-484,-2 3 1,0 2 0,2 2-1249,-10 1 1,1 3 1845,0 5 0,6 2 0,13 0 0,3 3 0</inkml:trace>
  <inkml:trace contextRef="#ctx0" brushRef="#br0" timeOffset="16075">8354 5861 15059,'-50'6'1505,"-1"-1"0,5 0 0,7 0-553,11-2-207,4 0-253,5-2-206,5 1-151,5-1-152,4-1-56,2 2 202,11 1 11,3 1 11,19 1 1,8-2-116,4-1 1,5 0-680,2-1 1,4 1 0,2-1 604,4-1 1,2-1 0,3 0-38,-14 0 0,4 1 0,2-1 0,-2 0 0,-3 0-710,14 0 0,-5-1 0,5 0 704,-11 1 1,5-1-1,1 0 1,-2 0-1,-8 0 12,-2 0 0,-6 0 0,5 0-90,4-1 0,6 0 0,3 0 0,-1 0 0,-5 0-106,10 0 0,-4-1 0,3 0 104,-13 1 1,3 0 0,1-1 0,-1 1 0,-3 0-354,12-1 1,-4-1 0,-2 1 438,-6 0 0,-1 0 1,-3-1-45,11-1 0,-5-2 309,-13 2 1,-5-3 1513,5-9-1194,-30-2 2069,-32-3-2097,-27-4-160,13 12 0,-3 1 53,-4 0 1,-2 0 69,-10-1 0,2 1 325,17 5 0,1 0-487,-8-1 0,2 1 254,-2 0-111,-7-1-252,17 2 862,-4-2-795,19 3-118,-1 0-151,14 5 6,6 1 11,17 6 11,13 6-11,28 11-105,-23-8 1,2 3 104,2 1 0,1 2-20,-2 4 0,-2-1-11,-8-5 0,-3 3-418,-2 10 1,-6 3-1669,-11 15 1483,-10-9 0,-4-2 1,-5-2-1,-8-4 1</inkml:trace>
  <inkml:trace contextRef="#ctx0" brushRef="#br0" timeOffset="16907">11555 5671 15832,'0'-3'5982,"0"1"-4458,0 2-1463,6-21-38,-2 18 33,11-11-6,1 27-16,6 6-12,-1 3-16,-4 0 55,-8 0 91,-5-2 66,-8-5 62,-5-4 34,-9-5 5,-4-9-17,0-7-32,1-11-69,8-9-66,5-8-85,7 4 17,16-16-56,4 19 6,14-7-6,1 20-5,3 9-17,5 15-17,1 12 17,-8 5-15,-10 4 1,-4 4-8,-2 19 33,-8-11 0,-5 1-384,-12-4 0,-7 0 325,-9 3 1,-6-1 38,-9 3 1,-5-2 7,9-11 1,-1-1 0,0 0 13,-2-2 0,0-1 0,0-1 31,-14 6 1,1-4 19,9-8 0,2-4-52,-16-5 94,26-20-44,22-13-29,25-8-56,19-2 34,-11 19 0,3 2-245,5 2 0,2 2 228,3 3 0,2 3-14,3 1 0,2 2-42,3 3 1,2 2-282,2 1 0,2 0-39,2 3 1,1 0-258,1 0 1,0-1-604,-16-3 0,2 1 1,-3-2-1832,8-1 1,-3-1 3083,-1-2 0,-6-1 0,-7-3 0,-19 0 0</inkml:trace>
  <inkml:trace contextRef="#ctx0" brushRef="#br0" timeOffset="17275">12517 5398 11900,'-23'-50'1735,"-1"1"0,0-1 1,-1 6-1,-2 1 0,-3 5-1091,-16-5 0,-5 8-704,14 16 0,-3 4 0,-3 4 356,-12 3 1,-5 5 0,2 4-391,5 3 1,0 2 0,0 4 164,5 1 0,-1 2 1,1 1-1,3 1-437,3 2 1,4 0 0,-1 4 430,-9 6 0,1 5 1,2 0-18,9-2 1,3 0 0,-1 5-6,1 4 0,-2 5 1,1 1-1,4-3-38,1-1 1,3-2 0,3 5-23,4 9 0,2 7 0,4 1 1,8-6-9,9-6 1,8-3 0,0 0 12,-2 10 1,1 1 0,8-3-19,12-2 0,7-4 1,4-5-35,-2-8 1,3-5-1,4 0-520,-3-3 1,3 0 0,2-1-1,0-2 528,4-3 0,0-2 0,2-3 0,0-1 28,1-2 0,2-3 0,-1-2 0,0-2-230,0-3 1,-1-2-1,0-3 1,-2-2 280,-1-2 1,-1-2 0,-1-2 0,-2-2-165,12-7 1,-3-3 0,-2-4 194,-7 0 0,-2-3 1,-3-2 183,-6-1 0,-2-2 0,-5-5-186,-2-10 0,-5-6 1,-4 3 448,1-3 1,-6-3-491,-7 1 0,-5-4 0,-5 3 349,-9-1 0,-7 3-388,3 10 0,-3 0 0,-6 1-163,-10-1 1,-7 3 0,-2 3-680,1 9 0,-1 3 1,-2 3-188,0 1 0,-1 2 1,-1 4 1056,2 7 0,0 3 0,7 2 0,-13-1 0,1 4 0</inkml:trace>
  <inkml:trace contextRef="#ctx0" brushRef="#br0" timeOffset="20391">12020 6978 21982,'6'-43'972,"0"0"1,-1 3 0,0 12-833,-4 23-5,1 12 134,2 18-37,-2 10 1,0 8-133,0 5 1,-1 3-598,-1 4 0,-1 4 504,-3-11 1,-2 2-1,0 0-643,-2-4 0,-1 0 1,0 3 579,0-3 0,0 2 0,-1 1 0,1-1-588,-1 2 0,1-1 0,-1 1 1,2-1 148,0-1 1,1 1 0,0-1 0,2-1-1187,-2 13 1,3-1-1,0-2 1416,4-9 1,0-2-1,1-4 1,0 0-1,0-6 1,4 4-1</inkml:trace>
  <inkml:trace contextRef="#ctx0" brushRef="#br0" timeOffset="20942">11458 8437 17574,'2'-48'1643,"-1"-1"0,0 3 0,-1 9-607,-1 23-957,0 3 106,-4 17 363,-6 32-368,0-3-46,-6 23-36,6-20 0,2 0-67,3-7 0,2 1 5,3 18 0,5-1 20,10 0 28,17-5-161,0-33 0,5-8 150,-1-3 0,4-5-53,15-6 1,8-4-1,-5 0-609,-7 0 1,-1-3 578,5-2 1,3-3 0,-10 3-24,8-4-102,-15 6 0,-1 1-705,6-6-963,-1 2-7479,-23 9 9282,-17 11 0,-7 1 0,-2 4 0</inkml:trace>
  <inkml:trace contextRef="#ctx0" brushRef="#br0" timeOffset="21566">11618 9487 19451,'-3'-4'3724,"1"0"-3338,-10-24 1,1-6-62,4 9 14,-6-20 0,3 1-216,12 20 101,15-23-106,6 24-68,7-4 12,10 12-40,-2 11-3402,24 5 3368,-18 6-87,-8 8 0,-1 4 116,2 15-17,-12-7 0,-4 2-17,0 14-11,-16 17 31,-16-24 0,-4-1 2,-6 21-5,0-18 0,-5-3 79,-15 3 21,-1-7-27,4-10 190,0-14-72,17-9-12,-5-3-17,13-4 3247,6 0-3353,4 1 255,5 1-311,1 3 22,20 0-22,7 5-34,20 7 29,-10 1-1694,-8 6 0,0 3 1682,10 11 6,-14-7 0,-2 2-17,3 18-17,-18 0-28,-25 0-190,-22 0-276,-4-11-1159,0-9 1,-4-3 1578,8-7 1,1-2 0,2 2 0,2-2 0,-11-1 0</inkml:trace>
  <inkml:trace contextRef="#ctx0" brushRef="#br0" timeOffset="22224">12412 9007 18683,'-24'-45'580,"0"1"0,0-1 1,-2 5-1,-1 1 0,-2 8-412,-12 5 0,-5 9-1242,-5 5 0,-2 8 1298,-6 9 0,-1 9-90,15-1 0,-1 4 1,0 3-362,-6 7 0,0 3 0,2 1 275,7-4 1,1-1-1,-1 5-290,5 0 1,-3 4 0,-1 2 0,2 1 0,4-2 269,1 1 0,4 0 0,1 0 0,-2 3-24,-1 3 1,-3 3-1,0 1 1,2 1 0,4-2-374,1 5 0,5-1 1,1 1-1,4-1 364,1 0 1,2-1 0,4 1 0,3 1-210,6 4 0,5 3 0,2-1 1,2-4 207,-2-3 0,3-4 1,7 1-14,10 2 1,10 3 0,2-4 0,-2-9 10,5-6 0,4-6-6,-1-4 0,6 1 0,3-3 0,-3-4-5,4-7 0,-1-5 1,3-3 114,-3 1 1,2-1-1,1-3 1,0-1-86,0-3 0,1-1 0,0-3 1,0-2 75,-1-2 0,1-3 1,-1-2-1,0-1-48,-2-4 0,0-1 1,-2-2-1,0-2 7,-3-1 0,-1-1 0,-1-3 1,-3-1 6,-3 0 0,-2-3 0,-2 0 0,-2-2-1,5-12 1,-4-2-1,-4-1 197,-6-2 0,-5-1 1,-4-1-237,-4 0 0,-5-2 0,-3 1-10,-6-2 1,-3 1 0,-5 1-6,-4 2 0,-4 1 0,-5 3-2,-3 4 1,-5 2-1,-4 4-13,-3 5 0,-4 3 1,-2 5-70,-2 5 0,-2 3 0,-2 4-245,0 4 1,-1 3 0,0 3-1584,1 2 0,-1 3 1,3 3 1913,-15 1 0,6 3 0,18-1 0,6 1 0,-3 4 0</inkml:trace>
  <inkml:trace contextRef="#ctx0" brushRef="#br0" timeOffset="24166">12788 9876 22811,'57'-2'137,"-1"1"0,0-1 1,-8 0-1,1 0 0,0-1 1,1 0-108,-2-1 1,1 0 0,0-1 0,1 1-1430,4-1 1,1 0 0,0 0 0,1 1 1402,0-1 0,-1 0 0,1 0 0,0 0-3,1 1 1,0-1-1,-1 1 1,-1 0 183,5-1 0,-2 1 0,4 0-197,-12 0 1,3 0 0,1-1 0,0 1 0,-3 0-106,2 0 1,-2-1 0,0 1-1,0-1 55,2 0 1,2-1-1,-2 0 1,-3 1-182,0-2 0,-4 1 1,-3 0-170,6-1 0,-3 0-2249,0-2 1,-5 1 2264,3-1 1,-8 1 0,-20 4 0</inkml:trace>
  <inkml:trace contextRef="#ctx0" brushRef="#br0" timeOffset="24892">15876 9303 22167,'1'-47'935,"-1"1"0,1 6 1,-1 7-533,0 16-352,0 10-84,0 7 77,0 18 80,-1 13-12,-5 30-59,0-23 0,-3 1-467,-3 8 1,-2 0 421,3-8 1,-2 0-1,-4 7 0,0 0-229,5-7 0,1-2 209,1-3 1,2-1 28,7 24 78,21-34-16,6-12 27,10-15 1,4-5-57,-5-1 0,0-1 258,7-2 1,2-3-161,4-5 0,-3-2 93,5-9-143,-19 10 0,-1 0 512,2-11-503,-11 6-12,-8 10-56,-6 8-16,-6 7-40,-2 14 351,-1-2-334,-5 24 6,0 3-3,2-6 0,0 3-20,-1 25-187,4-23 0,2-2 148,5 10-143,4-14 0,4 0-322,13 7 79,-5-12 0,2-2-293,9 1-3790,28-9 1763,-27-15-2154,6-8 1,-1-3 3583,-10-3 1,11-6 0,-34 15 0</inkml:trace>
  <inkml:trace contextRef="#ctx0" brushRef="#br0" timeOffset="25258">16743 9412 5676,'-6'-45'1399,"0"1"0,0 0 0,-2 1 0,0 1 0,-2 0-466,-8-17 0,-4 2-230,-6 3 0,-4 5-233,-8 3 0,-4 6-235,9 15 1,-2 2 0,-1 4-18,-5 3 0,-2 3 1,-1 4-8,-3 2 0,-1 5 0,0 3-321,-3 6 0,-1 4 0,0 4 265,-3 6 0,1 5 0,0 3-67,11-2 0,1 3 0,1 2 0,0 2-35,-1 3 0,0 4 1,1 1-1,2 1-33,8-5 0,0 0 0,1 1 1,1 2-1,1 3-20,0 6 0,1 4 0,2 1 0,2-1 0,2-3-117,1-3 1,3-3 0,2 0 0,3 3 79,3 13 1,3 5 0,5-3-1,6-8-8,9 0 1,10-5 30,7 1 0,8 3 0,9-7-91,-3-16 0,7-6 0,3-2 0,-1-2 9,2 1 1,1-2 0,1-1 0,1-3 53,-1 0 0,1-2 0,0-2 0,1-7-229,-6-5 1,2-6 0,0-2 0,-2-2-1,-4 0 243,12-5 0,-5-3 0,3-2 38,-11 3 0,3-1 0,0-2 1,-1 0-1,-3-2 58,0-2 0,-2-1 0,-2-2 0,0 0-22,-2-1 0,-1 0 1,0-2-1,-2 0 2,11-9 1,-2-2 0,-1-1-10,-2-1 0,-1-2 0,-3 0 0,-2 0 0,-2-2 1,-4-1 3,-5 0 0,-3-1 0,-4 1-21,3-8 0,-10 0 6,-16 6 0,-9-2 0,-5 6 172,-11 1 1,-9 5-252,1 2 1,-5 0 0,-3 5-126,0 10 1,-3 5-1,2 2-121,-12-2 1,-2 4-2613,0 5 0,-5 4 0,6 2 2909,6 2 0,2 2 0,-10-2 0,6 2 0,13 4 0</inkml:trace>
  <inkml:trace contextRef="#ctx0" brushRef="#br0" timeOffset="25733">14781 9446 23187,'-43'-34'612,"0"0"0,5 2 0,9 10-617,21 20 22,10 11 11,5 0 0,17 19 16,14 3-19,-8-10 1,4 1-757,7 2 0,1 1 739,5 1 1,0 1-18,-2 0 1,-1 2-60,-5-2 1,-5 1 86,-7 0 1,-6 1 16,-9 1 1,-6 1 14,-9 18-15,-21-9 1,-8 0-420,5-11 1,-4-1 311,-13 13 1,-3 0-462,10-10 0,1-1 146,4 0 1,2-2 0,-3 3 0,13-6-1</inkml:trace>
  <inkml:trace contextRef="#ctx0" brushRef="#br0" timeOffset="27082">12958 5783 15513,'-5'0'3462,"1"0"-696,4 0-2172,-37 3-386,28-3 161,-29 3-257,40-3-11,0 0 504,22 2-303,20-2-229,-2 0 0,6-1-693,-7-1 1,2 0 0,3-1 632,9 0 0,3-1 0,2 0-544,-10 0 0,3 0 0,0 0 1,1 0 534,7-1 0,1 0 0,0 1 1,-1 0-10,-10 0 1,-1 1 0,0-1 0,5 1-24,-2 0 1,5-1 0,3 1 0,-1-1 0,-3 1 0,-5 0 16,10-1 0,-6 1 0,8 0 9,-15 0 0,6 0 1,4-1-1,2 1 1,-1-1-1,-4 1 1,-5-1 6,4 0 1,-6 0-1,-1 0 1,4 0-4,1 0 0,4 0 1,1-1-1,-2 1 0,-4-1 3,11-1 1,-5-1 0,-4 1-1,7-1 1,-5-1-1,-5 1 1,-6-1-165,5-3 148,-13 2-1613,-17 1 1624,-25 5 0,3 0 0,-4 0 0</inkml:trace>
  <inkml:trace contextRef="#ctx0" brushRef="#br0" timeOffset="28074">16777 5323 12735,'0'-4'7657,"1"0"-4235,-1 4-3299,-11-28-50,-5 22 22,-19-19-11,-9 31-6,-14 5-232,26-5 1,-2 1 192,-1 0 0,0 0 22,2-1 1,1 0 41,-22 2 76,17-4-78,16-3-67,13-1-51,5 0 6,3 2 394,0 4-355,0 5 62,2 9-90,0-2-3330,3 32 3352,-3-23-14,1 4 0,-2 1 48,-6 8 22,-3 12 23,-7-3 28,-2-8 22,1-10-11,4-12 96,6-10 178,3-6 3770,3-3-4005,3-8-79,2-4-94,8-12-17,8-3 5,14-3 23,17 1-196,-18 15 0,3 3 173,4 1 1,2 3-1,3 1 1,0 3-18,-1 5 1,0 3-338,-3 3 0,-2 4 309,-5 3 1,-3 5-26,-6 2 1,-4 2-220,2 30 15,-34 6 103,-7-28 1,-6-1-74,-10 1 1,-6-2-129,-5 0 0,-3-3-514,-4-2 0,-1-3-287,0-3 0,0-3 658,-1-4 1,4-3 0,-7 1 0,13-8-1</inkml:trace>
  <inkml:trace contextRef="#ctx0" brushRef="#br0" timeOffset="28533">16670 5011 16927,'4'-9'4699,"-1"1"-4215,5-24 1,-3-5-14,-13 14-276,6-15 0,-7 6 107,-40 39-151,0 6-30,13 4 1,-4 7-1,1 1-1060,-10 11 0,-2 6 975,7-4 0,-4 6 1,-1 1-1,6-2-364,4-4 1,4-1-1,-1 3 328,-1 4 0,-1 5 0,2 1 0,5-3-15,6-2 0,5-2 1,1 3-9,-2 10 1,1 2-1,5 0-13,4-3 1,5-1 0,5 0-12,4-4 1,5 0-1,4-2-11,4-5 0,4-1 1,4-2-11,6-3 1,4-2 0,3-3-10,7-2 1,2-3-1,4-3 8,6-2 0,4-4 0,1-3-356,-12-5 0,1-2 1,1-3-1,0-2 427,1-2 1,0-2 0,1-3 0,0-3 34,8-5 1,1-5 0,-2-2 0,-3 1-8,-3 0 0,-3 0 0,1-7 33,-9 0 1,4-7 0,0-2 0,-4 1 0,-6 3-25,7-10 1,-4-3-17,-6 4 1,5-7 0,-2-1 0,-4 2-329,-5-1 0,-3 2 0,-1-4 328,1-3 1,1-6 0,-1 1 0,-3 3-6,-1 3 1,-2 2 0,-2-2 13,-2 3 0,-1-4 0,-3 1 1,-6 5 25,-8-10 1,-9 3 88,1 10 0,-3-1 1,-8 3-124,-15-2 0,-9 4 1,-4 3-25,1 6 0,-3 3 0,-2 3 28,0 0 0,-3 2 1,0 3-64,9 7 0,-2 3 0,1 1 0,1 2-117,-7-1 0,2 3 0,-2 0-54,6 2 0,-2 0 1,-1 2-1,2 1-429,-14 2 0,2 2 1,1 3-1372,4 3 0,3 3 0,2 1 2006,7 0 0,4 1 0,4-2 0,-19 10 0,38-15 0</inkml:trace>
  <inkml:trace contextRef="#ctx0" brushRef="#br0" timeOffset="28973">15475 5395 22724,'-39'-35'235,"1"-1"1,2 2-1,12 12-330,22 22 503,8 6-358,9 8 6,20 10 0,9 5-42,-5-2 0,1 0-130,8 3 1,0 2 129,-4 8 0,-8 1 48,-15 7-37,-4-15 0,-5 0 203,-14 9-32,-26 14-118,-9-6-116,14-20 0,-2-1 41,-3 0 0,0-2-283,-12 18-4636,17-13 1,2 0 4012,-3 8 1,11-7 0,12-27 0</inkml:trace>
  <inkml:trace contextRef="#ctx0" brushRef="#br0" timeOffset="32041">16630 6490 7727,'-1'-7'4958,"0"1"-2539,1 6 2919,0 0-4129,12-51-273,-8 36-392,8-38-365,-11 51-185,-1 2 34,0 5 56,-2 7-45,1 3 141,-6 27-52,2 1-72,1-9 0,-1 2-207,1 0 1,0 0 195,-3 25 2,1-9 1,0 2-9,1-13 1,1 1-589,-3 20 0,0 1 582,2-9 1,0-1-9,-1 2 0,0-1 0,1-2 1,-1 1 13,0 0 0,-1-2-25,2-11 0,-1 1 34,-1 5 1,-2 4 0,1-5-21,2-10 0,0 0 18,-2 10 1,-2 6 0,0-5-153,2-7 0,-1-1 184,-3 9 1,0 0-9,0-2 0,1-2-231,0-2 0,1 0 256,1-3 0,1 1-22,0-3 0,2 0 126,0-2 0,2-1-127,-2 28 18,3-7-1995,2-4 1972,2-4-28,0-10 348,1 18-309,-1-8-78,-1 2 446,0-3-423,0-21-23,2 3 11,0-8 3409,1-6-3414,1-6 22,-2-4 39,0-1 330,-1-1-357,-4-7-52,0 2 35,-10-15-6,0 2-6,-8-10-11,0 3-6,-1-2 1,-2-1-1,4 5-11,-15-11 34,10 11 11,-13-9-11,8 9 5,7 6-16,-5-9-23,11 6 28,-5-6 12,11 7-29,2 5 28,5 5-10,1 3-24,2 4-16,0 0-16,-1 5 44,0 6 0,-1 8-12,1 7 12,3 5-22,10 0 11,12 1 22,17-3 6,14-2-15,-20-16 1,0-2-611,24 3 610,-10-8 1,1-4-6,-14-4 1,-1-1 4,7 1 1,0-3 0,3-10 0,-3-4-9,13-10-14,-21 12 1,-1 0-507,0-4 0,-2 2-7230,5-8 7756,8-7 0,-26 20 0,-10 8 0</inkml:trace>
  <inkml:trace contextRef="#ctx0" brushRef="#br0" timeOffset="37461">8831 5365 16723,'13'-57'1951,"1"-1"0,-3-5 0,-5 3-1481,-7 24 1,-3 3-273,0-1 1,0 1 445,-4-22 13,3 19-236,0 0-15,3 13-389,1 12-167,-1 8 94,2 6 129,0 12-57,4 11-10,3 30 0,0 3-4,-3-22 1,0-1 3,0 13-17,2 3-1,0-9 24,0-5-12,-1-8 224,-3-19-40,-1-8 158,0-4-196,-1-8-113,-4-20-16,0-8 11,-4-18-22,3 14 10,2 7 1,1-1 0,0-11 0,1 12 0,1 2-23,0 2-78,0 9-123,0 18 117,0 4 45,3 9 45,8 25 17,1 12-17,-4-12 0,0 1-265,-3 0 0,-1-2 259,2 24 0,-5-10 1,0 0-1,-1 5 0,0-16 1,0-2 5,0-7 28,0-13 45,0-8 263,1-9-314,0-15-22,1-17 17,2-19-9,-3 19 1,1-1-27,1-28 32,-1 18 0,1-2 3,-1-3 0,1 0-3,-1 5 0,1 0-3,-1 1 0,0 5-33,-2 6-90,-1 20 67,-1 13-5,-6 30 33,1 11 8,1-7 1,1 2-241,2 0 0,1 1 235,0-1 0,2 2-6,4 9 1,3-1 2,1 14 279,-1-26 1,0-5-201,-1-8 95,-4-12-40,-1-12-100,-2-4 39,-9-28-39,-1-3-12,2 6 1,-1 0 5,-4-15 255,6 12 0,1 1-226,-1-6 10,-1-10-56,6 27-111,1 12-23,1 10 73,1 15-124,3 16-1613,0 23-3112,-1-21 1,-1 1 3152,2 18 0,-3-16 0,0-25 1</inkml:trace>
  <inkml:trace contextRef="#ctx0" brushRef="#br0" timeOffset="38211">14175 4630 18666,'-1'-5'1680,"1"-29"1,3-9-857,6-3-553,-3-5 1,4-1 64,13 0-196,7 9-56,13 10-62,-11 15-50,18 13-17,-30 13 57,20 31 10,-31-10 0,-4 4-429,-2 16 0,-6 2 429,-6 0 1,-6-2-15,-1-6 1,-4-2 19,-6-3 0,-3-3-1546,0-4 1,2-1 1531,4-6 0,1 1-41,-2 3 0,5-4 61,10-9 162,6 2 61,22-14-94,22-6-124,-8-1 0,4-3 128,9-2 0,6-1-1353,2 0 1,5-1-1,-3 1 1539,2 0 1,-2 1 0,7-2 0,-8 3-1,-23 4 1</inkml:trace>
  <inkml:trace contextRef="#ctx0" brushRef="#br0" timeOffset="39277">17133 7582 22066,'2'-58'1064,"0"0"0,0 4 1,0 9-807,1 13 106,-1 5-185,-1 16-246,0 2-180,0 12 270,1 12-12,1 4 39,2 37-38,-2-6-205,-2-13 1,0 1 186,-2 25 51,-2-4-34,-4-1 68,1-19 167,1-12 118,2-17-179,2-18-146,0-1 391,-3-20-346,1-26-76,2 22 0,0-1-2,-1-2 0,2-1-1,1-15 1,1 1-453,1 16 1,0 1 451,0-7 1,1 1 22,4-12-89,-4 35-40,-2 3 67,-2 25 29,1 14 10,0 17 18,0 13 500,-1 6-512,0-14-11,-3-12 0,1-1-23,-3 9 23,-3 13 40,3-27 116,3-13 136,1-10-158,1-8-5,-3-24 280,-1-10-404,1 5 1,0-2 5,1-1 0,1 1 0,0-1 1,1 0 5,4-24-6,-1 14-39,3 18-151,-3 12-45,-1 13-112,4 17-784,-1 18-2543,0 25 2815,-5 2 0,-1-18 0,-2-17 0</inkml:trace>
  <inkml:trace contextRef="#ctx0" brushRef="#br0" timeOffset="39994">13705 10625 16657,'-7'0'5377,"2"0"-3535,5 0-1153,-20-67-229,14 36-315,-5-11 1,2 0 50,11 15 73,5 3-297,6 6 123,9 4-33,21 6 325,-11 8-443,19 11 50,-19 13-16,2 13-29,-10 10 51,-13 7 0,-17-18 0,-6 0-45,-3-3 0,-2 0 8,-3-1 0,-2-1 43,-3-2 0,-2-1 16,-10 9-33,-6 6-34,21-17 67,16-10-5,13-10-6,22-6-1769,5-6 1,3-2 1561,25-2-751,-13 0 1,7-3-1,-6 1-1098,-10 3 0,-2-1 2045,7 0 0,4-2 0,-9 2 0,-1 0 0,-2 1 0</inkml:trace>
  <inkml:trace contextRef="#ctx0" brushRef="#br0" timeOffset="40954">10842 7847 25333,'0'-62'248,"-1"-1"1,1 19 0,0 4-395,-1 1 0,0 6 137,-1 5 804,-3 0-1124,1 13 137,1 10-49,3 10-237,0 16 482,-3 35 32,0-8-227,-3 5 1,-1 2 230,3-22 1,-1-1 7,-2 13 1,1-1 71,-1 4 25,4-9 20,1-22 356,2-3-190,0-13-330,-2-27-142,1 3 11,-4-34-10,0 21 84,2 3 1,-2-2-60,-2-23 109,2 17 1,1 1 854,-1-9-844,1 1-128,4 38-39,0 3 122,0 27 46,5 25 0,-2 0-20,1-1 0,1 3-208,-1-13 0,0 0 222,0 4 0,0 0 0,4 17 84,-5-30 39,-1-14 353,-1-12-403,-1-6-17,0-30-17,-3-5-31,1 7 1,0-1 54,-3-18-41,2 18 1,1 1 33,1-18-36,4 21 0,2 0-20,1-6-40,6 12 12,-5 21-95,8 27-291,-3 13-1174,-5-2 0,0 3 1370,-4-1 1,-2-2-1,0 15 1,-4-18 0</inkml:trace>
  <inkml:trace contextRef="#ctx0" brushRef="#br0" timeOffset="49994">8085 6000 19820,'-37'-7'2443,"7"1"-2051,26 4-101,0-1-118,-2 0-44,-1 0 6,0 0-18,-1 1-22,2 0-22,-3 1 6,1-1-7,-2 1-10,-1 0 5,0 1-16,-1-1-1,0 1 23,2 2-17,0-1-6,4 0-11,3 1-55,2-2 178,14 5 34,9-2-78,25 5-46,14-3-44,-23-2 0,1-1-373,-7-1 1,2 0 358,21 0 0,1-1-6,-16 1 1,1-1 2,17 0 0,1 1 3,-14-1 0,-1 0-1575,5 0 0,-2 0 1566,14 0 3,-20 0 1,-2 0-117,12 0 119,-11-1 0,0 0-11,15-1 11,-17 0 1,0-1 38,15-1-45,-18 0 1,1 1-9,-1-1 1,1 1 13,-2-1 0,1-1-3,10-1 1,0 0-15,-13 2 1,-1 0 10,7-2 1,-1 1 11,6 0-6,-1 1 28,0-1-50,20-1 16,-24 2 469,11 0-469,-20 2-5,8-1-5,-5 0 121,11 0-93,-14 0-18,-1 1 23,15-1-33,-14 2-35,24 0 3438,-21 1-3415,6 1 17,-15 1 0,-2 1 34,0-1-23,3 0-45,2 0 34,3 0 6,0 0-6,-2-1-6,-6 0 18,8 1-18,-7-1 0,7 2 29,-6-1-18,-1 0-21,-2 0 16,-1-2 0,-5 0 11,12 0 11,-5-1-16,11-1-12,2-1 12,-12 2 5,6-2-11,-14 3-34,1 0 34,-2 0 6,-3 0-6,-3 0 22,-2 0-22,-1 0-5,-1 0 16,0 0-5,-1 0-6,0 0 532,0 0-470,-6 0-12,2 0-50,-5 0-5,6 0-18,-3-1-89,1 0-398,-6 1 163,1-1-2033,-16 0-2841,6-1 5221,-7 0 0,14 1 0,5 0 0</inkml:trace>
  <inkml:trace contextRef="#ctx0" brushRef="#br0" timeOffset="50781">10251 5593 21411,'-31'-13'459,"0"1"1,-22-8-5689,38 18 5374,3 2 1538,-7-1-1436,9 1 803,1 0-916,4 0-16,3 0 195,2 0 3270,5 3-3438,-1 0 449,36 13-538,-19-9 17,38 13-28,-18-10-34,1 1 11,12 2 6,2 2-11,1 1-12,-25-6 1,-1 1-6,16 7-3397,-7 2 3397,-10-3 23,5 9-7,-12-7-4,12 6-1,-13-11 17,4-1 28,-8-7-6,5 1-5,-4-2 3409,1-2-3421,-7-1-22,-2-1 45,-5 0 12,-1-1-52,-2 0 57,5 0 17,-6 0 11,2 0 11,-3 0 991,0 0-1333,-2-3-436,-1-1-40,-3-2-3322,-3-2 4028,1 0 0,0 2 0,2 3 0</inkml:trace>
  <inkml:trace contextRef="#ctx0" brushRef="#br0" timeOffset="51462">10773 5808 12012,'-7'3'6374,"2"-1"-4962,5-2 699,0 0-1511,2-6-180,-1 4-118,1-4-178,-1 6 144,0 0-161,1-1-74,1 0-10,0-1 5,1 2-23,-2-2-5,1 2-5,-2 0-79,0-1 106,2 1-5,-1 1-39,2-1 5,-2 2 11,0 2 1,-1 1 5,0 3 11,0 1-11,0-2 11,0 2 17,0-5 39,0 1 73,0-3 1608,0-2-1759,0 2 11,-1 3 17,-2 2 195,-8 24-10,-7 5-110,2-6 1,-1 2-245,-2 0 0,-1 2 146,-2 1 1,0 2-329,-1 0 1,0 0 200,-3 4 1,3-3 0,-3 5-1,4-6 1</inkml:trace>
  <inkml:trace contextRef="#ctx0" brushRef="#br0" timeOffset="65769">16864 7393 11530,'-3'0'6509,"1"0"-2684,2 0-3023,-39-27-281,30 13-225,-29-23-184,39 23 45,5-6-22,13-2-91,5 0-32,15-2-1,2 11-11,-6 7-28,20 7 0,-19 8-6,15 10 12,-17 10 39,-9 7-12,-10 8 18,-11 6-1,-17 8-238,2-27 1,-4 0 223,-4 1 1,-4-1-18,-3 0 1,0-1 13,-3-1 1,1-3-6,-15 15-75,17-17 1,3 0 69,1 3 16,-2 8 23,24-18 38,15-7-4,18-7-29,22-11-39,-18 1 0,2-1-259,6-3 0,2-2-66,5 0 0,0-1 325,9-2 0,-4 1 0,-24 7 0,-2 0 0,27-6 0</inkml:trace>
  <inkml:trace contextRef="#ctx0" brushRef="#br0" timeOffset="122364">9033 12811 9078,'6'-51'1644,"1"-1"0,0 1 1,-1 7-1,0 2 1,1 0-954,3-22 1,0 3-1134,0 14 0,0 2 674,-3 11 1,0 1 229,4-7 0,-1 3 465,1 0-972,3-4 427,-9 49-304,-3 11-17,0 12 1,-2 7-15,-1 2 1,-2 4-593,0 4 0,-2 5 1,0-1 542,0-5 0,0-1 0,0 1 7,0 7 1,-1 1 0,1-4-9,0-2 0,2-3 3,3 3 0,4-2 837,10 12-826,1-25 0,2-2 6,10 3 28,7-13 139,6-32-1479,-14-9 1,1-4 1339,5-3 0,0-2-17,-3-2 0,-2-2 592,0 0 0,-3 0-486,-2 3 1,-2 2 61,18-22-135,-10 11-5,-14 25-62,-11 10 45,2 9 29,-2 12 3318,3 15-3363,0 1 207,0 17-403,-1-3-1270,1-9 1,1 0-8389,9 21 8955,-1-7 1,-3-31-1,-9-17 1</inkml:trace>
  <inkml:trace contextRef="#ctx0" brushRef="#br0" timeOffset="122594">10263 12444 17911,'0'-11'2064,"-4"-24"0,0-4-1195,1 18-735,-1-16 0,-1 8-65,2 26-97,-3 15 79,-2 15-46,-1 18 1,3 0-122,3-12 1,2 2 14,8 5 0,1 1-755,1 2 1,1 2-803,6 8 1,0-2-346,-4-17 0,0-2 2003,0 2 0,-1-4 0,-2-7 0,-1-1 0</inkml:trace>
  <inkml:trace contextRef="#ctx0" brushRef="#br0" timeOffset="123536">10835 12436 15104,'0'-6'4929,"0"2"-4436,0 4-275,-84-8-1042,33 26 897,-2-16 0,-2 4 125,13 21 1,7 3-109,-3 1-45,0 3 1,1 0-24,7 4-31,10-12 1,3-1 269,3 5-272,10 8 5,16-15 0,14 7 1,5-13-37,4-10 0,4-3-54,-6-3 1,1-1-130,15-2 1,1-2-115,-6-3 0,-1-3-445,-2-1 0,-1-4-611,-2 0 1,-2-2-471,-3-1 0,-2-1-209,-4 0 0,-1-2-255,19-24 2329,-9-4 381,-8-5 3590,-10 1-1658,-9 13 3260,-9-3-3506,-7 21-942,-3-4-531,0 16 356,1 5-848,4 3 45,3 1-243,1 1 74,1 4 56,0 2 5,0 11 34,4 15-50,1 5-34,4 12 16,2-8-5,-2-3 6,0-4 22,-4-9 17,-3-9 139,-1-5 494,-1-8-437,-3-6-191,0-3 73,-9-21-27,1-6 38,-6-19 40,5 0 33,3 2 6,3 6-6,3 9-140,1 11 34,8-2-79,8 9-22,16-7 17,10 8 22,9 4-22,-1 7-23,-3 9 12,-5 8-17,-3 11 0,-4 5 5,-8 7 12,-9 4 5,-11 4 17,-12-2 78,-5-6 141,-2-13 11,4-12-107,2-24-129,3 0 12,1-25-40,6 4 18,9-10 10,6 5-11,6 9 0,0 10-16,0 9-23,3 9 0,4 12 11,-4 2 0,9 18-33,1 15-34,1 5-327,-17-18 0,-1 0-871,8 20-1681,-7-4-4694,-5-7 7657,-5-12 0,-4-13 0,-3-10 0</inkml:trace>
  <inkml:trace contextRef="#ctx0" brushRef="#br0" timeOffset="123969">12008 11863 15384,'-26'-49'1699,"-1"-1"0,-5-3 0,-3 3-1383,5 17 1,-2 3-1106,-10-8 0,-4 1 965,-5 4 1,-3 5-436,14 11 0,-1 2 1,-3 4 328,-5 2 1,-2 3 0,-1 4-524,-9 3 1,-3 5 0,-1 3 470,8 1 0,-1 2 0,-2 2 0,-1 2-383,6 0 1,-1 1 0,-1 2-1,-1 0 1,1 2 375,5-2 0,-1 1 0,1 1 1,-2 1-1,1 1 0,-2 1 34,1 2 1,-2 1 0,-1 1-1,0 1 1,1 1 0,0 2-1,2 1-131,7-1 1,0 1 0,0 2 0,1 0 0,1 1-1,1 0 1,1-2 0,1 0 87,-5 2 1,0-2 0,2-1 0,2 2 0,2 0 0,2 4-60,2 3 0,1 3 0,2 1 1,4 1-1,3-2 0,7-2 66,3 10 1,10-2-1,1 3-2,0-4 0,0 2 0,3 1 0,2 0 0,3 0 0,2 0 0,3 0 0,2-1-3,3 0 0,1 0 1,3-1-1,4-2 3,4-1 0,2 0 0,5-3 0,2-2 2,5-1 1,3-2 0,4-3 0,5-4-4,-5-9 1,6-3-1,2-2 1,2-1 0,-2-2-1,-2-1-13,8 3 0,-4-3 0,2-1 0,5-4 1,-5-3 1,6-1-1,2-3 1,0-1-1,-2-3 1,-5-1-3,7-4 0,-4-3 0,-1-2 0,2-2-15,-3 0 1,2 0-1,1-2 1,-1-2 0,-1-2 15,-3-1 0,-1-2 0,-1-2 1,0-1-1,-2-2 11,-1-1 1,-1-1-1,0-2 1,-2-1 0,-1-2-3,0-1 0,-1-1 0,-2-2 0,1-1 1,-2 0-16,0-2 0,0-1 0,-1-1 0,-1-1 0,-1-1 25,0 0 0,-2-2 1,0 0-1,-2-1 1,0 1 1,-2-1 1,0 1-1,-1-1 1,-2 0 0,-1 0 4,-3 2 0,-1 1 0,-1-1 0,-2 0 0,-2 1 28,1-6 1,-2 0-1,-3 1 1,-3 1 140,-1-8 1,-5 1 0,-7 2-156,-7 7 1,-6 3 0,-6 2 273,-6 6 1,-5 2 0,-5 5-310,-8 1 0,-4 5 0,-4 3-120,-6 2 1,-4 4 0,-1 3-348,10 3 0,-2 2 1,0 2-1,2 0 469,-14 0 0,2 1 0,4 1 0,-4 1 0,8 0 0,21 1 0,1 0 0</inkml:trace>
  <inkml:trace contextRef="#ctx0" brushRef="#br0" timeOffset="126240">19111 6617 17772,'-10'0'3142,"2"0"-2582,8 0-257,-59-26-381,44 15 0,-18-3 1,8-2-288,53-6 223,17 3-1664,6 3 0,7 2 1668,-7 4 0,2 4-118,11-1 1,-3 4-5,-22 3 1,-4 3-542,26 14 257,-40 10 532,-32 29 51,-8-25 1,-7-2-395,-3 3 0,-5-1 397,-12 3 0,-1-2 11,8-6 0,0-1 0,-6 4 1,1 0 1245,8-5 1,3-2-1401,-10 12 259,21-12 151,22-9 111,19-7-179,22-14-180,-11 0 1,3-2 207,7-5 0,1-2-208,3-4 1,0-1 30,-2-2 1,-2-3 27,-4 0 0,-4-2 0,-7-1 1,-4-2 106,-7 1 1,-5-1-125,-4 0 1,-5 0 72,-7-6 1,-2 1-31,-6-12 30,1 19 1,-2 2 277,-4 2 44,-2-1-89,7 10-218,7 6-253,5 6 478,3 4-404,16 24 155,-5-7-195,24 34 19,-18-19 1,0-1 8,12 22-218,-10-11 0,-2 2-118,-5 18-1266,-8-13 1,-3 1-301,-2-16 1,-2-1 1901,-3 10 0,-1-6 0,0-15 0,0 0 0</inkml:trace>
  <inkml:trace contextRef="#ctx0" brushRef="#br0" timeOffset="126982">20604 6287 19031,'5'-40'940,"-1"-1"1,2 4 0,-4 10-723,-6 22-161,0 3-102,-3 1-6,-17 6 51,4 0 6,-27 11 11,5 2-6,-14 4 6,1-2 73,-3-1 11,16-9 28,5-3-73,21-6 11,6-1-39,6 0 11,-1 6-5,-2 4-12,-2 11-11,-1 7 28,3 29-55,4-11 10,6 16 6,2-22 6,2-12 5,-2-4 39,-2-13 73,-1-3 706,0-4-325,-1-6-364,5-14-129,-2 2 1,5-11 21,8-8-22,2 9-16,7-7-12,13 12 17,-10 13-11,15 2-17,-16 8 17,12 19-17,-16 3 5,8 18 29,-18-11-40,-5 12-72,-17 9-830,-7-15 1,-4-1-1362,1-5 1,-3-2 1617,-5 0 1,0-6 0,1-9-1,10-9 1</inkml:trace>
  <inkml:trace contextRef="#ctx0" brushRef="#br0" timeOffset="127252">20827 6123 16516,'1'-4'4066,"0"1"-2840,-1 3-963,15 21-88,-5 9-35,12 27-442,-16-26 0,-2 1 277,1 2 0,0 1-331,-1 1 0,0 0-759,2 19-4839,3 6 5954,-1-26 0,-2-6 0,-2-15 0</inkml:trace>
  <inkml:trace contextRef="#ctx0" brushRef="#br0" timeOffset="128224">21291 6267 21192,'-38'-8'201,"0"-1"1,-20-7-154,29 33 0,2 5 2,-6 1 17,-4 2 0,-2 2-433,13-8 0,0-1 413,-9 6 1,1 1 3,-6 6 268,17-8-269,14-5 126,8-6 37,19 6-67,9-6-51,22 4-45,11-6 10,-25-6 1,0-2-64,4 0 0,-1-2-19,23-3-32,-19-3 1,0-3-81,11-11 44,-18 5 1,-1-2-79,10-19 100,-16 5 17,-3-24 96,-15 16-10,0-9 161,-8-1 5,-2 18 359,0-13-297,0 17-50,0 7-129,1 8-101,0 5-5,1 5 5,4 7 11,4 8 23,5 11 28,0 12-45,-2 6-22,-4 5 10,-2 0 7,-4-3-6,0-4 27,0-7-10,-1-9 33,1-8 180,-2-9 33,-1-6-163,0-10-72,-3-9 22,-2-14 6,-4-12-28,4-9-6,1 8 0,6 11 0,2 0-5,5-10-6,4-8-28,15 9-6,-5 19-16,16-3 5,-3 15 51,5 7-29,2 9 1,1 9 11,-1 11-6,-3 9 6,-7 6-17,-10 2 33,-10 0 7,-14-4-1,-11-3 28,-7-6 0,-3-7 51,6-10 11,5-7-57,7-12-27,4-9-6,9-14 12,8-10 16,10-9-17,7-1-5,1 4 17,-3 12-34,-3 11-6,-4 12 12,-2 8-12,-1 12-5,1 12 17,4 18-6,0 14-168,-12-23 0,-1 2 148,0 0 1,0 1-79,-2-2 0,-1 1-675,7 28-930,-8-5-1652,-6-10 3355,-7-12 0,1-16 0,-2-9 0</inkml:trace>
  <inkml:trace contextRef="#ctx0" brushRef="#br0" timeOffset="128691">22544 5712 6968,'-31'-44'819,"0"-1"0,1 0 0,0 4 0,-1 1 0,0 5 900,-8 2 0,-2 4-1378,5 8 1,-4 2 0,2 2 139,-2-1 0,-2 2-345,0 4 0,-4 2 1,2 3-36,-9 3 0,-4 7-63,13 3 0,-6 3 0,-4 3 0,0 0 0,3 1-220,-4 1 0,2 1 0,-1 2 1,-1 0 184,5 0 0,-2 0 1,-1 1-1,2 1 0,1 2-3,-9 7 0,2 1 0,2 2 0,5-2 0,6-3 0,5 0 0,-3 3-3,-6 6 0,-4 4 1,0 2-1,6 0 1,1 4 0,4 1 1,1 3 234,6-6 0,0 2 0,2 0 1,3-1-238,1 2 0,3-2 0,4 3 1,7-1 0,3 4 1,3 0-1,3-3 5,4 0 0,4-3 0,2 2-7,1 2 1,0 3 0,3 0 0,3-3-9,9 5 0,4-2 0,5-2-4,3-1 0,5-3 0,4-2-9,5-3 0,4-2 0,3-4-332,-11-9 1,1-3 0,3-1 0,-1-2 305,3-2 0,0-1 0,1-2 1,1-1 30,-1-2 0,2-2 0,-1-1 0,1-3 25,-1-1 0,1-2 0,-1-2 0,1-2 3,-1-2 0,1-2 0,-1-2 0,-1-2 7,1-1 0,0-3 0,0-1 0,-1-2 1,0-3 1,0-1-1,0-2 1,-2-2 9,1-2 0,-1-1 0,0-3 1,-1-4-200,-4-1 1,1-4 0,-1-2 0,-1 0 0,-3 2 187,-2 3 0,-3 1 0,-1 0 0,0-4 8,0-4 0,2-4 1,-2-1-1,-2 0 1,-4 3 7,1-6 0,-6 2 0,-2-2 7,-2 6 1,-1-3 0,-1 1 0,-3 0 93,0-9 1,-3 0 0,-8 1-95,-11-3 0,-8 0 1,-2 5-38,0-2 0,-9 4-19,-9 10 0,-9 1 1,-2 8 7,6 12 1,-3 5 0,-2 1-98,2 1 0,-2 0 1,-1 2-1,-1 1-753,-3 1 0,-1 3 0,-1 1 0,2 1 861,-11 0 0,1 1 0,5 2 0,-4 0 0,8 2 0,-10 1 0</inkml:trace>
  <inkml:trace contextRef="#ctx0" brushRef="#br0" timeOffset="136540">2472 14481 17277,'11'-45'1126,"-1"-1"0,-1 4 0,-3 4-454,-5 1-174,-5-1-116,-4 1-130,-7 5-96,-9 9-66,-11 10-45,-15 14-29,18 6 1,-2 4-512,-5 5 1,0 3 494,6-2 0,1 3 2,-18 16 1,1 5-6,16-9 1,3 2-4,1-2 0,-1 2 1,4 2-18,-5 20 1,7-1 11,8-17 0,3 0-20,1 11 0,6-2-42,17 1 23,1-4-90,38-7 101,-4-26-98,-11-7 0,1-4 134,-5-7 0,-1-4 31,0-5 0,-1-4-231,-2-7 0,-1-3 225,0-5 1,-1-4-4,-1-5 1,-2-3-59,0-6 0,-2-1 75,-2-5 1,-2-1-28,-7 17 1,0 0-1,-2-1 2,0 0 0,0 0 1,-2-1 4,1 2 1,-1-1 0,0 1 19,2-20 1,-1 3-18,-1 16 1,0 0 33,-1-9 0,0 4-108,0-5 88,-2 20 1,0 3 210,0 2-261,-1 15 334,0 9-289,-1 22 28,0 34-69,-1-14 1,-1 4 20,-1 17 1,-1 4-11,0-20 0,0 1 0,0 0 4,0 3 0,-1 1 0,2 0-8,-1-2 1,1 0-1,1-1 0,0 18 1,4-3-4,1-7 1,4-4 45,2-6 1,3-4-35,2-7 0,2-4-26,22 14-10,6-18 44,4-14 11,4-22 6,1-19-342,-26 7 1,-2-4 332,0-4 1,-1-2 25,-2 0 0,-1-1-72,-4 3 1,-1 1 368,5-19 1184,-11 15-1117,-6 15-176,-4 12 2,-2 6 504,1 2-745,-4 7 304,-3 9-292,-5 13-12,-2 14-10,2 8-12,5 6-500,8 2-783,9-1-4380,8-5-128,0-16 4991,2-5 1,-12-21-1,-1-1 1</inkml:trace>
  <inkml:trace contextRef="#ctx0" brushRef="#br0" timeOffset="136715">3016 13752 17932,'-7'-3'3199,"2"1"-3194,-58-8-111,42 12 50,-14-7 0,5 5-3014,26 22 3070,7-5 0,-1 2 0,2-11 0</inkml:trace>
  <inkml:trace contextRef="#ctx0" brushRef="#br0" timeOffset="138565">3300 14072 17630,'0'-43'1127,"0"0"0,0 1 1,-1-9-1,0 7-1021,0 2-117,-2 29-95,3 16 175,-1 11 65,1 33-89,0 13-210,1-26 1,-1 2 172,1 7 1,0 2-496,1 8 0,0 1 338,2 1 1,-1 1-48,0-2 0,2-1-1535,3-2 0,2-3-5493,5 5 7224,-5-20 0,1-3 0,-1-6 0,-4-13 0</inkml:trace>
  <inkml:trace contextRef="#ctx0" brushRef="#br0" timeOffset="139352">3614 14138 9341,'0'-3'6699,"1"1"-3647,-1 2-1825,6-55-628,-5 41-235,5-41-196,-9 56-79,-4 6-55,-3 1 50,-21 22-17,1 1-42,5-7 1,0 1-299,2 0 0,1-1 301,-14 14-33,-5 10 117,22-27 152,-3 4 189,16-19 12,3-4-230,1-3 435,-1-3-575,-2-1 83,-1-1-99,0 1-63,2 2-44,2 2-140,1 1 213,7 10 11,4 3-33,13 11 27,9 0-5,14-1-6,12-6-257,-22-9 1,1-2 167,5-2 0,0-2-132,-8 0 0,2-1-4734,16-1 1,-2 0 3389,-6 0 0,12-1 0,-48 1 0</inkml:trace>
  <inkml:trace contextRef="#ctx0" brushRef="#br0" timeOffset="144047">3947 14097 20593,'-3'-37'846,"0"1"0,-2-24-437,3 56-247,2 1 40,-2 3-320,1 0 124,0 5 5,4 4 6,0 4-6,8 10 6,9 9-17,2 6 0,8 9-6,-6-4 6,-6-10-39,6 26-11,-15-33-225,5 28-958,-16-16 668,-2-12-2297,-12 7-57,2-27 1295,-3-1-1725,0-21 2963,7-8 710,-4-20 57,7 5-876,3 3 1,2 0 1693,0-5 537,1-4 0,0-1 7,1-2-1055,0 15 1,-2 2-151,0-2 318,-4 8-26,0 14-668,1 3-229,0 4 3414,4 5-3347,-3 16 17,0 8-6,-4 22-5,0 12-358,4-24 1,0 1 255,0 5 1,1 0-440,0 2 0,1-2-154,0-8 0,2 0-4227,3 6 1,3-3 2954,-2-6 0,6 5 0,-7-31 1</inkml:trace>
  <inkml:trace contextRef="#ctx0" brushRef="#br0" timeOffset="144322">4310 13647 17176,'-11'-49'1656,"0"-1"0,0 2 1,0 7-475,0 15-841,1 7-358,1 8-72,7 16 94,1 2 29,2 34-23,3-10 31,4 19 0,1 8-603,0-10 0,1 0 569,2 9 1,0 4-527,-2-4 1,0 3 0,0-6 433,-2-8 0,0-1-12,-1-1 1,1 3 0,0 0-1288,1-3 1,0-1 0,0-3-716,0-1 1,1-1 1993,5 20 1,0-6 0,-5-22 0,-2-14 0</inkml:trace>
  <inkml:trace contextRef="#ctx0" brushRef="#br0" timeOffset="144503">4199 14258 17161,'0'-6'1574,"15"-26"0,8-6-1350,17-3-809,-3-6 1,4 0 592,-4 21 1,1 4-88,1-1 1,2 2-353,0 2 0,0 1 431,3 0 0,-3 1 0,5-1 0,-9 3 0</inkml:trace>
  <inkml:trace contextRef="#ctx0" brushRef="#br0" timeOffset="145815">3219 14279 6826,'0'-4'2291,"0"2"-1810,0 2-873,1-4-521,-1 3 11,0-2 712,-1 7-801,-2 0 520,-1 4 471,-2 1 0,3-5 0,0 0 0</inkml:trace>
  <inkml:trace contextRef="#ctx0" brushRef="#br0" timeOffset="146673">3135 14290 18627,'-9'-29'2179,"2"6"-1793,7 22-240,-1 1-1199,4 3 96,-1-2-3614,8 6-1479,-2-3 5202,2 2 0,-5-3 0,-2-1 0</inkml:trace>
  <inkml:trace contextRef="#ctx0" brushRef="#br0" timeOffset="148153">3174 14324 7139,'-2'-3'1888,"0"0"2934,2 3-3051,-8-27-831,5 16-44,-5-20 320,8 23-840,0 4 240,0 0-174,0 3-436,0 0 72,1 11 40,1 6-51,4 15-22,2 6-34,4 7 28,0 3 39,0 3 12,-5 0 16,-3-1-44,-11 2-51,0-13-67,-20 18-560,1-14-56,0-1-3484,2-10 4156,14-21 0,2-2 0,5-5 0</inkml:trace>
  <inkml:trace contextRef="#ctx0" brushRef="#br0" timeOffset="148963">3159 14137 17652,'-2'-10'-3758,"4"1"3758,7 9 0,-4 0 0,4 0 0</inkml:trace>
  <inkml:trace contextRef="#ctx0" brushRef="#br0" timeOffset="152294">4791 13941 8041,'-3'-3'7220,"2"0"-2929,1 3-3233,-19-23 28,12 16-879,-12-16 69,17 22-310,2 1-17,2 5 74,7 7 16,17 18-16,-2-5 2,4 1 0,0 0-25,-1-1 8,-1-2 1,-1 2 69,1 22-44,-6-14 33,-7 7 101,-20-21 28,-4-3 78,-10 0 57,0-7-57,0-8-78,-1-17-134,6-6-57,2-13-72,9 2 34,6 7-107,10-3-241,15 6-1291,4 5 0,4 0-3244,1 2 1,0 2 3749,1-1 1,-2 2-1,6 0 1,-29 9-1</inkml:trace>
  <inkml:trace contextRef="#ctx0" brushRef="#br0" timeOffset="152710">5640 13707 15257,'-5'-1'4536,"2"1"-4117,-29-1 1,-8 4-252,-3 8-132,-8-3 1,0 3-9,0 22-22,13-3-85,13 7 1,4 2-74,8 0 90,3-3 1,7-3 522,14-12-361,19-5-38,-8-11 118,34-6 55,-6-17-140,1 2 374,-4-17 75,-23-5-108,-4-3-217,-7 1 1019,-12 0-818,-5 20 107,-1-4-426,-1 16-124,2 5-162,1 3 84,0 9 95,1 12-16,0 18-62,6 10-151,10 8-23,2-12-988,4-13 0,2-2-1389,4 1 2635,3-2 0,-1-3 0,-10-11 0,7 5 0</inkml:trace>
  <inkml:trace contextRef="#ctx0" brushRef="#br0" timeOffset="153360">6083 13610 20588,'-13'-21'671,"2"5"-542,11 16 818,0 0-807,-3 0-78,1-1 39,-3-1 44,-1-3 1,-3-4 22,-1 0 28,-2-4 50,0-1 29,-2-2-1,1-1 23,0 1-39,3-1-40,2 2 0,0 3-72,4 3-124,2 4-134,1 3-476,1 2 516,1 10 77,4 6 1,1 6-577,12 26-443,-7-20-2790,0 3 1,0 1 2955,1 4 0,-3-5 0,-3-14 0</inkml:trace>
  <inkml:trace contextRef="#ctx0" brushRef="#br0" timeOffset="153916">6536 13449 24049,'-27'-31'76,"0"0"1,1-1 0,9 13-223,16 19 23,1 3 128,0 2 40,2 23-45,2 5 6,6 22-17,7 1 16,7 0 18,7-1-12,7-8-274,6-7 246,4-8 1,-5-6 10,-9-6-50,-14-4-470,-25 8-695,-18-4-902,-27 6-1940,14-16 0,-1-5 2108,-17 0-257,19-9 0,3-7-1121,1-24 3509,4-22 1193,19 14 0,4-3 3266,4-4 0,4 2-3949,-3 10 1,2 2 234,2 1 0,0 6 110,-3 14-661,1 2 2923,-2 8-3327,-1 6 422,0 8-192,0 10-56,0 12 6,0 13-337,-3-10 1,1 3-3390,1-2 1,-1-1 2900,0 5 1,0-3 0,1 3 0,1-18-1</inkml:trace>
  <inkml:trace contextRef="#ctx0" brushRef="#br0" timeOffset="155282">5317 15641 16303,'-7'-35'3234,"1"-1"1,-1 0-2888,-1-3 1,0 2 72,3 17-303,2 9-162,1 6-145,1 5 179,1 19 67,2 14-28,0 29-17,0-25 0,0 3-403,-1 3 1,1 1 391,1 1 0,-1 0 5,1-1 1,0-2-6,1-3 0,0-3 11,4 20 51,-3-20 246,-1-17 202,-4-12-219,1-12-230,-5-10 751,-3-15-790,-5-15 0,-1-16-16,7 24 0,1-2-369,0-5 0,1-2 374,1-4 1,1-1 7,1-2 1,1 1 11,0 3-1,1 3-22,0 10 1,1 3-25,5-28 55,8 21-50,6 5 5,12 7-22,7 18 11,12 8 17,8 12-342,-9 3 339,-9 7 1,0 5 29,-13-6 0,1 3-44,12 9 1,0 4-12,-12-3 0,-2 0-20,-7-7 1,-2 2-480,2 14 1,-3 1-1227,-2 12 1151,-11-3 1,-2-3 0,-1-11-1,-11 7 1</inkml:trace>
  <inkml:trace contextRef="#ctx0" brushRef="#br0" timeOffset="155506">5387 15813 21759,'-16'-50'-34,"1"1"0,6 0 1,14 7 13,26 18 1,11 6-45,0-3 1,5-1-1,-1 2-1569,7-2 0,1 0 1112,-9 5 0,3-1 0,-3 4 521,3 1 0,-5 4 0,4-2 0,-8 4 0</inkml:trace>
  <inkml:trace contextRef="#ctx0" brushRef="#br0" timeOffset="156749">6143 15648 23747,'24'-22'265,"-1"-1"0,0 0 0,0-2-167,-2-3 0,-1-1-738,-2-3 0,-1-2 685,-1-4 0,-2-1 14,-2-5 0,-3-1-12,-2-4 1,-2-1-18,-2-1 1,-2 1 22,-2 2 1,-3 1 10,0 6 1,-2 2 19,-2 6 0,-1 3 129,-9-16 426,0 15-516,2 12 87,1 15-210,2 14 0,-1 18 0,0 18 2,8-15 1,1 3-107,0 6 1,2 2 75,3 7 0,2 2 2,3 3 1,2 2 14,3 2 0,3-1-12,2 1 1,3-2-34,2-4 0,4-3-121,1-5 1,3-4-200,2-8 0,3-5 227,1-9 1,2-5 44,-1-5 1,0-7 97,6-12 1,-2-5 10,12-9 12,-18-1 0,-3-5 61,5-18-28,-14 16 1,-1 0-9,-2-2 0,-2 0 36,1-6 1,-3 1-1,4-14 23,-9 20 0,-2 4 107,-4 2-18,-6 0-78,-7 13-78,-11 9 894,-10 14-945,-8 10-11,-2 12 22,5 6-22,9 3 12,8 4-7,10-16 396,5 2-362,10-20 17,7-1 95,33-19-78,-17 3 123,25-19-45,-36 13 196,5-8 62,-13 9-28,-1 0-84,-5 7-51,-3 4-291,-1 2-11,0 7 68,0 10 16,7 35 16,-3-11 1,-1 5-26,2 7 1,-2 2-375,-1-11 1,-2 2 0,0 1 329,-4 8 1,-1 2 0,0-1-477,-1-4 0,0-1 0,0-1 434,-1-1 0,-1 0 0,0-2-152,-4 17 1,0-7 142,3-19 1,-1-2 111,-3 3 0,-2-2 121,-11 1-95,5-20-29,-1-27-16,13-5-129,-5-23-73,7-15-327,7-5 1,2-8 425,3 21 0,1 0 0,1-2 48,4-14 1,2-2 0,1 4 53,-3 15 1,1 2 0,2 0 7,2-6 0,3 0 1,-1 3 336,2-3 1,1 0-332,-3 7 0,3-1 0,-2 3 0,-1 0 1,1 3 11,10-11 0,1 4 3,-8 15 0,0 2-3,4-4 0,-1 0-81,2 0 1,-3 4 66,0-3-22,1 3-29,-19 19 1828,0 3-1698,-9 13 536,0 1-570,-12 28-67,2 9 10,0 0 222,6-1-205,15 4-33,14-4 28,-1 2 0,4-26 0,2-6 12,-1-7 16,30 1 16,-18-17 142,20-14-18,-15-9-73,-5-4 263,-10-21-218,-17 24 180,4-31 66,-12 22-72,-10-7-107,-6 7-45,-19 6-139,7 15-18,-18 4-128,13 11-1243,-11 13-489,16-1 1855,-1 23 0,21-20 0,-1 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8:41:32.7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1174 1497 22841,'5'-44'532,"0"1"1,-1 4 0,0 9-395,0 18-315,-2 7-232,-2 4 300,0 11 154,2 11-28,0 21-123,-1-7 1,0 1 86,-1-2 1,-1-1-13,1 1 0,-1-2 205,-1 22 8,1-22-13,0 1 19,1-16 733,0-8 315,0-7-757,0-17 11,-3-7-259,-2-21-18,-4-9-126,0-6-53,0-1-9,4 13 11,2-6-91,2 27-283,0-2-12,0 19 1,0 7 229,0 18 143,3 7 36,-2 37-40,1-17-21,-1-10 1,-2 2 99,-1 13 149,-1 11-46,0-4 28,2-9-791,9-2-280,-1-19-8989,18 5 7373,-11-22 0,5 1 1,-14-10-1</inkml:trace>
  <inkml:trace contextRef="#ctx0" brushRef="#br0" timeOffset="351">1774 1644 31808,'-6'2'959,"1"-1"-959,5-1 0,-63 14 0,29-9 0,-1 3 0,1-1 0,16-5 0,21-2 0,12-3 0,3 0 0,26-6 0,-12 4 0,1 0 0,-1 0 0,1-1 0,5 0 0,-1 0 0,9-3 0,-12 2 0,-12 1 0,-10 3 0,-8 2 0,-2 1 0,-4 3 0,-6 6 0,4-5 0,-4 3 0</inkml:trace>
  <inkml:trace contextRef="#ctx0" brushRef="#br0" timeOffset="1676">3105 1740 32767,'-10'-51'-1002,"0"1"0,1 5 1,2 7-940,5 13 1120,-1 12-5,3 8 759,4 33-205,-2-8 199,2 16 1,-1 2-1551,0 0 1836,-3 6 0,-3 2 323,-7 5-211,3-16 1,-1-1 563,-9 6 193,3-14 541,6-14 75,1-12 33,3-14-2009,0-13 13,2-16-102,0-15 173,2 25 0,1-2-87,2-2 0,1-1-40,1 0 1,1 0-61,2 3 0,1 1-511,11-24 1997,-4 19-11,14 3 426,-5 22-1020,15-2-500,-4 19 0,1 9 0,-2 13 0,-7 12 0,-7 12 0,-10 8 0,-8-25 0,-1 1-65,-2 0 1,-2-1-1489,0 27 676,-1-11 420,1-16 607,2-15 461,3-11-319,2-13 1320,6-11-1261,6-17-351,4-14 0,1-9 0,-10 28 0,0 1 0,10-26 0,1 11 0,-3 12 0,0 9 0,-2 10 0,1 6 0,3 11 0,4 9 0,7 13 0,4 10 0,4 10 0,-21-20 0,0 0-435,0 2 0,0-1-694,-2 1 0,1 0-422,-1-2 1,2-2-2297,18 20-2392,5-12 6337,6-12 0,-22-10 0,-1-7 1</inkml:trace>
  <inkml:trace contextRef="#ctx0" brushRef="#br0" timeOffset="2076">4372 1764 31327,'25'-51'480,"1"0"0,-3 5 0,-9 6-480,-22 8 0,-10 6-863,-11 8 607,-11 8 366,-8 13 243,-8 13-497,26-4 0,0 4 181,1 3 1,1 3 188,1 1 0,3 3-18,4 0 1,4 1-209,-5 26-434,22-4 184,17-8-859,16-11 346,9-12 405,3-9 147,-4-14 377,-2-10 642,-8-13 102,-7-9 330,-8-5-1239,-7-1-1,-6-5 0,-2 19 0,-2 0 0,-2 21 0,1 2 0,-2 6 0,-1 7 0,-2 9 0,0 12 0,1 11 0,4 7 0,8 6-619,5 4-2033,8 2 2352,4 1 1,-11-26 0,0-8 0</inkml:trace>
  <inkml:trace contextRef="#ctx0" brushRef="#br0" timeOffset="3338">4823 1627 28252,'1'-56'141,"0"0"1,1 3-1,-1 3 21,1 10 1,0 3-41,0-16-49,-3 11-192,0 27-41,-2 8-134,2 10-505,1 16 621,2 23 107,3 15 1,1 8 33,-2-11 1,1 3-381,0-4 1,0 3 0,0-2 329,-2 5 0,-1-1-214,0 3 0,-1-1 68,-2-17 1,0-1-290,-2-1 0,0-6 186,-3-7 253,-1-14-39,4-34 93,1-9 127,2-19-9,0 11 217,0-12 107,-7 10 255,-9-17-429,-4 14 796,-1 6-815,0 11-24,6 10-71,1 1-106,6 2-136,15 4 502,14-1 395,6 3-79,20 0 598,6 3-91,2-1-11,2 1-619,-20-3-578,-6-4 0,-11 1 0,-5-7 0,-9 0 0,-9-10 0,-7 4 0,-4 0 0,-4 5 0,5 5-438,-2-3-703,5 0-16,5 6 423,2 1 429,3 7 298,0 0-18,5 10-175,8 10 26,14 17 102,-4-6 0,1 4 69,-3-3 1,0 1-472,3 7 0,-2 2 450,-8-8 0,-2 0-29,3 28 79,-14-24 0,-2-4 205,0 1-29,-13-3 221,2-40-183,-4-8-82,3 1 984,1-17-1137,6 6-39,5-13-32,13 9 216,12 4 10,3 7 261,30-5 274,-11 10-281,-12 4 0,0 0 358,21-4-772,-8-2 0,-14 5 0,-7-7 0,-9-4 0,-5-4 0,-2-5 0,-7 7 0,-2 3 0,-1 8 0,-1 2 0,0 6-906,0 1-63,0 5 577,1 10 42,-1 12 243,1 20 10,4 14-13,1-5-11,4-12 1,2 1-857,8 13 828,-7-20 0,1-1-931,1 0 0,-1-3-2810,2 4 3061,2 6 0,-11-24 0,-4-9 1</inkml:trace>
  <inkml:trace contextRef="#ctx0" brushRef="#br0" timeOffset="3516">5725 1448 23663,'-35'-18'-776,"1"-4"1,44 38 0</inkml:trace>
  <inkml:trace contextRef="#ctx0" brushRef="#br0" timeOffset="3927">6253 1543 22235,'3'-5'3375,"-2"1"-2265,-1 4-1049,-23 47-64,10-17-236,-3 4 0,-1 3 281,4-4 0,0 0-374,-2 4 1,0 2 2,-4 10 1,-1 2-410,1-1 1,0-2 407,4-10 1,2-1-1676,-2 10 0,3-4-55,3-5-2774,0 12 3674,10-55 1519,-1-18 880,-6-10 0,-3-4 129,-3-20-28,-4 10 0,-1-2-171,5 15 0,1-1-253,-2-6 0,0 0-215,4 4 1,1 2 305,-2-20 346,6 14-1009,10 13-160,7 10 6,13 9 501,15 15 107,14 16-514,-21-2 0,0 3-320,-6-4 0,2 3-104,1 5 1,3 3-1,-2-2-2416,4 3 0,-1 1 2615,12 9 0,-3-2 0,0-1 0,-22-20 0</inkml:trace>
  <inkml:trace contextRef="#ctx0" brushRef="#br0" timeOffset="5218">1144 3022 7218,'-1'5'1938,"1"-2"-3020,0-3 1178,21-1 1960,-15 1-970,16-1 1115,-21 1 1546,-1 0-3254,-3 0 398,-1 1-140,-2 0-74,2 0-27,1 0 571,2-1 694,1 1-1739,-1 0 10,0 0 19,-2 0 63,2 0 1330,-1 0-1382,2-7-125,-1-3-95,-2-18-13,1-1 40,-2-3-9,3-2 4,0 9-22,0 2-166,0 7 118,4 13 282,2 5-173,12 16-109,8 13-7,8 20 2,-15-20 0,-2 5-804,-2 15 1,-4 2 770,-4-15 0,-3 1-55,-8 22 1,-9 0-12,-7-17 1,-6-2 162,3-6 1,-2 0 0,-3-2 67,-7 2 1,-5-1-1,1-4 123,-12 4 1,1-6 9,2-3 0,2-7 34,10-13 0,3-6 24,0-7 45,-16-30-288,29-7-69,9 3 0,5-3-87,14-19-24,6 3-10,16 24 147,4 18 100,17 4-52,-9 14 1,2 5-122,-11-2 1,0 2 84,20 8 0,1 3-568,-15-3 1,-1 2-558,9 3 1,1 2 764,-2 2 0,-3-1 0,5 3 0,-13-3 0</inkml:trace>
  <inkml:trace contextRef="#ctx0" brushRef="#br0" timeOffset="5401">1774 3379 21097,'43'-10'0,"1"0"0,-9 2 0,1-1 0</inkml:trace>
  <inkml:trace contextRef="#ctx0" brushRef="#br0" timeOffset="6085">3178 3231 23323,'6'-63'763,"0"1"1,0 6 0,-2 9-445,-1 16-124,-2 14-150,-1 9-76,0 9 71,0 14 9,0 5-16,-1 13 1,-2 4-28,0 10-1114,-2-7 1,-1 8 0,1-6 1109,1-9 1,-1-1-3,-3 29 0,0 2-54,5-26 0,1-1 43,5 11 0,1-2 5,5 8-11,17-5 29,-1-35 49,8-4 29,3-17 3332,1-14-3343,0-17-7,-2-9 24,-3-3 60,-4-6 79,-11 22-17,-1-3-106,-13 28-89,1-1-18,-3 9-38,-1 3 16,0 5 28,4 17-22,1 9 11,2 6-17,4 10-241,3 3 46,-1-8-576,-2-12 1,3-2-2428,5-4-1170,3 4 4385,-2-18 0,-13-9 0,0 0 0</inkml:trace>
  <inkml:trace contextRef="#ctx0" brushRef="#br0" timeOffset="6260">3761 3215 22436,'-29'-28'-2448,"0"-1"0,-8 2-1797,44 47 4245,9 16 0,-10-25 0,0 2 0</inkml:trace>
  <inkml:trace contextRef="#ctx0" brushRef="#br0" timeOffset="6726">4055 3284 26010,'-27'-34'19,"0"0"1,-15-11-43,45 66 23,1 3 17,16 28-34,4-9-166,-4-10 1,2-1 182,9 8-12,-5-11 1,-2-2 0,1 0 14,12 19-204,-27-21-500,-15 10-217,-14-10-477,-20-4 420,4-13-2710,-25-18 895,20-10 1328,11 2 1,3-5 682,8-13 1,5-2 1551,-4-17-110,12 20 1,2-1 4545,5-27-3797,0 27 1456,2-26-1431,-2 40-630,-1-3-566,-2 17-34,-1 7-151,-1 10 5,-1 12-61,-3 31-61,1 6-1845,3-18 0,1-1 1357,0 19-1280,5-21 1,1 0 1260,3 11 1,1-7 0,-3-19 0</inkml:trace>
  <inkml:trace contextRef="#ctx0" brushRef="#br0" timeOffset="7051">4698 3324 21623,'15'-62'1232,"0"1"1,-3 4-1,-7 3-932,-11 16 0,-5 3-347,-2 3 1,-3 1 247,-2 3 1,-2 2 134,-19-13 72,6 13-274,7 12 26,11 9-127,6 10-5,5 12 6,2 17-17,4 20 8,2-18 0,1 2-6,2 6 1,2 2-17,3 4 0,0 1-471,2 2 1,1 0 464,1 0 1,1-1-15,1-2 0,0-1-45,0-4 1,1-1-96,-1-6 0,-1-3-96,9 15-1214,-1-5-920,-14-29-6155,0 1 8542,-9-20 0,-2 0 0,0-3 0</inkml:trace>
  <inkml:trace contextRef="#ctx0" brushRef="#br0" timeOffset="7249">4494 3308 20627,'-8'-3'4100,"2"1"-3254,6 2-29,0 0-649,-35-38-56,48 21-56,-12-30-31,26 37 1,9 6-26,0-2 0,0 1-98,-1 2 0,0 0-1163,25 1-8570,-14 5 8426,-20 0 0,-14 1 0,-9-3 0</inkml:trace>
  <inkml:trace contextRef="#ctx0" brushRef="#br0" timeOffset="12326">2927 4290 17218,'-42'11'544,"0"-1"1,0 1 0,-8 0 0,11 0-164,20-3 30,43-9 1,17-4-233,7-1 0,7-1-1606,2-1 1,6-1 0,2 0 1442,-12 2 1,2-1 0,1 0 0,-2 0-15,-7 1 1,0 0 0,-1 1 0,4-1 4,-2 1 1,3 0 0,1-1 0,1 1 0,0 1-5,2-1 0,0 1 1,0-1-1,3 1 1,2 0-136,-6 1 1,2 0 0,2 0 0,2 0-1,-1 1 1,0-1 0,-2 1 78,6-1 1,0 1 0,-1-1 0,0 1 0,-2 1-1,-1-1-145,2 1 0,-1-1 1,-1 1-1,-3 0 0,-5 1 172,5 0 0,-5 1 0,-8 0-73,20 2 76,-50 1 23,-27 1 9,-19 0 1,-15-1-1,1-1 455,-5 1 0,-5 1-458,9-1 1,-7 1 0,-4 0 0,2 0-1,7 0 183,3-1 1,4 0 0,-7 2-178,2 0 1,-10 1 0,-4 2 0,-3-1 0,2 1 0,4 0-1,9-2 252,-11 2 0,9 0 0,-7 1-229,6-1 1,-7 1-1,-3 1 1,1 0-1,4 0 1,10-2 31,-13 4 0,6 0 11,-2 1 1,-3 1-1,9-1-78,-10 5 123,25-3 1,14-1 330,51-4-213,5-5 0,5-1 93,3-4 1,2-2-257,8 0 1,5-3-161,-13-1 0,5-1 1,3-2-1,0 1 52,6-2 1,2 0 0,2 0-1,1-1-521,-5 2 1,2-1 0,0 0 0,0 0 0,-1 0 550,-6 1 0,1 0 0,-1 0 0,-3 1 0,-6 1 0,23-4 0,-11 2 0,-24 4 0,1 0 0</inkml:trace>
  <inkml:trace contextRef="#ctx0" brushRef="#br0" timeOffset="26175">5754 3338 17568,'-9'0'3165,"2"0"-2627,7 0-505,0 0 6,-1-15-55,44 11 2,-13-4 0,4 0 119,21 5 1,4 4-599,-11-2 0,0-1 593,9 0 0,-1 1 5,-16 0 0,-2 1-37,8-2 0,-4 2 417,7 6-269,-22 0 14,-46 13-167,-11 0 0,-6 0 10,-3 2 0,-4 1-595,6-2 0,-3 0 0,3-1 598,-4 1 1,3-1 68,-4 2 0,3 0 807,-5 6-748,5 4 2,22-15 50,27-5-176,41-21 221,-5 1-133,-1-3 0,4-4 57,-2-2 0,0-2 102,3-6 1,0-3-18,-4 0 0,-6-4 728,-11-6 0,-9-1-695,-6-8-1582,-18 12 1,-6 3 990,-5 7 306,-7 2 0,-4 3 5,-8 4-346,-1 0-16,12 11 77,16 5 181,3 3 750,1 6-236,3 9-22,11 25-397,-1-8-144,6-3 0,2 1 1405,-2-4 1,1 1-1810,6 23 0,-2 4-1086,-6-4 1,-6 3 1550,-7-6 1,-4 2 0,-1-6-1,0-8 1,-1-4 0,-8-2 0,1 1-1</inkml:trace>
  <inkml:trace contextRef="#ctx0" brushRef="#br0" timeOffset="31603">8970 3865 17518,'0'-5'3887,"0"0"-2240,0 5-1389,4-57-141,-3 42-66,2-43 88,-3 58-875,0 0-267,0 3-4005,-1 3 4236,1 2 0,-1-2 0,0-1 0</inkml:trace>
  <inkml:trace contextRef="#ctx0" brushRef="#br0" timeOffset="32388">9047 3806 16225,'-4'0'4991,"0"1"-1610,4-1-3082,0-34-213,0 22 162,0-26-4,0 33 81,0 2 78,0 2-308,-4 1 455,-6 4 271,-13 4 117,-11 7 69,-9 5-93,-3 3-190,5-1 33,10-1-70,12-4-615,8-4-195,8-1-374,1-4-27,7 1-464,7-3 261,12 1-108,13 0 45,7-2 93,3-1 109,-6-1 286,-9 1 3,-15 1 440,-7 1-254,-9 6 120,-9 3 92,-7 10 16,-15 7-18,-12 5-35,12-13 1,0 0 19,-12 9-23,16-12 1,3-1 78,4 3-26,6 6-115,11-12-61,25 2-73,-3-13 46,29 0 19,-8-5 11,16-1 20,-19 1 26,-9 2 44,-21 0-5,-9 5 59,-24 14-23,1-4 1,-5 3-11,-14 11 0,-2 2-350,2-1 1,0 0 316,2-1 0,4 0-223,-3 12-1,29-4 61,14-18-162,29 0-687,9-17-171,4-2-3002,-10-2 1,1-3 4107,14-2 1,-15 3 0,-23 0 0</inkml:trace>
  <inkml:trace contextRef="#ctx0" brushRef="#br0" timeOffset="33203">9723 5058 24049,'-16'-56'218,"0"24"-94,6 69-12,-2 14-62,1 6-33,4 1-12,7-14 7,19 8-1,-4-29 56,31 11 45,-17-27 56,15-8-11,-10-15 11,0-11-5,-4-8-6,-5-1 50,-8 3 45,-7 8-73,-6 10-145,-5 9-6,-11 16-12,-2 7-21,-9 15-1,6 6 6,7-7-17,11 18 12,12-18 16,14 10-5,14-19 10,11-10 12,5-11 12,-1-15-12,-14-1 39,-16-6 0,-2-4 56,3-16-64,-10 9 0,-1-1 58,-1-25 12,-8 0-11,-6 4-17,-6 8-45,-4 11-51,-3 11-33,1 11-134,3 8-415,2 9-1647,2 10 2224,2 14 0,1-10 0,2 2 0</inkml:trace>
  <inkml:trace contextRef="#ctx0" brushRef="#br0" timeOffset="37261">9816 6792 14040,'9'-5'4503,"-2"2"-2811,-7 3-668,0 0-424,-32-76 67,11 40-326,-1-11 1,-4 1 347,-10 18-426,0 13-168,-1 9 62,-9 19-34,-2 12-81,17-6 0,-1 4-253,-1 3 1,2 3 216,1 2 0,2 1-4,3 0 1,4 2-3,5-4 0,3 1-17,-1 22-5,21-12 22,11-13 62,27-18-29,-9-12 6,3-14 1,-1-5-7,0-7-226,-1-2 1,0-5 245,-13 7 1,-3-4-358,11-20 1,-2-5 336,-6 4 1,-2-1-6,-7 11 0,0-1 0,-2 2-3,-1 0 1,-2 1 55,-1-3 1,-1 2-5,0-11 226,-3-2-68,-5 22-179,-2 16 310,-1 11-405,-1 11-2044,-2 27 2083,1-4 0,0 3 0,1 4-263,-2 25 243,2-7 1,2 4-63,0-6 1,1-1 0,1 1 0,3 0-306,6 6 0,3-6 51,6-1-165,6-4 0,4-4 38,7-17 345,7 4 6,-5-30 123,-7-16 152,14-25 66,-9-2-61,-18 16 0,-2 0 3216,-1-7-2673,-7-7 314,-8 21-846,-2-3 160,-6 13-188,-3 7-134,0 1-11,-3 9-12,7 5 17,1 8-33,8 11 22,11-6 0,2-1-11,13-10 16,1-10 57,19-11-12,-4-11-22,-2-6 33,-18 1 1,-3-2-22,-2-3 4,-2 0 1,-3 0 78,-4-8 113,-1-13-147,-8 19 152,-13-3-191,2 23 29,-15-1-40,-7 18-5,-5 8-23,-9 16-28,11 12 6,10-4 5,7 16-5,13-7 5,6-10 1,3 2-29,14 20 17,-4-25 1,7-4-7,14-7 1,4-5 22,11 2 11,-7-11 0,2-9 6,-10-10 0,-2-6-258,2 0 0,-1-3 255,4-8 0,-4-3 8,-7 1 1,-4 0-1,9-20 3,-16 17 0,-3-1 40,2-29 120,-3 5 22,-12 3 23,-7 27-23,-4 10-101,2 8-89,4 5 476,5 5-498,0 7 119,3 2-103,5 18-16,12 22-6,4 8-254,-7-20 0,0 1 223,0-3 0,-1 1-138,0 0 1,-2 1-252,4 22 431,-25-11 0,-4-5 0,5-13 0,-21 23 0</inkml:trace>
  <inkml:trace contextRef="#ctx0" brushRef="#br0" timeOffset="38192">11181 6921 21471,'7'5'3723,"-1"-1"-3014,-6-4 378,0 0-667,56-83-1343,-25 33 1023,-7 11 0,4-5 0,-5 2 10,-5 3 0,-5 1-107,0-6 0,-3-1 17,-2-2 1,-3-2-12,-1-1 0,-2 0-25,-1 2 0,-1 1 56,-4 1 0,-1 4-164,-2-12 350,-9 11-410,6 35 9,-1 5 144,-2 20 12,-3 20 0,6-7 0,0 4-478,0 7 0,0 2 485,1 8 1,1 2-9,1 3 1,2 1 13,1 2 1,2 0-54,5 0 0,5-2-81,2-4 0,6-2-115,8-4 0,2-5 59,-4-11 0,4-3-908,14 3 1,1-7-2773,8-5 3876,-16-12 0,-2-3 0,-8-5 0,-10-9 0</inkml:trace>
  <inkml:trace contextRef="#ctx0" brushRef="#br0" timeOffset="38357">11100 6675 25640,'43'-40'22,"-1"-1"1,1 5-1,4 8-487,7 22 0,2 7-4419,-9 0 1,0 1 4883,1-1 0,-4 2 0,-2 2 0,-21-2 0</inkml:trace>
  <inkml:trace contextRef="#ctx0" brushRef="#br0" timeOffset="39216">8990 7897 21769,'-4'-3'2844,"1"2"-7231,3 1 4635,-36-32 796,43 14-782,-16-28-483,56 24 381,7 2 514,-5 6-478,-13 7-6,-16 8-354,-19 12 3650,-24 14-3517,-22 15-1451,3-9 0,-3 1 1560,3-3 1,1-1-2,-1 0 0,1 0-84,5-3 0,3-2 314,-10 11-30,0 5 27,19-6-281,21-12-216,11-7 3010,22-8-3293,-3-5 274,8-2 1,4 0-275,15-2 242,-11 1 0,-2 0-246,4 0 588,-13 1-343,-23 4 297,-6 3-6,-6 1 112,-31 31-135,8-15-30,3-2 0,1 1-37,2 1 12,10-1 22,9-2 11,11 2 6,9-2 0,11 1 22,7 1-22,6 0-56,7 4 22,-12 0 11,-10-3-3319,-27 2 3337,-10-12-476,-45 11 234,19-14-1954,-16-3 0,-2-1 2184,-4-3 0,23-3 0,3-1 0,6-1 0</inkml:trace>
  <inkml:trace contextRef="#ctx0" brushRef="#br0" timeOffset="40554">10615 5099 22160,'-6'12'2296,"1"0"-1928,4 0-237,0 1-14,1 0-8,2 0 112,6 0-107,4-4-113,0-2 310,10-7-180,-9-2 171,15-8 7,-6-7 34,7-9-31,-6 2 5,2-21-237,-16 9-93,0-16-90,-14 11 4,-5 8-57,-5 9-60,-1 10-14,-1 8 241,-5 14 45,-4 18-50,1 11-23,2 15 6,14 2 11,9 1-12,12 0-1690,2-26 1,2-1 1701,10 9 18,21 2-64,-6-27 54,-7-9 1,1-2 36,14-5-3,-14-4 0,-2-4-9,4-14 3,-12 4 1,-2-5 44,-4-7 0,-2 0-26,6-18 52,-11-7-7,-12 37-5,-3 2 3275,-1 10-3342,-2 6 74,1 7-107,-2 10-3410,-1 21 3415,1-6-44,1 25-152,13 2 39,2-9-129,2-12 1,4-1-830,12 9-1041,10 3-5159,2-13 6747,-7-14 1,-13-11 0,-8-6 0</inkml:trace>
  <inkml:trace contextRef="#ctx0" brushRef="#br0" timeOffset="40750">11396 4742 21237,'-49'-19'289,"0"0"0,6 1 1,7 7-385,10 12 335,15 14-934,18 7 339,6 5-1644,24 9-3697,10-1 5696,-20-15 0,-1-1 0,12 6 0,-16-11 0</inkml:trace>
  <inkml:trace contextRef="#ctx0" brushRef="#br0" timeOffset="41423">11829 4969 17031,'8'-10'6217,"-1"3"-5808,-7 7 285,0 0-610,-62-45 0,31 36-76,-9-11 1,1 7-9,15 25-5,-11 34 5,18-16-9,0 8 1,0 4-15,4 7 26,4-14 0,3 0 25,12 19 11,0-24 370,14-4-28,-4-28-61,10-9 16,-1-12-140,-4 1 173,-1-10 68,-7-1-247,-2-4-78,0-6-5,-3 9-3432,0 3 3353,-1 10 56,-2 3-67,-2 12-28,-2 0-34,-1 5 0,0 1 6,1 7 3408,1 3-3385,0 3 21,1 2 1,-2-9 16,0-1-11,-1-5 1,1 0-18,0-2 12,0 0 33,3-5-22,-3 3 50,2-5-22,-3 4 11,1-2-28,-1 3 44,-1 0-21,0 1-18,-1 0 1,1 2-62,0 0 34,1 9-12,0 7 6,2 6-11,3 37 5,1-1-5,-2-12 0,1 2-6,-2-1 0,0-1-365,0 1 1,-1 1 232,0 0 1,-1-1-101,0-1 0,-2-3-109,-4 20-1071,-4-27 1,-5-4 1428,-16 0 0,5-1 0,5-20 0</inkml:trace>
  <inkml:trace contextRef="#ctx0" brushRef="#br0" timeOffset="42159">11983 4468 25898,'-1'-35'117,"7"27"-89,6 34 0,1 17-6,1-2 1,-1 1-792,0 4 0,-2 1 797,-3 1 0,-1 0-3,-2-1 0,-3 0 0,-1-2 0,-2-1 91,-1-4 1,-1-2-50,-4 24-33,0-20 466,-2-9-366,6-22 51,0 0 426,3-19 304,3-7-831,3-16 254,7-10-293,9-9-703,8-5 666,-11 27 1,2 1-1,2 2 0,2 0-5,0 4 0,0 3-9,21-9 1,-7 14 10,-8 17-5,-3 14-5,-2 17 685,1 11-674,-1 5 0,5-3-284,2-4 278,8-11-17,7-13 17,5-14 22,1-19 6,-2-16-207,-28 8 1,-2-5 198,-1-4 0,-3-2-9,-3-6 0,-4-3-6,-2-4 1,-4-2-326,-5-3 1,-4 0 335,-3-1 1,-4 2 0,-3 4 0,-4 3 14,0 6 0,-2 3 58,-19-12 228,8 18-272,10 16-34,9 12-11,7 5 17,2 36-11,2 7-47,1-9 0,2 2 38,1 1 1,1 1-7,2 3 1,2 1-15,1 2 1,3 0-121,2-1 0,1 0 25,2-2 1,2-2-32,1-5 1,0-3-99,0-6 1,-1-3-706,15 10-919,-7-19-2509,-8-17 4380,-6-10 0,-6 1 0,-5 0 0</inkml:trace>
  <inkml:trace contextRef="#ctx0" brushRef="#br0" timeOffset="42351">12645 4852 25942,'-7'-46'218,"0"1"1,6 2 0,10 9-130,21 21 1,8 7-514,1-3 0,-1 1 455,0 1 0,1 0-51,2 2 1,-2 1-121,10-2-804,1 5 944,-36 9 0,-2-5 0,-9 4 0</inkml:trace>
  <inkml:trace contextRef="#ctx0" brushRef="#br0" timeOffset="44410">13680 4601 23584,'11'-35'-181,"1"0"0,27-5 0,12 9-68,-1 20 0,6 5-964,-4-2 0,4 1 0,-2 1 914,-8 2 0,-1 2 1,-2 2-534,13 3 1,-5 3-59,-13 1 0,-7 5-1877,-7 21 1489,-49 8 931,-15-6 420,4-15 0,-9 0 0,1-2-446,-9 3 0,-1-1 737,2-1 0,-3 1 0,2-1 274,11-5 1,1-1 0,2 0 1175,-12 3 0,4-2-641,10-3 1,5-2 461,-7 1-1044,25-10-440,28-10-56,25-8-73,-6 6 1,3 0-456,10-1 1,2 1 370,6 0 1,1 1-219,2 1 0,0 0-771,1 1 1,-1 0-3866,-1 1 1,-4 1 4265,-12 1 1,-5 1 0,14-1-1,-35 4 1</inkml:trace>
  <inkml:trace contextRef="#ctx0" brushRef="#br0" timeOffset="44611">14934 4094 21506,'3'-7'3064,"-1"2"-1725,-2 5-908,0 0-425,20-20-23,-15 49-84,17 3-165,-17 11 0,-4 8-1131,4 3 0,1 1 1397,0-12 0,0 1 0,-1-5 0,1-2 0,-1-4 0,-1-1 0,1-1 0</inkml:trace>
  <inkml:trace contextRef="#ctx0" brushRef="#br0" timeOffset="45301">12448 6597 23276,'22'-27'-832,"1"0"0,15-15 56,15 35 1,9 8-1279,-10-2 1,3 1-12,-5 0 0,3 2 1,-2 0-591,6 3 0,-3 2 2439,-6-1 1,-7 3-591,-9 12 1,-25-12-1,-5 0 1</inkml:trace>
  <inkml:trace contextRef="#ctx0" brushRef="#br0" timeOffset="45434">12779 6725 3932,'-45'16'2457,"0"0"1,-1-1-1,-13 5 1,6-3 1532,-3-2-3447,27-8 1424,18-6-1799,39-11 706,0 1-1056,27-8 0,7-2 1105,-26 9 0,3 0-2234,8-2 1,9-1-1,1 0 1,-6 2 902,10-2 1,-4 2 0,-12 1 0,2 1-1,-7 1 1,12-2 0</inkml:trace>
  <inkml:trace contextRef="#ctx0" brushRef="#br0" timeOffset="46094">14606 6294 19266,'3'-1'3243,"0"1"-1468,-3 0-1590,2-23-90,-7 15-44,-5-19-23,-14 21-28,-16 0-12,-11 2 34,8 2 1,-1 1-6,11 0 0,1 0 11,-9 0 0,3 1 50,-3 2-16,9 1-23,9 4 39,3 8-44,8 0 33,1 10 23,6 1 44,0 7 12,-3 6-11,-2 5-46,-1 3-77,1-12 139,-3 12-6,6-23-72,-1 4 84,5-13 0,1-10 123,2 0 45,0-4-118,4-6-123,5-5-39,5-8 5,8-7 6,4-1-56,-1 5 34,23-3-23,-7 14-9,-10 4 1,2 1 14,10 6-9,-7 6 1,0 3-20,14 12-347,-13-4 0,-1 1 342,8 10-1,-14-5 0,-3 1-143,2 14-19,-12-12 0,-5 2-1367,-28 22 1546,-9-23 0,-5-2 0,-6 4 0,-10-4 0</inkml:trace>
  <inkml:trace contextRef="#ctx0" brushRef="#br0" timeOffset="62095">4247 11045 14574,'3'-53'1348,"0"0"1,0 0 0,-1 5-1,0 2 1,1 6-374,4-11 392,-3 14-880,-2 15-139,-2 11-315,0 9 103,0 15-108,0 19-16,-4 27-351,0-18 0,0 3 196,-3 8 1,-1 4-1088,0 5 1,1 1 829,0-12 0,3 0-1316,1-1 0,3 2 0,1-5-2643,3-2 1,3-3 4358,0 13 0,1-4 0,5-11 0,-4-22 0</inkml:trace>
  <inkml:trace contextRef="#ctx0" brushRef="#br0" timeOffset="62520">4428 10454 14896,'-29'-44'901,"-1"1"1,1-1 0,2 6 0,-2 2 0,0 7-614,-4 10 0,-2 7-47,-3 8 0,0 5-140,6 2 0,0 5-927,-21 20 0,-1 9 963,14-1 0,1 5-70,1 0 0,-1 4 1,2 2-42,5 0 0,3 2 0,2 1-15,0 6 0,2 2 1,2-1-365,4-11 1,2 0-1,3 3 330,2 5 1,2 6 0,2-1 0,2-6-4,2 3 1,5 1-23,4-5 1,3 7-1,4-1 1,4-9-12,15-1 0,8-7 112,-4-3 1,6 0 0,6-8-157,3-12 1,7-8 0,3-4-1,-3-2 38,-8-1 1,-1-3 0,1-2 0,2-1-232,2-2 0,3-1 0,2-2 0,-2-2 0,-3-2 305,2-4 1,-3-2 0,-1-2 0,-1-2 18,0-1 0,-1-2 0,0-2 0,-2-1 32,-3-1 0,0-1 1,-3-1-1,-2-3-40,-3 1 1,-3-2 0,-1-1 0,-4-2 72,4-11 1,-3-3-1,-6 0-30,-5-1 1,-5-1-1,-6-1 81,-5 1 1,-5 0 0,-4 0-129,-6-1 1,-3 1 0,-3 3-15,3 9 0,-2 3 0,-5 0-128,-13-10 1,-8-1-1,1 8 137,-4 5 1,-2 5-50,3 4 1,-3-1 0,2 6 166,-9 7 0,1 6-1082,5 6 1,1 5 1203,3 6 1,5 2 0,-5 1 0,14 7 0</inkml:trace>
  <inkml:trace contextRef="#ctx0" brushRef="#br0" timeOffset="63304">5604 11108 18141,'-55'7'1128,"1"-1"0,-1 0 1,7 0-1,1-1 1,3 1-361,0 2 0,5-1-12,-5 1-178,8 1 200,46-8-344,26-5-294,-2 0 0,6-1-770,15-3 0,4-1 666,-11 1 0,2-1 0,1 0-24,5 0 0,2-1 0,0 1-15,3-2 1,0 1 0,1-1-16,0 1 0,1 0 0,-1 0-62,0 0 0,0 0 0,0 1-642,-2 0 0,0 0 1,-1 1 244,-1 0 1,-1 0-1,-1 1-823,-2 0 0,-1 1 1,0 0 975,0 0 0,0 1 0,-6 1 0,-4 0 0,-4 0 0,-7 2 0,1 0 1</inkml:trace>
  <inkml:trace contextRef="#ctx0" brushRef="#br0" timeOffset="63780">7480 10875 22190,'2'-52'196,"1"1"0,1 3 0,9 10-107,34 15-2888,-11 14 0,0 3 2804,15 1 6,12 7 894,-7 25-933,-17 7 406,-14-6 0,-4 4-367,-12 1 0,-7 2-11,-6 5 0,-7 0 0,-4 4 0,-4 0 8,-7 1 1,-2-1-260,-2-1 1,-2-2 272,2-3 1,0-2 16,4-6 0,1-2 2860,-11 17-2865,14-14 646,18-6-607,15-12 227,19-2-373,19-13-34,-17-2 1,3-2-127,8-4 0,2-1-56,6-5 1,0-2-194,4-4 1,0-2-37,-17 6 1,0-2 0,-1-1-719,1-2 1,-1-2 0,-1 1 279,6-6 1,-1-4-2238,-3-1 1,1-6 0,-4 4 2805,-3 1 1,-4 1 0,7-6 0,-5 3 0,-7 7 0</inkml:trace>
  <inkml:trace contextRef="#ctx0" brushRef="#br0" timeOffset="64132">8562 10275 7723,'-52'-17'1504,"0"1"0,-1-1 1,-1 3-1,-2 2 1,1 3-983,1 5 1,1 4 0,-2 2-1063,-3 2 0,-1 2 1,0 3 750,-2 3 0,-1 2 0,2 4-96,1 2 1,0 2 0,2 4-42,1 2 1,1 3 0,3 2 14,4 2 1,1 2 0,3 2 16,4 2 0,2 2 1,3 1 129,4 1 1,4 1 0,3 4-208,7-6 1,3 5-1,3-1 1,0-3-87,2-1 1,1-3 0,4 3 13,1 15 0,4 3 0,11-3-112,13-5 0,10-2 0,2-3 47,-3-6 0,2-1 0,5-3-287,2-3 0,4 1 1,2-4-1,1-7 335,8-5 0,2-8 1,0-3 52,-12-3 0,0-3 0,0-1 0,1-2 27,-1-2 1,1-2-1,0-2 1,-1-2 7,14-4 0,0-3 0,-3-3 16,-2-3 1,-1-3 0,-2-3 28,-5-1 0,0-2 0,-3-3 3,-4 0 1,-1-3-1,-3-1-11,-4-2 1,-1-2-1,-3-2-160,-3-1 0,-3-2 0,-2-1 173,-2-1 0,-4-1 1,-1 0 3,-4 0 0,-2 0 0,-2 1 30,-2 2 1,-2 1 0,-4 2-24,-6-16 1,-7 4 418,-5 7 1,-7 4-562,-8 7 0,-6 6-149,-4 5 0,-4 6-397,-3 5 0,-2 6 599,-5 6 0,4 3 0,-7 1 0,10 7 0</inkml:trace>
  <inkml:trace contextRef="#ctx0" brushRef="#br0" timeOffset="64688">9018 11134 20117,'-23'5'1419,"28"-4"-1295,26-3 0,13-4-52,8-1 0,2 0-1860,-7 0 0,3 0 1802,8-2 1,6-1 0,-3 1-22,-14 1 0,-2 1 0,3-1-44,1 0 0,4-1 0,1 0 0,-3 1-130,5-2 1,-2 0 0,0 1-364,-2-1 0,-1 1 1,0 0-1613,-3 0 0,-1 0 0,-2 1 1801,13-3 0,-5 1 0,-19 4 0,-4 0 0,3 0 0</inkml:trace>
  <inkml:trace contextRef="#ctx0" brushRef="#br0" timeOffset="65238">10952 10741 22184,'-21'-25'238,"0"0"0,-2-23-137,53 30-20,1 3 0,1 1-36,17-5-230,-8 6 0,0 2 218,20 2-1629,-12 5 1,0 2 1589,-16 2 0,0 1-19,19 8 0,-3 2-8,-11 5-79,0 15 0,-5 6 95,-16-6 11,-6 12 1,-6 2 83,-23-5 204,-4 10-36,-13-13 3320,14-17-2653,-34 11-684,32-20 359,-23 5-313,34-18-174,-1 0 67,8-6-56,2 1-67,2-1-84,3-1 44,2 5-38,13 0-3404,19 9 3431,-4 1-10,22 15-40,-7 13-51,-3 8-118,-6 3 130,-18 5 6,-17-6 63,-14 9 23,-7-25 0,-6-3-47,-4-6 1,-2-3 9,-1-1 0,-3-3-259,-7-5 0,-1-4-632,4-1 1,-1-2-957,-10-1 1,0-4 1906,-1-3 0,5-2 0,-8-1 0,14-4 0</inkml:trace>
  <inkml:trace contextRef="#ctx0" brushRef="#br0" timeOffset="65638">11271 10156 15325,'-1'-7'4549,"0"1"-4361,-30-16 1,-12 0-1464,-10 13 1459,15-3 1,-6-1 0,1 7 226,-17 23 1,3 10-213,15-9 0,-1 5-89,6 2 0,-3 6 0,0 2 0,7-4-13,-1 4 0,3 3-24,3-3 0,-3 5 0,0 3 0,6 0-775,1 12 0,6 3 1,2 1 713,0 2 1,1 0 0,4 3-24,6-10 0,2 3 1,3-1-1,4-3-253,7 6 0,6-2 0,3-4 137,-3-10 0,2-2 0,4-1-272,9 3 0,6-2 1,2-3 261,-3-9 1,1-3 0,5 0-58,6 0 0,6 0 1,2-1-1,-2-3-148,-3-4 1,-1-2 0,0-1-1,3-2 313,-4-2 0,1 0 0,2-2 0,-1-1 0,-2-4 43,4-3 1,0-3 0,-2-2 0,-3-1 221,5-1 1,-2-1-1,-1-4-104,4-7 0,-1-4 1,-3-6 96,-7-4 0,-5-4 0,-1-3-250,1-1 1,-3-3 0,-2-3 76,-8 5 0,-1-2 0,-4-1 0,-3-1-8,-2-11 1,-5 0-1,-3 2-65,-2 9 0,-1 1 0,-4 0 54,-4-9 0,-4-1 1,-7 2 16,-9 6 0,-6 2 0,-3 2-36,-3-1 1,-3 1 0,-5 4-35,3 8 1,-4 2 0,-2 2 0,0 4 39,1 6 1,0 4-1,-1 2 1,-1 1-311,-1 1 0,-1 3 0,0 0 1,2 2-174,-4-2 1,2 2 0,-1 3 476,-11 4 1,-1 4 0,10-1-1,-7-1 1,19 4 0,0 0-1</inkml:trace>
  <inkml:trace contextRef="#ctx0" brushRef="#br0" timeOffset="66696">11225 12273 17616,'1'-58'1164,"0"1"0,0-1 0,0 7 0,0 2 0,-1 7-441,-2-12 189,-2 18-481,-1 13-104,1 12-248,1 7-5,0 9-63,3 4 56,-2 39-50,0 11-480,2-22 0,0 2 471,-1 12 0,0 3-46,1-11 1,0 2 0,-1 0-88,1 4 0,-1 1 0,0 1-808,-1 10 0,0 1 1,-1 0-185,0-8 1,0-2-1,0 0-2160,-1-1 0,0-1 0,0-4 2133,0 7 1,0-6 0,-2 13 0,5-45-1</inkml:trace>
  <inkml:trace contextRef="#ctx0" brushRef="#br0" timeOffset="67312">11175 13525 23209,'-21'49'1,"0"-1"1,0 1 0,0 0 0,-4 10 0,1-1 0,9-7-5,9-7 1,7-5 18,3-4 1,3-3 56,13 18 302,16-15-145,-9-18 201,15-14-145,-10-18-57,14-11-16,2-11 67,-1-1 40,-7 3 16,-11 9-107,-12 11-195,-11 8-34,-4 8 11,-6 12-5,-3 11 11,-4 14-40,-2 10-10,4-7-124,4-3 0,1 0-61,2 5-737,2 9 0,4 1-624,13 8 265,-3-19 1,3-3-3205,24 5-2630,7-21 6380,-5-21 0,-16-4 0,-11-5 0</inkml:trace>
  <inkml:trace contextRef="#ctx0" brushRef="#br0" timeOffset="67671">11856 13773 331,'-14'-56'2212,"0"0"1,-1 1-1,2-3 1,-6 4-1453,-9 4 0,-8 0 0,2 8-447,6 16 1,-2 4 337,-9-4 0,-6 0 1,1 6-308,-8 7 0,-2 7-191,8 2 1,-3 3-1,1 2-58,-3 3 0,1 4 1,-1 4 90,0 2 1,1 4-1,0 3-140,1 4 1,1 4 0,1 2-27,1 5 1,3 4 0,1 2-12,3 5 0,3 3 1,3 2 125,10-10 1,2 2-1,2 1 1,2 0-146,3 2 0,1 1 0,3 0 1,3 1-7,3 1 1,3 1-1,2 0 1,4-1-4,1 1 1,4 0 0,2 0 0,3-2-26,2 0 1,4 0 0,3-2 0,2-2-26,2-1 0,2-2 1,3-2-1,2-2-4,2-4 0,3-1 1,2-4-1,1-2 15,3-4 1,1-2-1,3-4 1,-1-2 155,3-3 1,1-2 0,1-4 0,0-3-73,0-2 1,1-4-1,0-3 1,-1-2 37,-2-2 1,0-2 0,-1-3-1,-1-2 32,-3-3 1,0-2 0,-3-2 0,-1-2 12,-3-2 0,-2-1 0,-2-2 1,-2-2-132,7-12 1,-4-3 0,-4-2 92,-4-2 0,-6-3 0,-3-1-38,-5-2 1,-4-2 0,-5 0-23,-4-2 0,-5 0 0,-5 0-15,-3 1 0,-5 1 1,-6 2-44,-4 4 0,-6 3 1,-4 4-98,-7 5 0,-4 5 1,-5 5-205,9 12 1,-3 3 0,-1 3-1,-3 4 348,-8 1 0,-3 5 0,0 2 0,6 1 0,8-1 0,3 2 0,2 0 0,-21 6 0,1 0 0</inkml:trace>
  <inkml:trace contextRef="#ctx0" brushRef="#br0" timeOffset="68787">4150 11774 18828,'3'-55'1415,"0"0"1,-1 7 0,0 11-1282,2 20-95,-3 15 129,3 34-106,-2 19-48,-1-7 0,1 6-838,-3 8 1,-1 5 821,-1-12 0,-1 2 0,0-1-359,0-7 1,0 0 0,-2 4 362,-1 1 0,-1 5 1,0 2-1,-1-2 1,1-4-671,0 1 1,1-5 0,-2 8 647,1-1 1,-1 9-1,0 4 1,0 1-1,0-3 1,2-5-529,1 1 0,2-5 0,0 0 0,0 4 372,0-6 1,0 3-1,0 2 1,1 0-1,0-2 1,1-5-182,1 3 1,1-4 0,1-1 0,0 2 356,1 0 0,1 4 0,0-1 0,0-4 0,0-7 0,0 2 0,1-3 0,-1 0 0,1-1 0,-1 1 0</inkml:trace>
  <inkml:trace contextRef="#ctx0" brushRef="#br0" timeOffset="69632">4318 15104 19501,'3'-44'580,"0"0"1,1 4 0,-5 9-363,-5 20-117,-5 3-28,-6 4-51,-1 2-5,-25 2-6,15 3 17,-11 2 0,-4 2-17,-17 7-3,24-6 1,-1 1-231,-5 2 1,2 0 316,-9 1-42,16-3 1,2 0 131,-5-2-5,12-1-35,11-4-61,8 0-84,3-2 0,2 0 583,4 5-477,2 4-33,3 4 190,5 27-128,-5-1-91,-3-9 1,0 3 11,1 25-28,-2 0 6,-3-2 16,-3-5-5,-2-14 112,-11 9 5,1-24 186,-3 6 4,6-20-150,5-13-84,2-11-51,1-14-39,0 1 46,22-5 1,14-7 0,-4 8-613,8-1 530,-6 4 1,7-5-1,-7 17-3,3 33-34,-4 15-27,-8 15-52,-10 12-317,-14-24 1,-4 2 221,-5 3 1,-6 1-1885,-15 10 1,-4-2 1810,9-14 1,-1-2-597,-16 10 0,-3-5-1176,17-18 0,-1-3 2064,-8 0 0,2-2 0,-5 1 0,11-11 0</inkml:trace>
  <inkml:trace contextRef="#ctx0" brushRef="#br0" timeOffset="70063">3835 14518 21226,'-42'-9'168,"0"1"0,-1-1 0,-19 2 0,3 12-84,13 23 0,3 11-893,12-11 1,-1 3-1,1 2 831,-1 5 1,0 1-1,1 3-541,0 5 0,1 3 0,2 2 509,1 4 1,2 3 0,4 1-2,6-12 0,1 1 0,3 0 0,1 1-18,2-1 1,1 1 0,3 0 0,3-1-21,3 13 1,5-2-1,4-2-43,4-5 0,4-3 0,5-4 50,5-6 1,4-3 0,4-4 2,4-3 0,5-4 0,1-4-505,7-3 1,2-4-1,2-2 510,-11-5 1,2-2-1,1-1 1,0-3 38,3-2 1,1-2 0,0-2-1,0-2 21,2-2 1,0-2 0,-1-2 0,0-2 22,0-3 0,-1-2 0,-1-2 0,-1-2 32,-3-2 0,0-2 0,-1-2 0,-3-2 4,-2 0 1,-2-3 0,-2-2 0,-2-1-14,-3-2 1,-2-1 0,-3-2 0,-1-1-13,-3-1 0,-2-1 0,-2-1 1,-3-1-12,-1 0 0,-3 0 0,-2-1 0,-3-2-259,-2-7 1,-5-2-1,-1 1 1,-2 4 225,0 2 1,-2 4 0,-6-1 13,-7-12 0,-7-2 0,-7 12 316,-11 12 0,-13 11-344,2 12 1,-11 5 0,-1 2 0,5 2-29,6 1 0,4 3 0,-3 3-41,-3 2 0,-4 4 1,1 2-1,6 2-157,7 3 0,5 2 0,1 2-3053,-7 6 0,1 3 0,2-2 2931,-10 4 0,4-1 1,4 3-1,11-4 1,22-16-1</inkml:trace>
  <inkml:trace contextRef="#ctx0" brushRef="#br0" timeOffset="70490">4815 15458 20158,'49'-9'-87,"1"0"1,-1 1-1,1-1 1,1 0 0,1 0-1,-1 1 1,0 0-1432,9 0 0,-1 0 0,4 0 1518,-11 1 0,4 0 0,2-1 0,-4 0 0,-5 1 0,-2 1 0,-5 0 0,1 1 0,11-3 0,0 0 0,-1 0 0</inkml:trace>
  <inkml:trace contextRef="#ctx0" brushRef="#br0" timeOffset="71337">7828 14747 22066,'-11'-40'199,"1"1"0,-20-13-204,-1 65 16,-6 15 0,-2 7 0,8-3 0,-1 3-641,2-1 1,-3 3 0,3 0 615,-6 14 0,3 0-513,5 0 1,3 1 492,7-3 0,3-3 17,5-10 1,4-1 286,6 1 1,6-1-293,28 18 33,-13-28 0,3-2-137,9-2 1,3-4 175,-4-9 0,0-3 113,29-6 61,-12-12 902,-16-11-823,-16-7 1228,-16-5-1385,-16-1-85,-5 10-10,-35 0-51,5 18-410,10 6 0,-1 3 405,-15 8-9,14 5 0,2 4-18,-6 14-116,16-9 0,3 3-513,4 20-544,20 0 152,12-11-3644,17-12 1,6-5 4696,18-1 0,6 2 0,-27-14 0</inkml:trace>
  <inkml:trace contextRef="#ctx0" brushRef="#br0" timeOffset="71737">8246 14288 16611,'-46'-19'880,"-1"0"1,1 0-1,-2 4 1,-2 2-1,3 3-740,-7 3 0,-2 7-915,11 5 0,-3 4 0,-1 2 0,3 1 834,0 2 1,2 3 0,-3 2-461,-2 2 1,-4 2 0,0 1 0,5 0 414,3-1 1,4 1 0,-1 5 17,-3 7 1,-3 5-1,2 3 1,4-1-17,2 3 1,3 1 0,0 3-22,7-9 1,-3 3-1,1 2 1,1 1 0,4-1-13,1 4 0,3 1 0,4 0 1,1 1-3,2-2 1,1 1 0,4 0 0,3-1-22,2 12 1,6 0 0,6-2 5,7-5 0,5-3 1,7-3-39,8-5 0,7-4 0,4-5 41,-4-10 0,3-2 0,3-3 1,1-3 9,5 0 0,3-4 0,2-1 0,1-2-257,-8-3 0,2-1 1,0-2-1,1-1 0,0-1 281,3-2 1,0 0-1,1-3 1,0 0-1,1-2-88,0 0 1,1-2 0,0-1 0,0-1 0,0-2 113,-1-2 0,0 0 0,0-3 0,-1 0 1,-1-3 29,-2 0 0,0-1 1,-1-2-1,-1-1 0,-2-1 20,-4-1 1,0-1 0,-2-1 0,-2-1 0,-1-2 22,3-6 0,-1-2 0,-3-2 1,-4-1 20,-6 2 0,-3-3 0,-3 0 0,-3-1-90,1-13 1,-6-2-1,-5 0 33,-7 0 1,-6-2 0,-4 2-105,-6-2 1,-4 2 0,-7 1-62,-6 1 0,-7 2 0,0 4 142,4 9 0,0 3 0,-8 3-368,-7 4 0,-9 3 0,-3 3 0,3 5-457,-2 4 1,1 5-1,-5 1 782,8 1 0,-6 1 0,0 0 0,2 2 0,7 1 0,4 2 0,4 2 0,2 1 0,-18 2 0,1-1 0</inkml:trace>
  <inkml:trace contextRef="#ctx0" brushRef="#br0" timeOffset="72220">5900 15302 8959,'-4'0'7092,"1"0"-3866,3 0-2946,-48-8-123,36 6-95,-35-6-79,47 8 95,2 0 309,9 0 100,17 0-101,27-3-246,-14 1 0,4-1-895,12-2 0,3-1 792,-14 1 1,1 1-1,0-2-17,4 1 1,0-2 0,0 1-21,1 0 0,0-1 0,-1 1-69,-2-1 0,0 0 0,-1 0-243,-3 1 0,-1 0 0,0 0-3394,16-3 1,-2 1 3705,-11 2 0,-4 0 0,9-1 0,-24 3 0</inkml:trace>
  <inkml:trace contextRef="#ctx0" brushRef="#br0" timeOffset="72940">9409 15029 9688,'-54'10'1733,"0"0"1,0-1-1,14-1 1,0-1-1206,-14 3 0,-7 2 1,8-2-2578,18-3 1,5-1 2473,-20 4 1796,4 0-736,33-8-183,3 1-1050,10-2-107,12-6-50,17-3-55,29-10-24,-14 5 1,6 0 455,-9 3 1,3-1 0,2-1-466,7 0 1,2-1-1,1 0-3,-10 3 0,1-1 1,0 1-1,1-1 4,1 1 0,1-1 1,0 0-1,0 1-543,0-1 0,1 1 0,-1-1 0,-1 1 543,-2 0 1,0 0-1,-1 0 1,1 0 24,1-1 1,2 0 0,-2 0-1,-4 0 3,17-3 1,-3 0 6,-12 2 0,0 0 0,-6 1-19,19-8 32,-27 10 0,-3 0 5,8-3-44,-17 6-6,-10 5 1461,-4 1-1472,1 2 2658,1 0-2764,0 1-1905,-2-2 2011,-4 0 0,-2-1 0,-1 0 0</inkml:trace>
  <inkml:trace contextRef="#ctx0" brushRef="#br0" timeOffset="77001">4744 11470 15737,'-4'-7'291,"4"3"57,8 9-18,4 4 124,8 9-292,-5-4 191,8 12-34,-6-2 67,7 10 181,4 9-257,-7-11 1,2 2-906,-1-3 1,1 1 624,0 1 1,1-1 16,3 1 1,-1 0-190,-2-6 0,1 2 209,13 16 0,2 1-19,-5-6 0,-1 0-435,-1-2 0,0 0 434,-1-2 1,-1-2 8,-5-6 0,-1 0 11,8 7 0,-1 1-6,0 0 1,-2 1 8,0-1 0,0 1-256,-2 1 0,0 1 337,0-1 1,0 1 7,-2-1 1,1 0-54,1 1 1,-1-1-51,1-1 0,1 1-11,0-2 0,1 0-17,0-1 0,0-1 8,7 6 1,-1-2-26,-11-12 0,0-1 3,10 10 0,-2 0 404,-10-12 0,-1 0-393,7 6 1,0 2 2,0-1 0,-1-1 0,1 1 0,0 0 19,0 0 1,0 0 5,0-1 0,1 1-20,1 1 1,-2-2-17,-6-6 0,1 1 33,14 17 1,1 0-1214,-15-16 0,-2 0 1174,10 10 0,-1-1 17,12 10 299,-10-12-266,6 4 469,6 1-469,-2-5-38,-7-7-12,-8-7 254,-11-6-203,-2 3-23,-4-3 3256,-2 2-3211,-8-9 461,0 0-494,-1-2-12,0-2 0,1 1 73,4 6-78,-1-4 10,4 6 102,10 4-129,-7-6 33,16 11-22,-8-8 0,4 3 11,0-1-33,-2 1 5,-2 0 12,-2 2-7,-1 1 7,-1 2-12,-1 1-3392,0 0 3392,-4-6 23,4 5 11,-5-9-23,2 4 1,-7-10 61,-1-1-4083,-2-3 3999,-4-3 0,2 2 0,-1-3 0</inkml:trace>
  <inkml:trace contextRef="#ctx0" brushRef="#br0" timeOffset="78534">7433 14234 8936,'-6'1'2435,"1"1"877,5-2-2339,-19 14-128,14-11-491,-14 11 568,19-14-339,1 0-594,1 0 191,0 0 68,1-1 18,2-2-71,5-6-32,9-6-24,9-8-4,9-6 16,7-7 23,4-5-331,-22 18 1,1-1 251,2-1 0,1-2 17,3-3 0,3-3 0,-1 2-42,8-8 0,1 1-474,-5 2 0,2-1 0,-2 1 437,6-4 1,-1 2-6,0-2 0,1 0-359,1-1 0,-2 1 336,-8 8 1,0 0 1,1 0 1,4-2 0,-3 2 11,5-3 1,0 0-7,-2 3 0,3-3 0,-1 1-269,-8 6 1,0 1 0,-1 0 277,16-13 0,-2 1 0,-2 1 1,-2 0 5,-2 2 0,-2 0-9,-2 2 1,-1-1 2,-1 2 1,0-1 5,6-7 0,1 1-11,-7 5 0,-1 2-6,0 2 0,-2 0 17,-2 3 0,-2 3 64,4-5-53,-2 3 1,1-1 10,8-11-36,-10 11 0,0 0-9,-6 4 1,0 0 13,0 0 1,0 0 8,1 0 1,0 0-7,0 0 1,-1 2 465,1 0 1,-1 1-415,21-18 16,-4 3 11,-6 4-2120,-6 3 2103,-4 3 742,-4 1-727,-2 3 280,0 0-301,4 1-1,5-1 27,5 0 148,0-1-151,-2 1 3403,-2 0-3359,-7 1-74,-4 2-18,-6 2-47,0 2 575,12-10 47,-5 8 25,21-14 54,-3 8-20,11-5 17,-5 4-124,-4 0-49,-19 11-49,-4-1 224,-12 9-320,-1-1-149,-2-3-344,1 4 133,-1-3 149,3 1 231,0 0-88,3-4-174,0 0 235,-1 2 165,-2 3-292,-2 3-252,-2 2-1378,0 5-8453,0 4 7627,0 1 0,0-1 1,0-6-1</inkml:trace>
  <inkml:trace contextRef="#ctx0" brushRef="#br0" timeOffset="82134">8937 11074 14498,'-6'0'5315,"1"0"-1473,5 0-2940,-37-8-799,23 7 530,-33-5 204,30 10-406,4-1 231,0 0-54,11-3-67,0 2 526,1-2-698,-1 1 28,-1 0-3,-2 1-593,0 0-340,2 0-24,2-2-170,0 0-114,7 0 325,7 1-188,20 0-54,26-4 311,-20-2 1,5 0-1,1-2-2824,-1 1 0,1 0 0,-1-1 2887,1 0 0,0 0 1,-4 0-1,0 0 0,-8 2 1,-13 2-1</inkml:trace>
  <inkml:trace contextRef="#ctx0" brushRef="#br0" timeOffset="89470">16532 7492 11760,'10'0'3030,"-3"0"-957,-7 0 1047,0 0-2460,0-25-161,0 16-146,-3-20-174,-6 23-106,-8-1-45,-14 2-6,-15 2-11,8 4 0,-1 0 6,-19 1-183,15 1 0,1 0 250,-7-1 34,-4 1-6,16-3 0,14-1 90,9 0-34,7 0-118,4 1-122,3 0 521,-6 12-421,2-3 0,-5 10 12,1 5 10,2 5 17,-3 14-28,4-7 157,-4 25-44,0-16-102,3-12 0,-1 0 1,-4 18-40,2-6-33,3-7-34,3-5-45,7-7-118,4-2-201,11-5-353,8-3-683,12-6-1093,11-4 345,-18-8 0,0-1-1179,24-2 3383,-12-5 0,-4-1 0,-10 4 0,14-7 0</inkml:trace>
  <inkml:trace contextRef="#ctx0" brushRef="#br0" timeOffset="89861">16828 7651 9413,'1'-6'8413,"0"1"-4713,-1 5-3554,-22-29 111,3 30-178,-20-15 47,10 43-48,-3 18-67,12-12 23,3 17-40,14-16 191,5 4-146,9-3 269,37-3-212,-18-18-7,23-1 230,-12-25-83,-10-2 27,10-12 0,-18-2-33,-10-3 10,-8-3-21,-6 3 134,-21-13-303,8 20-3358,-23-12 3319,25 26-50,-7-3-235,13 8-746,1 0-4671,3 4 5691,4 3 0,-1-2 0,2 1 0</inkml:trace>
  <inkml:trace contextRef="#ctx0" brushRef="#br0" timeOffset="90345">17200 7500 23338,'6'-17'89,"-1"4"-61,44 11-39,-10 0 22,9 2 23,7-3-28,-33 2-1,14-1 40,-26 2-28,-5 0 78,-1 2 118,-5 6-23,-2 6 40,-4 15-191,2-8 28,0 16-22,5-7-17,6 12 6,10 14-37,-5-24 0,0 0-6,0 6 1,0-1 3,3 17-7,-9-10-49,-26-8-225,-28-1-47,16-13 0,-4-3-1684,-9-1 1,-1-3 322,12-6 0,1-1 1136,-4 0 1,3-2 0,8-2 0,1 0 0</inkml:trace>
  <inkml:trace contextRef="#ctx0" brushRef="#br0" timeOffset="91155">16237 8831 21310,'-50'-11'175,"0"-1"1,2 2-1,4 3-18,-13 9 6,5 0-56,16 1 212,1 0-67,21-3-39,-1 1-73,12-1 11,2 0-84,-1 4 157,-5 11-134,0 0 72,-9 17-44,2-1-12,-3 14-56,1 6-5,2 4-17,6 1-39,3-4 11,4-13 11,12 11-11,4-19-45,15 11-61,5-14-129,8-7 11,-4-8-577,20-7-849,-22-10 1,1-3-2541,4-1 1,1-2 4189,3-2 0,-3-2 0,2-2 0,-20 6 0</inkml:trace>
  <inkml:trace contextRef="#ctx0" brushRef="#br0" timeOffset="91370">16674 8948 24665,'-11'-40'73,"-1"19"-51,4 52-33,-1 14-118,2 9-364,2 6-527,4-27 1,0 0-1250,1 2 1,1-2 2268,2 23 0,-1-21 0,1-18 0</inkml:trace>
  <inkml:trace contextRef="#ctx0" brushRef="#br0" timeOffset="91773">17154 8918 23433,'37'-40'185,"11"7"-146,-10 27 45,14 0-17,-22 5-11,5 0-17,-7 2-16,-6 3-1,-9 0 34,2 11 6,-7 1 16,3 12-55,-6-6 77,1 22-44,-3-8-22,4 19-17,-2-15-29,0-8 1,2 1-17,2 13 0,-3-13 0,0-1-67,-4 16 0,-14-8-140,-16-7-532,-22-6-533,19-15 1,-2-2 1233,-7-1 1,2-1 0,-7 2 0,6-4 0</inkml:trace>
  <inkml:trace contextRef="#ctx0" brushRef="#br0" timeOffset="92436">15960 9982 17804,'-2'-7'3366,"1"1"-2694,1 6 73,0 0-593,-50-16-46,30 12-75,-11-5 0,-1 1 92,-2 8-17,-1 2-83,-3-1 16,-3 4 6,8 0-6,-1 1-3448,10 1 3409,12-2 28,5 3 45,5 1-6,1 6 28,0 5 62,4 9 179,1 23-196,-1-13-28,-2-6 0,-1 2 11,-8 17-104,2-19 1,1 1-9,-2 5 1,1-2 3391,-2 10-3375,18 13-17,-1-42 34,22 10 0,1-20-34,16 1-106,10-7-1046,-14-4 0,0-1-361,19-3-3414,-15-1 1,-2-1 3480,-9 0 0,0 0 0,-27 6 0</inkml:trace>
  <inkml:trace contextRef="#ctx0" brushRef="#br0" timeOffset="92898">16609 10171 24083,'-10'-62'627,"8"9"-554,19 42 95,4-2 28,-5 3-68,4-2-66,4-2-84,-9 6 16,1 0-5,-10 7 0,-1 3 11,3 7 11,1 9 0,-2 12 6,-2 9-23,-5 9-5,-11 5 0,-1-18 0,-3-2 33,-7 12-17,-2-9 1,0-3-23,3-7 34,-17 22-11,25-32 5,-1 2-22,11-13 5,3-4 6,7-1-33,4 0-130,16-3-257,10-1-470,14-5-813,10-5 1703,-7-2 0,-2-1 0,-2 2 0,-15 4 0,0-1 0</inkml:trace>
  <inkml:trace contextRef="#ctx0" brushRef="#br0" timeOffset="93288">17358 10049 15704,'-6'-10'6311,"2"3"-5403,4 7 268,0 0-1080,-11-30-85,10 20-6,-7-21 1,26 24 5,4 1 0,13-1 29,5 1-40,-12 3 16,8 0-10,-22 4-12,6 6 107,-12 3 56,-1 10 151,-17 32-286,6-14-8,-1-6 0,0 0-2,3-1 10,5 25-22,1-24-6,4 8 1,2 1-241,6 10 226,-6-15 0,-1 0-24,2 7-337,-27 7-1036,-10-19-8414,-22 8 8728,14-20 1,9-8 0,18-8 0</inkml:trace>
  <inkml:trace contextRef="#ctx0" brushRef="#br0" timeOffset="94040">15755 11146 13065,'2'-3'5758,"0"0"-2812,-2 3-2924,-1-28 62,-15 21 23,-10-18-29,-19 31 6,10-1 1,0 1 66,-17 2-39,18-3 0,3-2 219,-4-1 5,6-2-79,11-1-50,6 1-100,7-2-96,3 2-61,1 0 66,1 6 57,-3 7 11,0 13 45,-4 14 11,-3 13-62,1-8-2,0-7 0,0 1-304,-3 17 239,4-16 1,0 0-23,0 10 5,4-15 0,3-2-5,6 9 6,9 12 21,13-22-4,14-13-57,17-9-443,-22-11 0,2-4-333,6-1 1,3-2 820,8-6 0,-2 0 0,8-3 0,-6 1 0</inkml:trace>
  <inkml:trace contextRef="#ctx0" brushRef="#br0" timeOffset="94621">16417 11324 22500,'26'-46'304,"1"0"0,-3 4 1,1 9-120,5 16-5,-2 5-96,-4 5-36,-3 4-43,-5 6 2,-3 6 10,-2 9 20,-3 10-42,-3 9-7,-2 5 7,-8 4 16,-5-1 0,-8-3 0,0-12 107,-17 6 235,3-15-174,0 0 269,3-10 57,19-8-141,0-3-152,6-5-94,2-2-62,2-3-39,5 0-17,6 0 5,6 2-10,8 3-12,6 2 17,6 6-6,3 6-22,2 7-16,-3 7-46,-3 4-33,-7 4-17,-10 0 28,-9 0 73,-11-8-286,-28 9-169,-7-12-206,2-5 0,-2-1-891,-18 0 454,4-4-5489,12-11 6626,18-5 0,4 1 0,10 0 0</inkml:trace>
  <inkml:trace contextRef="#ctx0" brushRef="#br0" timeOffset="95046">17126 11265 19036,'-7'-1'3109,"2"1"-2224,5 0 72,0 0-727,60-56 28,-15 34-222,-7-9 0,2 3 82,15 17-45,-17 8-34,7 2-3397,4 9 3346,-19 0 40,11 24 34,-25 1-28,4 7 83,-11 14 34,-7-6-173,0-16 1,-2 1 60,0 0 1,0 1-18,1 9 1,1 0-23,2 16 0,3-18 0,0-2 0,7 10 0,-1 8-135,-21 0 34,-5-20 1397,-10-13 1,-5-4-1737,-3-6 0,-3-3-1132,-14 4 0,-5-1 1572,9-5 0,-2-2 0,5 0 0,2 0 0,3-1 0,0-3 0,1 1 0</inkml:trace>
  <inkml:trace contextRef="#ctx0" brushRef="#br0" timeOffset="95812">15688 12491 17044,'-21'-33'222,"0"0"0,-3 0 1,0 10-212,0 21-11,-5-2 805,-4 7 1,-3 1-790,-11 3-5,8 0 1,0-1-1,-7 5-1817,11-5 1873,15-2 1100,9-3-1139,9-1 1099,0 2-1110,1 0 366,-4 8-310,-3 8 39,-6 22-73,3-7 1724,3 1 0,2 3-1684,4 26-68,2-25 0,2 0-8,3-1 0,3-2-15,15 21-77,7-6-158,8-4-301,7-7-954,8-12-3414,-16-17 1,-1-3 2798,8 0 1,0-6 0,-36-1 0</inkml:trace>
  <inkml:trace contextRef="#ctx0" brushRef="#br0" timeOffset="96223">16227 12576 18403,'0'-6'5271,"1"1"-3614,-1 5-1460,12-59-208,-9 44 0,8-37 44,-11 68-5,0 16-17,-2 10-11,-1 9-11,0-10-6,1 7-16,9-8 10,4-4 35,3-7 4,6-18-10,2-10 39,18-17 22,1-5-265,10-17 287,-17 9 348,7-11-39,-20 18-62,4-2-174,-17 15-128,-6 7-29,-3 8 29,-2 8-17,0 3 321,-2 14-394,3 10-190,7 2-376,9 9 96,4-20-1076,4-7 0,5-2 1602,0-6 0,1-1 0,16 16 0,-6-16 0</inkml:trace>
  <inkml:trace contextRef="#ctx0" brushRef="#br0" timeOffset="96620">17309 12663 19076,'0'-4'4883,"-1"0"-3466,1 4-1445,-18-40 17,14 30 61,-8-31-10,28 39-23,4 0-6,6-2 23,25 1-34,-19 1-34,17-1 34,-31 7 6,-8-1 27,-5 12 1,-5-5 28,-4 25-29,-2-7-16,-4 17-6,3-2-22,3 16 5,4-17 3,2-10 1,1 0-15,6 13-204,4 14 210,-5-2-22,-8-4 16,-9-12-146,-16-14 0,-8-2-352,4-8 0,-4-1-2706,-18 7 0,0-2 3221,9-8 0,4-2 0,-11 3 0,22-9 0</inkml:trace>
  <inkml:trace contextRef="#ctx0" brushRef="#br0" timeOffset="97370">15344 13650 17400,'3'-5'3803,"0"2"-2872,-3 3-629,46-52-195,-35 39 27,16-18 0,-8 10 102,-19 22 128,-1 3-56,-5 5-96,-6 6-100,-10 4-50,-10 3 5,-10 0-16,-5 0 21,-3-7 7,5-5 10,7-5 46,12-4-6,10-3 11,9 1-40,4-2-49,2 3 5,1-1-39,-3 9-1,0 4 7,-3 13 10,-2 5 23,0 10 6,-4 9-12,-1 6-1726,5-20 0,1 0 1676,-2 11 11,2 14-6,11-25-10,7 7 5,8-6-39,10-5-163,8-7-912,10-8-3529,11-8 4643,-4-5 0,-18-3 0,-16 0 0</inkml:trace>
  <inkml:trace contextRef="#ctx0" brushRef="#br0" timeOffset="98037">16394 13872 25534,'-26'-37'65,"1"1"0,-5 5 1,0 10-50,-3 26 1,-17 8-11,13 0 11,-10 6-23,2 2-16,6 1-1,7-1 1,14-7-6,5-2 11,10-7 0,1 2 28,1 0 1,2 4-7,0 4-5,2 5-17,0 3 17,1 3 12,2 6-1,-2-7-6,0-1 18,0-7 22,-3-5 27,0 3-60,-1-7 60,0 0 46,0-7 1142,0 1-1182,0-8-16,5-5-62,-1-1 11,15-9-16,0 9-1,20-7 23,-5 10-17,1 3-11,-2 11 5,-7 6-5,8 10-17,0 14 0,-11 0 11,-6 0-17,-15 2-61,-15-7-90,-13 7-229,-13-4-499,-4-7-1199,2-9 2112,6-10 0,17-5 0,6-3 0</inkml:trace>
  <inkml:trace contextRef="#ctx0" brushRef="#br0" timeOffset="98487">16796 13806 16571,'-11'0'4845,"3"0"-2857,8 0-1528,0 0-460,0-14 627,18 4-588,-5-9 279,26 9-245,6 5-40,4 1-50,1 1 29,-4 6-1,-12 5 0,4 8 28,-3 22 0,-14-8 101,-3 28-50,-15-26 0,-2 0-40,2 24 3,-3-5 0,-2 0-41,1-5-4,-1-4 0,1 3-11,1-13 1,1 0-9,5 30 5,0-9-16,2-18 842,-5-17-859,-3-5-107,-16-4-22,-19-7-106,-28 2-964,8 1 1,-4 0-589,2-1 0,1 1 1826,-8 1 0,6 0 0,-4 0 0,29-2 0</inkml:trace>
  <inkml:trace contextRef="#ctx0" brushRef="#br0" timeOffset="99362">15427 15258 10074,'0'-3'9108,"0"0"-5725,0 3-3271,-16-41 34,3 28-74,-18-31 46,-4 41-79,8 2-11,-25 4-5,17 1-7,-7 0 12,1 3 0,0 0-33,8 0 5,-10 4-6,29-6-11,-5 4 17,13-5 6,0 2 28,0 4-1,2 0-16,-1 1 56,3 3 22,2 1 73,-2 8 112,1 8 45,-3 10-6,-5 13-199,1-21 1,0 0-221,-3 4 1,-2 1 138,0 0 0,-2 0-31,1-2 1,1-1-15,2 1 1,3-1-29,7 15 17,9-9-67,26-15-918,5-18 0,7-4 1002,12-5 0,1-2 0,-13 4 0,-2-2 0,-5-6 0,0 0 0</inkml:trace>
  <inkml:trace contextRef="#ctx0" brushRef="#br0" timeOffset="99838">16165 15311 25382,'-36'-44'376,"-2"19"-304,-12 55-33,23-9 1,1 0-23,-17 18-3,11-4 0,3 1-1079,-1 5 1062,6-3 0,2 4-6,12-10 1,4 0-42,-2 29 27,10-6 304,20-16-365,23-9 73,-6-8-3,-6-11 0,1-4 30,12-7 68,7-10 305,-8-14-148,-19-4-112,-10 0 72,-16 0 554,-13-1-733,1 6 6,-16-7 22,1 17-44,-10 1-6,-11 9-11,15 6-101,-15 17 17,30-6-712,-14 27 202,23-21-1764,0 22-6996,19-15 8517,4 2 0,-1-13 0,-3-7 0</inkml:trace>
  <inkml:trace contextRef="#ctx0" brushRef="#br0" timeOffset="100304">16596 15369 23775,'16'-33'37,"-1"-1"0,1 3 1,3 6 6,20 17-49,4-1 5,-8 3 22,-2 1-27,19 4 16,-20 4 39,15 3 185,-34 8 129,-6 5-184,-7-2 212,-9 23-280,-1-5-79,-2 8-2,4-10 0,1-1-26,1 4 6,1-2 1,1 3-28,2 26 16,2-30 0,1-1-7,0 30 4,0-28 1,-2-2 14,-3 0-12,-17 25-23,-18-25-547,0-12 1,-5-1-338,1-4 0,-4-4 283,-17 1 1,3-4-1,2-1 1,4-5 0</inkml:trace>
  <inkml:trace contextRef="#ctx0" brushRef="#br0" timeOffset="102115">18068 7797 21741,'-5'-8'645,"1"2"-578,32 5 0,19 5-42,4-3 1,3-1-1156,1 0 1,2 0 1131,-12-1 0,0-1 0,-2 0-28,5-2 1,-4-2 156,-9 1 1,-2 0-126,2-2 0,-2-2 563,10-8-266,-15-14-135,-22 1-84,-21 0 1283,-23-1-1036,-4 5 75,9 6 0,-1 1-60,5 3 1,1 2-111,-3-2 0,3 1-40,-3 0 151,6 0-84,14 6-157,2 2-106,5 3-22,8 6 39,1 3 249,16 10-278,22 19-13,-18-14 0,1 2-659,7 6 0,0 1 589,11 13-261,-18-10 1,-6 5-1843,-14 3 0,-7 3 2198,-1 3 0,-2-2 0,-3-7 0,-3-5 0,-12 3 0</inkml:trace>
  <inkml:trace contextRef="#ctx0" brushRef="#br0" timeOffset="103030">18141 9331 21142,'-22'-25'733,"15"6"-576,40 16-33,22-1-79,-19 0 0,3 0-350,4 0 1,1 0 318,3-2 0,0 1-493,0-1 0,0 0 479,-2 0 0,-1-1 8,-3 0 1,-2 0-3,16-4 78,-7-2 330,-26 1-229,-11-3 286,-13 3-443,-26-4-12,-9 4 102,-18-2 95,-5 0 934,1 2-766,8 2 39,12 1-207,14 4 145,7 0-27,11 2-297,1 1-23,4 1 296,8 1-318,8 6 27,12 5-16,11 9-28,8 8-5,7 6 16,-25-15 0,0 1-20,-1 0 1,0 1-48,12 12-387,-8 17-352,-33-13-1742,-20 21 2424,-5-27 0,-3-4 0,-5 5 0,-4-1 1</inkml:trace>
  <inkml:trace contextRef="#ctx0" brushRef="#br0" timeOffset="103790">18182 10474 19574,'-52'-8'900,"1"1"0,3 0 0,10-3-643,22-5-245,26 0 38,37 0-19,-10 8 0,3 2-556,8 0 1,2 1 529,3 1 1,0-1 2,-2 1 1,0 1-15,-5-1 1,-1 0-40,-6-1 1,-2 0 60,22-4 101,-17-3 135,-19-1-28,-14-2-112,-17-2 807,-10-3-745,-13-3 535,-19-7-249,-5 0-304,8 5 234,-6 0-211,30 16-62,-5-2-94,18 8-62,6 1 16,3 1 40,5 6-11,3 3 22,13 14-12,3 3 2,4 1-7,7 6-28,2-2 8,-11-11 1,2 0-224,0 2 0,0 0 201,0 0 0,-2 0-25,11 18-34,-18-2-184,-29-1-824,-25 3 1098,6-15 0,0-2 0,-7 4 0,2-3 0</inkml:trace>
  <inkml:trace contextRef="#ctx0" brushRef="#br0" timeOffset="104512">18380 11642 14785,'-7'0'5696,"2"0"-5024,5 0-246,-60-4-152,46 2 7,-36-4-12,74 2-79,25-4-134,-13 3 0,2-1-42,-4 1 0,-1 0 0,2 0 0,2 0 56,19-3 0,1 1-457,-19 1 1,0 0 414,21-3 0,-4 0 146,-6-2 128,-21 2-72,-16-1-152,-15-2-39,-12-2 6,-14-4 45,-12-3 44,-8-2 129,0 1 941,7 4-834,9 4-157,12 6-157,11 5-73,6 1 6,8 2 22,8 4-5,13 3 5,17 7-11,13 6 0,-24-8 0,2 2-6,0 1 1,-1 1-18,18 9-8,-22-4 1,-3 2-82,-5 11-219,-9 19-755,-34-4-1908,1-20 0,-2-2 2315,0-2 1,0-2 0,-10 7-1,15-13 1</inkml:trace>
  <inkml:trace contextRef="#ctx0" brushRef="#br0" timeOffset="105391">18254 13129 13034,'-4'-3'6324,"1"1"-3789,3 2-2473,-41-21 504,45 15-403,-16-15 90,48 21-214,-4-2 1,3 0-21,-4-1 1,2 0 131,7-2 0,2 0-146,-2-1 1,-1 0-1,2-2 1,-2 0 11,11-2 118,0-5 156,-32 8 28,-4-2-112,-14-1-168,-12 0-16,-5 1 378,-19-1-289,-5 1 44,-16-1 7,21 3 0,0 1-29,-12-1 135,-8-2-73,34 5-67,3 1-62,11 0-50,6 2-12,4-2 35,11-3-35,-1 1-5,19-6 6,-4 3 33,9-1-11,-12 3-28,-7 3 0,-13 2 0,-2 1-28,-2 0 34,1 4 16,4 7-16,0-1 10,8 11-10,-3-8-6,24 32-6,-15-20-10,15 21-68,-13-12-420,-4 7-1362,-2 14 1866,-14 3 0,-2-24 0,-5-6 0</inkml:trace>
  <inkml:trace contextRef="#ctx0" brushRef="#br0" timeOffset="106157">17580 14334 23019,'43'-6'12,"-1"1"1,1 0-1,14-3 1,-1 2-661,2 3 1,-2 1 652,-18-1 1,0 0 8,10-3 0,-1-1-20,7-1 26,0-2 0,1-1 69,-19 0 1,-1 0 213,5-1 0,-3-2 94,2-12 10,-29 11-110,-24-9-235,1 9 61,-12-2 0,-5 0 101,-19-4 21,11 6 0,0 0-93,-12-2 144,-8 1 175,18 7-342,6 2-101,12 2-67,17 4 0,5 1 50,5 3 481,3 1-481,24 17 6,3 2-20,-7-3 0,1 1 3,13 10-11,-11-3 0,-1 2-118,8 13-322,-13-11 0,-3 2-1269,0 22 1720,-18 5 0,-4-28 0,-8-4 0</inkml:trace>
  <inkml:trace contextRef="#ctx0" brushRef="#br0" timeOffset="106861">17861 15594 15535,'-53'7'1887,"0"0"1,4 0 0,5-1-857,-6 1-320,7-2-274,11-1-286,12-1-179,11-2 28,6 0 123,16 1-27,10-1-24,29 0-47,-18-1 1,4 0-412,6-2 0,3 0 405,4-1 1,1-1-6,0-1 0,0 0 0,-1-1 0,-2-1-254,-5 0 1,-1-2 309,-7 1 0,-3-2 216,15-10 50,-21-1-73,-17-1-89,-17-1 737,-15-3-781,-16-2 32,-11-2 56,-3 0 18,3 4-52,11 8 525,13 6-670,11 7-55,9 3-40,4 2 56,6 5 5,6 6 18,13 12-18,7 1 1,3 3-4,-6-4 1,0 0-214,12 8 0,-2 2 208,-13-10 1,-5 1-267,8 23-696,-21 2-2530,-27 1 3495,-8-8 0,3-15 0,9-14 0</inkml:trace>
  <inkml:trace contextRef="#ctx0" brushRef="#br0" timeOffset="108124">19778 7200 21685,'-1'-34'992,"0"8"-807,-6 28-118,-8 3 6,-13 5-23,-13 5-11,-12 4-22,23-10 0,-1 1 19,-15 4 1,1-1-4,13-5 1,0 0-6,-3 1 0,3-2 207,-2-5-33,19-5 16,-1-1-123,11-1 124,2-1-152,2 2-50,2-3-6,1 2-17,0 2-10,0 2 55,-1 5 11,-1 7 17,-1 10 12,-5 12-1,-4 10 23,-6 10-199,8-22 0,-1-1 137,-6 21-9,6-11 1,1 0-14,2 13-12,3-15 1,3 0-11,14 14-18,14-7-27,15-7-57,-15-23 1,1-1-151,21 4-2101,2-9 0,3-5 2358,-16-3 0,-2-2 0,5 3 0,-2-1 0,1-5 0</inkml:trace>
  <inkml:trace contextRef="#ctx0" brushRef="#br0" timeOffset="108625">20702 7207 23780,'-26'-21'227,"-1"0"0,-15-12-65,49 32-16,8-1-29,14-1-49,14-2-29,8-2 6,6 0-23,-1-2 6,-3 1 11,-2 1-16,-7 1-18,-13 3 46,-6 1-29,-17 2 6,0 0 0,-8 2 17,-2 4-17,0 6-6,-2 7 1,1 6 5,1 7 22,4 5-22,3 7 0,4 4-17,0-8 26,-2-8 0,-1 0 19,-2 17-51,-3-14 1,-2 2 11,-15 21-79,-12-3-191,4-24 1,-2-1-319,-11 9-3042,8-13 1,1-2 2764,-1-2 0,5-4 0,11-9 0</inkml:trace>
  <inkml:trace contextRef="#ctx0" brushRef="#br0" timeOffset="112894">6026 10067 22738,'-4'-36'79,"-1"17"-32,1 42 73,-4 34-75,0-7-308,3-14 1,1 2 285,-1 24-54,2-6 8,4-10 35,1-13 106,1-11 301,-1-11 257,0-8-22,-1-3-374,-1-10-65,1 0-148,-6-25-51,1 4-22,-3-22 6,3-3-1696,5 18 1,1 1 1680,2-15 9,8-10-5,-5 39-133,0 4 17,-4 17 158,-3 19 3,0 19-51,-2 17 11,1-22 1,-1 2 1484,0 0 0,0 1-1480,-2 28-1,3-7 12,1-12-19,1-11 87,-1-13 118,1-10-62,-1-12 339,-2-12-462,-2-14 16,0-15-10,-1-11-6,3 23 0,1 0-155,0 0 1,1 0 165,0-27 57,-1 12 11,-1 14-50,0 13-131,-1 10-77,0 8 116,3 11 274,-1 10-721,2 18-1444,2 15 1264,-1-16 1,1-1-1,0 6 1,1-2 0</inkml:trace>
  <inkml:trace contextRef="#ctx0" brushRef="#br0" timeOffset="114645">9544 10378 22146,'-22'-51'552,"0"1"1,2 4 0,4 6-5750,6 9 5299,5 12 1512,2 1-1578,3 13 775,1 3-540,8 16-529,6 16 249,1 2 12,-5-2 1,0 2 10,0 11 4,-3-12 0,-1-1-56,2 10-9,-1 3 3181,0-9-3000,0-4 0,-1-6 393,-4-17-238,-2-3 185,0-4-365,-4-15-72,-2-1 19,-4-19 143,1-3-6,0-6 74,4-5 112,2 9 34,7-8 198,2 7-77,1 8-53,0 8-149,-6 19 103,-1 9-452,-1 9 97,0 4-37,-1 31-110,-2-5 4,1 3 1,0 3-130,-2 13 84,3-22 0,1-3-215,3 1 492,0-10-57,1-14-41,-2-7-189,-2-13 166,1-10-55,-1-13-25,1-13 90,0-10-385,1-7 399,-2 28 1,1 0 189,-1-30-92,-2 6-272,-1 12 61,-2 12-48,1 13-3410,-1 9 3073,3 8 44,-1 3 964,1 9-374,0 13-87,-1 14 2,0 13-54,2 11-255,1-25 1,0 1-228,2 2 0,1 1-1521,2 2 0,0 0 1784,1-6 0,1-2 0,2 9 0,-3-21 0</inkml:trace>
  <inkml:trace contextRef="#ctx0" brushRef="#br0" timeOffset="116291">12236 12346 13112,'0'-8'3244,"-3"-26"1,-1-5-1932,1 9-809,-1-10 0,0 2 402,2 19-844,1 9-117,0 5-3238,3 33 3263,0-10 89,0 38 23,0-10-13,-3 17-44,-1-31 0,0 1 21,-3 29-19,-2-7-107,2-8 0,3-13 620,1-12 3256,1-12-3647,-1-13-55,0-12-58,-1-13-57,-3-11 82,0-9 1,-2-7-1,1-5-19,3 24 0,0 0 48,-1-20 33,0 4-78,2 29-118,1 10 17,1 16 90,-1 24 16,1 27-47,-1-21 0,0 1-111,-1 5 0,-1 0 119,1-6 0,-1 0-1683,1 2 1,0-1 1660,1 10-6,4 3 23,2-29 240,0-5 1,0-15-75,-4-6-127,0-20 3386,-1-6-3403,-2 2 1,1-1-18,0-15 3,-1 11 0,0 0 53,1-18-28,0 12 51,0 1-28,1 30-152,-1 4-11,1 9 28,0 12-370,2 17-1130,1 18 1573,-1-12 0,0-1 0,1 5 0,-2 1 0</inkml:trace>
  <inkml:trace contextRef="#ctx0" brushRef="#br0" timeOffset="119594">2779 12894 11816,'8'0'3173,"-1"0"-1441,-7 0 827,0 0-2282,4-4 293,-3 2 25,3-2-379,-4 4 103,0 0-100,-1 3 390,-7 8-189,0-1-3215,-15 12 3226,9-12 176,-9 2 22,11-11-127,-2-10-254,-1-18-335,3-33-136,2 15 136,7 9 1,3 2-102,5 3 54,4-4 3465,7 12-3406,14 8 179,-5 9-42,21 7 12,7 21-179,-10-1 5,-12 2 0,-4 8-59,-12 7 0,-6 3-101,2-7 1,-3 1 246,-7 23 1,-10 2-401,-4-14 0,-6-1 492,1-7 1,-2 1 0,-2 0 12,-6 3 0,-3-1 0,1-3 131,-1 2 0,-1-4 82,-8 4 0,2-9 290,2-15-138,-4-7-335,12-25-239,11-15-12,8-16 45,18-12-201,0 19 14,17-3 30,0 28 359,11 4-72,21 24-40,-28-3 0,-1 3 443,2 1 1,0 4-2778,18 18 1,-2 2 2303,-21-17 0,-1-1 0,10 10 0,-4-4 0,-12-9 0</inkml:trace>
  <inkml:trace contextRef="#ctx0" brushRef="#br0" timeOffset="121781">5552 16117 21108,'-5'-43'283,"0"0"1,0 4 0,1 11-272,4 23 94,5 11 46,5 8-6,5 14-18,3 10-60,-7-3 60,-2 28-83,-7-19-42,-1-9 0,0-1-3,-1 1 28,0-2 73,0-23 912,0-4-783,-2-11-96,-5-11-50,-4-9-22,-6-10-6,-1-7-23,0-4 63,4 3 44,4 7-28,3 12-101,4 12-62,2 7 29,0 10 39,5 10-12,-2 4-16,7 31-28,-3-8 50,2 20-5,-2-11-12,1-5 12,1-4-17,1-9 5,-3-11-5,-1-7 112,-2-11 5,0-9-50,-2-13 0,-1-14 17,-2-14-17,-4-8-17,-2-3 11,-1 1 1,2 5-18,2 8 7,3 11-34,1 13-46,1 10 18,1 16 38,6 11-27,4 18 17,4 11-1,0 8-323,-1 6 306,-8-30 1,0 0 0,4 18-126,-2-14 0,2-2-1493,11 7-1747,7 7 3377,5-23 0,-18-17 0,0-1 0</inkml:trace>
  <inkml:trace contextRef="#ctx0" brushRef="#br0" timeOffset="123412">10061 15843 17042,'1'-51'1514,"0"0"0,0 3 0,0 4-298,-1-13-880,0 21 258,0-1-146,0 25-219,0 1-223,0 12 44,-1 15-5,1 18-17,-2 3 0,-2 22-5,-1-7-26,3-19 0,1 0-6,1 3 1,1-1-9,6 20 17,0-10 0,3-17 23,-5-15 94,-1-2 68,-2-9-56,-2-10-90,-2-10-28,-2-14 17,-2-13-5,-4-8 16,0-5 34,1 1 0,0 7-40,4 17 41,1 7-170,3 19-16,-1 1 106,6 25 17,2 9-11,0 3 0,0 2 6,4 24-12,-5-22 1,1 0-6,9 26 5,-3-18 12,0-8 78,-4-20 90,-6-11-29,0-8-100,-7-21-6,-4-10 1,-1-5 21,-6-10 29,5 11 44,-2-4 57,4 9-309,3 16 56,4 7-22,1 16-50,7 8-1115,9 22-6212,6 4 7461,3 6 0,-10-21 0,-5-10 0</inkml:trace>
  <inkml:trace contextRef="#ctx0" brushRef="#br0" timeOffset="126228">6425 12642 14947,'-2'-5'4941,"1"1"-3956,1 4-134,-5-67-212,3 42-393,-1-14 1,1 2 184,1 20-27,1 5-108,0 5-178,-1 3-84,1 4-6,-1 10 33,1 10 1,0 18-17,3 13-1,1 9-27,6 3-692,-2-26 0,1-2 675,5 12-36,6 10 59,-7-30-2912,3 5 2901,-6-13 111,-2-6 196,-7-10 872,0-3-1079,-2-7-2246,-8-15 2151,2 2 2285,-16-30-2252,0-4-59,9 22 1,-1-2-1,1-1 1,0 1 20,-7-20 38,5 3-28,7 21 1,2 6-51,6 20 3381,0 2-3348,2 12 18,5 13-12,2 10 0,0 3-354,5 12 343,-4-12 0,0 0 11,5 11-32,-4-15 21,4 2 0,0-1 5,0-7 12,13 19 0,-16-35 101,-2-1 27,-5-9 276,-5-20-348,-13-29-62,4 7-1682,-4-1 0,-1 0 1671,2 7-64,0 0 0,0 0 75,3 10 11,-5-12 1,8 26-85,2 2-16,2 8 3395,6 20-3266,7 20-51,3 13-3,-4-20 0,0 0-8,7 20-12,9 5 46,-10-24 180,8 1-327,-14-26-184,-1-1-7125,2-5 7433,-4-4 0,0 2 0,-3-2 0</inkml:trace>
  <inkml:trace contextRef="#ctx0" brushRef="#br0" timeOffset="131653">6136 12695 6725,'-11'4'3652,"2"-1"-2123,9-3 6744,0 0-8178,-2-6 6,0 0-17,-2-7 0,2-3-12,2-5-32,2-4 16,5-3 16,4-1-21,5 4-6,-1 5 201,-2 8-21,-4 6-18,0 4-39,0 3-56,3 5-48,1 6-21,4 9 40,1 7-209,1 6-12,0 2 12,0 0 48,-2 1 83,-3 2-13,-5 3-3309,-7 16 3323,-6-17-10,-2-9 1,-2 0-55,-8 10 16,-4 6-37,7-15 6,3-2 79,7-17-6,0 2 3376,3-8-3365,0-4 82,0-1-9,0-2 34,4-2 55,4-5-61,10-8-50,9-11-23,9-10-22,6-7 0,-18 19 0,1 0-162,1-1 1,0 0 152,1 0 1,-1 1-15,-1 2 1,-1 0-91,17-14-72,-12 9-185,-13 9-498,-8 9-2269,-8 5-5141,-4 2 4721,1 2 2767,-2 0 0,4-1 0,-1 1 0</inkml:trace>
  <inkml:trace contextRef="#ctx0" brushRef="#br0" timeOffset="132366">6087 12950 17294,'-21'-30'919,"0"0"0,-13-23-359,33 25-415,3 9 113,3-11-57,4 11 165,7-8-48,5 1 24,6 0 4,6-1-23,5 1-56,4 2-22,1 3-31,-1 6-222,-6 7-6,-7 7-143,-7 11-10,-7 1 147,-1 25-74,-8-4-11,1 19 109,-7-14 1,-1-1-24,-1 20 13,0-18 0,-1-1 159,-3 15-52,0-20 0,-1 0-73,-4 11 34,-10 13-12,3-26-92,-3 4-32,3-11-19,6-9 248,6-7 85,5-10-206,2-1-23,6-11 0,6-4-5,7-8 11,7-6-12,-5 6-49,20-19-68,-7 9-98,-1 3 0,1 0-263,9-7-227,-4 3 0,0 2-135,-5 2-694,-5 2 0,-1 1-1904,-7 4 2603,3-7 1,-17 23 0,-1 1-1</inkml:trace>
  <inkml:trace contextRef="#ctx0" brushRef="#br0" timeOffset="132894">6111 12870 8235,'-7'-4'4335,"1"0"-2723,6 4 1918,0 0-3085,-31-60 466,34 26-677,-13-6 1,4 0 130,35 3-129,-5 13 203,10-5-173,-12 14-161,30-11-184,-21 18 44,19 3-50,-27 12 28,0 16-74,-10 8 90,-5-1 1,-4 4 9,-3 12 1,-2 2 89,0-12 1,-1 1 12,-4 11 1,-1-2 68,-2-1-113,0 12-28,4-23-5,2-5 66,3-22 226,1-2 249,8-18-552,-2 1 20,15-25 294,8-13-104,-3 7-201,0 3 1,5-1-2038,0 7 1,1 0 1406,2-2 0,-2 2 0,10-8 0,-33 33 0</inkml:trace>
  <inkml:trace contextRef="#ctx0" brushRef="#br0" timeOffset="135101">8775 12627 9023,'-9'3'4665,"2"-2"-3077,7-1 2426,0 0-2870,-39-12-291,24 3-277,-29-12-218,35 3-212,4-4-105,2-7 25,5-5 112,3-6-3100,10-11 3439,-2 16 158,12-11 53,-4 19 89,11-5-2351,11-1 2063,-13 13-90,13 3-323,-22 19 1912,3 8-2448,-9 15-112,-7 11 85,-4 11 35,-9 11 1850,1-25 0,-1 0-1538,-3 1 1,-1 0 77,1-1 0,-1 0 270,-8 26 174,2-9 40,4-10-204,4-12-52,3-13 44,4-8 331,0-6-568,2-8-97,6-8-16,8-17-12,10-14 48,-7 16 1,1 0-272,5-5 0,3-1 188,5-2 1,4 0-634,5-2 0,3 1-1344,5 0 0,1 1 1641,-5 6 1,-2 3 0,-13 9 0,-5 3-1,5-2 1</inkml:trace>
  <inkml:trace contextRef="#ctx0" brushRef="#br0" timeOffset="142044">19504 8862 17518,'2'-10'2246,"0"3"-1714,-2 7 303,0 0-701,-3-1-61,-4 0-23,-9 1 1,-7-1-3382,-16 4 3359,10-1 62,-16 4 5,14-2 39,-13 0 46,5-1 0,7-2 156,12-1 3179,14 0-3162,4 0 78,2 0-470,0 2 78,-1 7 11,-5 16-27,0-4 49,-10 30-44,4-14-5,-3 8 5,-2 5 17,1-5-17,2-9 0,-2 2-145,4-6 1,0 0 133,-2 5 0,1-2-12,0 8 18,7 0-1,18-7-16,-1-8 50,32 8-6,-6-23-22,8 2-17,5-11-257,-8-10-1608,12-3 1854,0-9 0,-26 9 0,-4-1 0</inkml:trace>
  <inkml:trace contextRef="#ctx0" brushRef="#br0" timeOffset="143206">20007 8927 9470,'4'-9'6206,"-1"2"-5081,-3 7-212,0 0-661,-41-4 17,15 10-152,-26-4 225,18 17-184,16-7-18,-2 6-79,13-9 225,5 0 162,7-3-11,6 3-152,10 1-123,8 0-66,7 0-29,-1-1-39,-3 0-23,-8 1 23,-10-2-5,-4 2 50,-9 5 5,-5 2 23,-9 6 0,-11 0-45,-8-1-17,-2 1-6,1-1-38,6-2-1,9-1 6,7-2 0,6-6 17,3 4-17,2-5 6,3 3-18,4 3 12,2-3 0,1 0 12,3 5 21,-4-4 1,0 9 11,-7 0 55,-9 2-38,-1-3 128,-19 13-94,7-9-35,-9 9-22,13-11 29,9-4 50,15-6-28,15-6-208,20-4-846,18-8 964,-22 0 0,-2 0 0,8-2 0,-7 0 0</inkml:trace>
  <inkml:trace contextRef="#ctx0" brushRef="#br0" timeOffset="161103">20500 9203 17148,'3'5'1944,"-2"0"-1154,-1-5 2296,0 1-2795,-3-1-78,-1-2 22,-4-3 34,0-6 84,-3-8-168,2 0-101,1-1 61,4-1-44,2 7-50,1-4-57,3 6-72,2 3-6,4 5 39,6 1-3403,11 7 3437,-5 2-34,11 11-22,-13 4-34,3 8-11,-9 6 22,-8 5 34,-19-5 0,-6 1 2515,-4 8-2459,0-13 0,-5-2-1526,0-6 1,-1-4 1541,-9 6 4,5-5 0,-1-1 86,-1-4 247,-2-2-236,18-8 96,10-11 441,9 2-564,3-10-107,1 8-22,0 0 3381,3 5-3382,6 9 40,-1 0-16,16 15-52,2 3-111,14 6-168,8 0-177,-21-17 0,1-2-45,2-2 1,0-1-600,2-1 0,-1-3-2532,1-2 1,-2-1 3699,21-5 0,-22 1 0,-14-4 0</inkml:trace>
  <inkml:trace contextRef="#ctx0" brushRef="#br0" timeOffset="161287">20968 9421 12748,'2'-8'4800,"0"1"-2732,-2 7-1205,0 0-144,0 35-780,0 3-91,0 15-694,-4 2 846,-6-13 0,3-13 0,-3-3 0</inkml:trace>
  <inkml:trace contextRef="#ctx0" brushRef="#br0" timeOffset="164596">20508 9491 18913,'14'-39'567,"-1"0"1,-1 5-1,-3 6 72,-9 10-320,-2 6-11,-2-8-44,-5 5-62,-2-1-18,-3 2 7,-3 1-90,-2 2-73,-4 2-17,3 5 39,-15 1-22,15 5 34,-29 4-23,14 1-17,-16 7-27,7 3-1,3 4 6,3 6-22,7 5 11,4 8 22,7 7-6,4 6-21,8 2 10,4-14-28,15 10 12,2-23 39,10 8 28,1-18 39,-3-6 72,1-7 1,3-8-17,4-8 0,7-9 6,5-10 27,1-12-89,-21 17 0,-1-2-311,0-4 1,-3-1 290,0-2 0,-1-1-11,-3 0 1,0-2 10,-3 2 1,-1-1-15,-2 0 0,-1 1-5,0-17 47,-4 18 1,-1 1-9,-2-6 50,0-12 13,-3 21-41,0 7 6,0 6-17,2 4 605,1 4-655,1 5-28,0 2-146,-1 1 101,0 7 67,-1 7-27,-1 16 16,-3 15-12,-2 15-13,3-25 0,0 2-176,0 2 1,1 1 161,-1 2 0,1 0 2,1 0 1,0 1-26,1-3 1,0 0-43,1-2 1,0-1-139,1-4 1,0-1-1063,5 23-2494,2-9 3770,6-8 0,-6-17 0,1-7 0</inkml:trace>
  <inkml:trace contextRef="#ctx0" brushRef="#br0" timeOffset="165314">20397 9397 20162,'-10'-45'713,"0"0"0,2 5 1,-2 6-205,-6 9-397,5 12 6,-7 1-79,3 10-5,-16 10 11,-9 17-23,-4 11-5,20-12 0,2 2-3,0 6 0,2 1-12,3-4 1,3 1-3,-1 4 0,2 1-6,4-2 1,2-2-6,-1 19 0,2-1-6,6-20 17,9-5 39,7-9 39,7-5 23,10-11-22,4-9-12,19-17-39,-14 4 25,-5-4 0,-1-3-369,-3 0 332,-8 5 1,-1-2 59,-2-2 0,-1-1 19,8-22-51,-8 15 1,-3-2 56,-1-21-28,-8 2 11,-7 3 50,-6 3 18,-1 6 44,-3 1-12,2 8-60,0 7-40,3 10 61,1 8 284,1 6-451,-1 2-12,1 4-56,0 1 79,-2 16 33,1-1 17,-5 43-16,3-23-6,0 2 0,0 3-147,1-9 1,0 0 157,-2 20 0,0 0-31,1-17 0,1 1 6,-2 22 0,0-2-59,3 2 13,1-23 1,1 0-389,9 15-2543,13-10-1048,-2-9 3199,10-1 1,-21-23 0,1-1 0</inkml:trace>
  <inkml:trace contextRef="#ctx0" brushRef="#br0" timeOffset="166327">20980 9170 8119,'-4'-2'4218,"0"0"2465,4 2-6465,-31-11 168,17 8-27,-25-8 111,27 11-274,5 0 22,2 0 202,5 0-39,14-3-241,5-1-39,17-4-11,4-3-6,3 1 6,-1-1-45,-5 3 0,-4 1-1,-2 1-32,-14 3-12,-2 1 0,-13 2 39,-5 1 28,-6 4 0,-11 4-39,-13 5-11,2-2 39,-13 2 134,3-5-27,4-1 22,5-2 50,21-4 34,6-1-40,5-1 29,0 0-247,4-3-33,7-2 5,11-4-56,12-2-117,8 2-202,6 2-538,1 4-1428,-1 4-4728,-6 3 6238,-11 3 0,-17-4 0,-10-1 0</inkml:trace>
  <inkml:trace contextRef="#ctx0" brushRef="#br0" timeOffset="167220">20927 9486 21394,'-20'6'857,"9"-2"-711,34-10-68,17-3-50,6-4-22,-3 1 28,-3 2-51,-21 6 28,3-1-5,-15 5-6,-6 0 50,-8 3-5,-8 5-17,-12 3-17,-13 7-5,-7 0 27,-6 2 6,1-1 40,5-2 44,8-5-39,14-5-22,10-3-6,13-2 33,12-2-44,15-4-6,13-3 6,12-4-11,3-1-6,-10 1 0,12 0-28,-24 4 16,9 0-10,-21 4 28,-9 2 55,-8 1-72,-20 5 11,-5 2-11,-19 6-17,1 1 11,-2 1 0,3-1-22,5-3 56,9-2-6,12-5-11,6-2-6,11-2-27,16-8-6,-1 3 16,27-13 6,-2 3-11,10-5 23,-4 2 10,-11 5 51,-13 4 40,-13 4-63,-7 3 23,-11 2-106,-8 1 16,-16 3 12,-11 3 5,-7 5-17,8-2 29,-11 7-6,23-6-1,-7 3 7,19-8 27,7-3-5,6-2 39,2 0-6,11-4-22,18-6-56,0 1 12,24-9-29,-13 6-90,8-3-301,-7 4-3636,-4 1 4044,-14 3 0,-6 2 0,-11 3 0</inkml:trace>
  <inkml:trace contextRef="#ctx0" brushRef="#br0" timeOffset="167814">21142 9216 20515,'-43'-5'388,"0"0"0,-3 1 0,9 2-287,21 4 112,-15 3 23,9 0-6,-7 2-34,3-2 39,7 0-106,9-3-68,5-1 202,5-1-145,8-1-51,7-5-44,15-4 10,18-7-16,-11 5 0,6-2 33,-4 2-44,-5 2-23,11-3 34,-14 5 39,-9 2 22,-11 2 45,-6 3-111,-27 6 10,-4 2-22,-11 3 6,-7 3 10,13-2-4,-6 2-12,16-5 50,7-3 62,13-4 207,0-1-184,9-2-63,8-3-60,17-5-91,26-6-279,-2 3-290,-1 0-1441,-7 8 1260,-14 3 1,-10 2 0,-7 0 0</inkml:trace>
  <inkml:trace contextRef="#ctx0" brushRef="#br0" timeOffset="170236">21659 9133 20212,'11'-16'1143,"-2"4"-970,-9 12-94,0 0 77,-4 5 12,-3 2-5,-5 6 0,-3 0 27,-1-2 96,4-3 761,3-4-817,5-1 291,0-13-449,3 4 63,-2-15-46,3 0 1,-1-9-23,5-5 0,6-3-44,1 13 16,7-3-28,-1 16 0,7 0 29,1 6-29,0 6-28,0 9 28,-3 9-5,-3 10-17,-4 7 22,-6 9 28,-14 18-45,-13-3-670,-7 0 676,3-28 0,-4-2-6,2-6 1,-2 0-70,-6 4 0,-1-1 92,-2-2 0,2-3 118,-11 3-34,10-9 190,23-15-207,9-4 73,6-7 0,8-3 658,12-4-680,12 2 10,17 5-117,-14 7 0,13 11-28,-15 16-39,-7-2-398,7 19-2061,-15-9 2498,10 13 0,-16-19 0,-1-4 0</inkml:trace>
  <inkml:trace contextRef="#ctx0" brushRef="#br0" timeOffset="170963">22334 9461 24340,'5'7'-7544,"-18"37"7544,-4 1 0,-2 1 0,15-38 0</inkml:trace>
  <inkml:trace contextRef="#ctx0" brushRef="#br0" timeOffset="178714">22763 8910 14292,'3'1'5204,"-1"0"-2208,-2-1-2430,5-39-40,-3 25-111,3-29-163,-5 38-112,0 2-84,-8 13 28,-9 11-12,-16 20-41,13-16 0,-1 2-14,0 2 0,0 1-9,4-1 0,2 0-19,-3 23-34,14-8 51,14-11 22,18-8-17,-4-13 45,17-5 6,-7-15 11,10-6 16,0-9 85,1-15-129,-17 11-1,3-16 57,-17 15 29,0-4 4,-6 10-11,-4 8-106,-3 8 39,-5 10-28,-6 10-22,-5 12-6,-3 10-34,1 6 23,7 0 33,6-5 1,12-4 33,24-4-51,-6-13 1,28-4-1,-16-18-10,0-1 44,6-15 17,-14-2 17,3-14-3,-18 10 0,-2-2-9,5-25-27,-5-1 84,-8 9 10,-7 16-38,-6-2-40,-8 8-61,0 11-17,1 6-134,3 7-12,7 4-1428,-4 12-8229,11 10 8765,-2-3 1,5-2 0,-2-16 0</inkml:trace>
  <inkml:trace contextRef="#ctx0" brushRef="#br0" timeOffset="179114">23584 9045 23218,'27'-40'-879,"13"7"-1486,2 30 2365,18 1 0,-27 2 0,-3 0 0</inkml:trace>
  <inkml:trace contextRef="#ctx0" brushRef="#br0" timeOffset="179289">23669 9259 23665,'40'-17'-655,"-1"0"1,1 0 0,8-5-1,-10 5 1,-21 14 0</inkml:trace>
  <inkml:trace contextRef="#ctx0" brushRef="#br0" timeOffset="184157">24227 9108 12057,'-7'-10'6340,"2"2"-5880,5 8 783,0 0-778,24-64-79,-12 43-232,3-15 0,-1 5 93,-8 26-85,-3 3-100,-3 2 106,0 5 79,-4 6-40,-8 23-128,-1 5-40,-2 5 11,2 3 1,6-8-29,1 7 23,3 1-34,2-12 0,1-8 62,0-11 151,0-11 862,0 0-940,-2-15-96,0 1 34,-2-19-11,0-1-22,-2-13-12,1-17 11,1 7 40,2-7-45,2 27 78,1 1 11,1 16-39,0 1-134,0 8 22,-1 6 12,-1 4 5,0 11 22,-6 26 12,-2 8-385,1-15 1,-1 1 345,-5 13 5,-1 8-258,7-16 247,2 6 0,2-6 11,3-16 50,0-7 40,0-13 730,1-4-533,1-10 46,2-7-288,1-18-6,6-25-22,0 2-281,0-1 303,0 9 57,-3 14-24,-2 6-33,-2 9-39,-3 16-50,-1 4-84,-2 9 341,2 7-1170,0 34 184,2-17-654,4 18 1433,6-14 0,-7-19 0,5 6 0</inkml:trace>
  <inkml:trace contextRef="#ctx0" brushRef="#br0" timeOffset="184898">24510 8860 20683,'50'-36'201,"0"-1"1,-4 5-1,-4 7-55,1 18-17,-11 12 145,-15 8-89,-10 3 286,-21 25-297,-9-6-116,3-7 1,-4 1-1693,-5 1 0,-1-1 1667,-13 11-281,17-13 0,2-3 270,5-3-11,-4 8 6,14-8 6,5-2 49,11-3-21,4-8 83,26-2 3071,-3-3-3171,16 1 812,-12-2-802,-8-1-27,-12 0 11,-8 1 51,-7 1 89,-5 3-79,-1-1 124,-15 11-123,0 1-29,-13 8-10,5-1-23,3-1-23,7-2 6,8-1 12,6-7 16,15 5-17,7-6-27,14 7-1,4-1 6,1 3 6,-6 2-1,-11 5 12,-13 1 22,-29 10-27,1-13-4,-6-7 0,-4-2 9,-19 2-215,15-8 1,0-1 180,-18 3-221,16-7 0,2-2-490,2-1-88,-17-7 0,36 2 1,1-5-1</inkml:trace>
  <inkml:trace contextRef="#ctx0" brushRef="#br0" timeOffset="192027">25240 9552 16112,'-9'-7'4727,"1"1"-3573,8 6 152,0 0-819,26-41-398,-16 31 12,22-31-11,-23 47 39,-1 10-45,-8 15-353,-25 25-594,9-28 1,-1-1-1085,-3 2 1,-1-2 1946,-17 15 0,24-26 0,1-2 0</inkml:trace>
  <inkml:trace contextRef="#ctx0" brushRef="#br0" timeOffset="193112">25953 8907 7559,'1'-3'7674,"0"1"-4857,-1 2-128,6-30-2247,-11 21-145,-1-21-185,-11 31 78,-14 6-95,8 0 68,-20 8 34,-7 10-119,8-3-33,-5 7-68,31-15 1,5 0 33,8-4 34,6 0-11,3-3 44,12 0 40,15-4-68,6 0 12,10-1-18,-11-1-32,-12 0-18,-6 0 6,-12 3 73,-2 3 33,-11 7-3386,-8 4 3342,-4 1 44,-11 6 1,-5 2-63,5-4 40,-8 7 28,6-3-56,0 0-33,2-1 16,6-4-50,11-6 3403,2-2-3381,13 2 0,9-8 0,5 0 17,16-3-16,-9-1-24,7 0 18,-14 1 33,-7 3-28,-7-2 12,-5 12-12,-3-8 56,-15 19-67,3-11-50,-9 13 39,15-17 11,5 1 11,10-11-157,19-1-369,4-1-1356,21-2-941,-10 0 2812,5-2 0,-27 1 0,0-1 0</inkml:trace>
  <inkml:trace contextRef="#ctx0" brushRef="#br0" timeOffset="194210">26610 9175 22554,'9'-37'627,"-1"0"0,-1-24-476,-31 54-11,-12 6-22,-13 8-68,6 3 14,7 4 1,0 3-18,9 1 1,0 0-40,-1 0 1,2 1-20,-12 22-28,28-16 5,3 3-22,13-4 34,2-8-23,17-1 39,-4-10 51,12-1 6,-4-14-18,4-8-5,1-12-5,3-9-1,3-10-334,-20 20 1,0-2 322,0-2 0,0-2 6,-1-1 0,-1 1-182,-1 1 0,-2 0 235,-2 3 0,-2 3 121,3-18-96,-8 17 129,-5 9-213,-1 14-45,0 0 18,-2 9 629,0 3-590,-6 22 389,3 4-401,-3 22-6,5 1-21,2 4-63,4 1-139,2-1-253,2-4-643,2-5-2247,-1-4 3361,2-6 0,-6-19 0,1-5 0</inkml:trace>
  <inkml:trace contextRef="#ctx0" brushRef="#br0" timeOffset="194451">27061 9013 22951,'43'-22'-674,"1"0"0,-3 2 0,-3 6-2552,9 17 3226,-5 6 0,-21-3 0,-8 2 0</inkml:trace>
  <inkml:trace contextRef="#ctx0" brushRef="#br0" timeOffset="194619">27104 9206 21618,'50'-10'-360,"0"0"1,-4 0 0,-7 3-1,-15 3 1,-11 2 0</inkml:trace>
  <inkml:trace contextRef="#ctx0" brushRef="#br0" timeOffset="196277">28000 8860 9850,'9'-5'7450,"-1"0"-6577,-8 5 2656,0 0-3013,6-17-141,-4 12-185,3-14-122,-9 18-40,-5-1 0,-12 1 22,-10 1-28,0 0 12,-16 0 16,-3 1 1,1 0 33,4 1 0,23-2-62,13 1 6,6-1 45,3 0-11,1 7-1,-1 3 6,1 11 6,-2 5-34,-2 5 6,-4 10-28,1-13 11,0 9-11,4-22 33,1 12-11,1-13-5,0 2 44,0-9 191,0-5 627,0-1-621,4-5-152,1-2-50,6-6-39,8-7-23,9 3-11,5 1 11,11 8-5,-17 6-12,11 7-5,-20 1 0,18 15 5,-14-2-50,5 11-50,-15-3-6,-15 1-46,-15 2 41,-4-7-393,-29 12 213,22-19-515,-4 0 0,-2-2-2313,-2-3 3125,-14 2 0,29-11 0,8-3 0</inkml:trace>
  <inkml:trace contextRef="#ctx0" brushRef="#br0" timeOffset="196501">28234 9134 21719,'4'38'-891,"1"1"1,-1-4 0,-4-4 890,-13-6 0,5-12 0,1-1 0</inkml:trace>
  <inkml:trace contextRef="#ctx0" brushRef="#br0" timeOffset="197153">28684 8943 16023,'0'-3'5696,"0"1"-2856,0 2-2616,8-23-129,-6 17 34,1-11 78,-18 39-185,3-2 12,-11 20-6,11-11-3431,-1 16 3397,7-16-16,5 6 22,7-19 0,6 1 11,6-5 22,13-6-27,-9-4 39,12-8 73,-13-5 3442,5-9-3409,-2-8 51,0-13-90,-10 14 145,-2-7-21,-10 22-80,-1 2-116,-2 6-102,0 3 62,-1 5 11,-4 6-16,-2 8-1,0 7-11,1 3-11,4 2-11,7-4-6,4-2 12,9-5 21,7-5 1,6-5 45,15-6-29,-14-4-3391,20-14 3403,-31 4 16,13-16-10,-16 3 27,-1-8-5,-7 0-28,-4 2-6,-9 4 3409,-6 3-3420,-7 4 0,2 6-269,-7 5-336,9 5-857,-4 7-2789,9 5 4251,4 3 0,4-2 0,0-5 0</inkml:trace>
  <inkml:trace contextRef="#ctx0" brushRef="#br0" timeOffset="197403">29451 8980 17445,'-4'-1'3898,"1"1"-2368,3 0-1933,31-22 72,-11 17-733,39-17-1098,-19 21-4941,6 4 7103,-11 1 0,-16 0 0,-10-1 0</inkml:trace>
  <inkml:trace contextRef="#ctx0" brushRef="#br0" timeOffset="197586">29544 9137 14460,'-12'5'5075,"2"-1"-3989,10-4-324,0 0-1401,55-5-1069,-22 1-1644,5 0 0,1-1 3352,-7 0 0,-12 1 0,-11 2 0</inkml:trace>
  <inkml:trace contextRef="#ctx0" brushRef="#br0" timeOffset="198094">30161 8999 16224,'-3'-1'5041,"1"0"-1971,2 1-2863,-29-37 235,22 10-246,-18-26 0,32 22-78,8 8-84,3 3-6,7 3-6,3 7-33,-4 4 6,13 6-3410,-8 14 3404,1-1-39,-3 20-18,-17 10 29,-4-6-62,-17 24 28,-18-18 87,0-11 0,-4-1-6,4-5 1,-1-2-12,0-1 0,2-3 37,-18 11-6,22-13-28,1-1 3425,12-7-3351,11-6-41,13-3-358,28-3-89,-6 0-592,-2 0 1,2-1-8826,28-5 8051,-17 1 1,-4 0 0,-35 6-1</inkml:trace>
  <inkml:trace contextRef="#ctx0" brushRef="#br0" timeOffset="199431">30456 8546 12202,'2'-8'4610,"-1"3"-4106,31-9 0,11 0 331,0 5-535,8-7 0,1 3 187,2 11-403,-19 4-11,-6 5 263,-18 15-202,-6-7 140,-5 21 230,-20 10-397,6-13 55,-16 21-83,17-34 100,-10 12 11,6-9 97,-7 9-147,6-7-45,1 2-45,8-7-39,4-5 113,4 5-7,8-8-55,1 3 83,18-5-89,-3-5-33,6 1 27,4 0-50,-20-2 51,4 3 61,-19 0-40,-3 1 74,-14 7-73,-7-1-6,-22 10-39,9-4-6,-2 3 1,21-5-12,8-5 17,6 3 11,5-4-16,5 6-12,4 0-39,12 7 28,-4-7 5,12 9-5,-12-15 0,15 16 0,-13-6 12,4 8-1,-13-3-11,-13-2 33,-13 0 18,-14-1-23,-10-2-51,-4-3-55,-1-3-90,5-4-291,8-6-4627,11-9 5086,12-3 0,6 0 0,4 1 0</inkml:trace>
  <inkml:trace contextRef="#ctx0" brushRef="#br0" timeOffset="199648">31001 9255 17356,'4'1'4396,"0"-1"-2054,-4 0-2303,-15 65-330,0-30-765,1 9 0,-1 1 1056,-9-2 0,10-19 0,3-5 0</inkml:trace>
  <inkml:trace contextRef="#ctx0" brushRef="#br0" timeOffset="200382">31477 8639 11161,'-2'-3'6379,"1"0"-1035,1 3-5041,-26-41-186,14 30-100,-22-31 0,22 44 33,-9 9-44,9 1 5,-4 8-5,11-1-12,3 3 12,4 2-6,2 2-6,2 0 28,2-4-5,3-3-6,2-3 1,1-4-40,1 0 44,0-2-4,-4-3 10,2 2-11,-6-3-5,1 2 27,-5 0 1,-5 2-6,-6 4 39,-7 2-22,0-2 45,-15 10-23,8-6-34,-8 8-21,10-7-12,7-1 11,6-1 0,5-3-11,7-2 11,5-2-50,9-2 56,3 0 16,0-1-33,-4 0 6,-7 0 5,-6 2 12,-6 4-1,-9 2 6,-8 5 17,-9 3-12,-1 3 12,2 0-6,5-1-11,9 4-11,6-11-6,11 5-111,7-12-690,14 1-9041,19-5 7373,-14-4 0,1-2 1,-25-1-1</inkml:trace>
  <inkml:trace contextRef="#ctx0" brushRef="#br0" timeOffset="204214">31769 8975 20677,'29'-23'1513,"-6"3"-1200,-23 14-5,0-1-173,0 2 190,-6 0-253,-4 3 1,-12 2 22,-8 6 6,-8 6-11,-3 8-17,0 7 16,4 3-66,7 3-68,8-2 22,10-2-5,9-4 0,9-4 45,6-5 28,5-7 45,1-6-1,2-9 12,1-8 50,6-20-117,-9 5 78,2-23-6,-12 8-67,-1-3 37,-2 7 0,2 0-217,-1 8 0,1 1 298,3-14 0,1 1 17,0 10 0,0 4 128,8-17-61,-6 20-146,-6 15-61,-4 8-23,-3 3 28,0 23-22,0 4-12,-1 13 12,-3 12-22,-4-5-63,-3 14-167,1 0-201,4-3-383,10-4-1001,8-6-4105,11-7 5925,0-12 0,-7-12 0,-6-9 0</inkml:trace>
  <inkml:trace contextRef="#ctx0" brushRef="#br0" timeOffset="204439">32096 8914 22244,'31'-35'-2089,"5"8"-619,8 25-4999,0 5 6658,-10 1 1,-15 1-1,-11-2 1</inkml:trace>
  <inkml:trace contextRef="#ctx0" brushRef="#br0" timeOffset="204625">32179 9046 15154,'-3'3'6145,"0"0"-4526,3-3-1692,-31 30-117,31-23-702,-10 23-1168,46-33-4001,13-5 6061,-4-2 0,-17 2 0,-12 3 0</inkml:trace>
  <inkml:trace contextRef="#ctx0" brushRef="#br0" timeOffset="205049">32706 8797 14258,'0'-3'6682,"0"1"-4049,0 2-2241,-50-15-308,30 18-22,-38-9 44,34 31-50,-1 7-6,-4 13-44,6 4-56,8 0-46,11 7 57,8-19-45,11 7-39,9-14 106,2-5 23,-1-5 27,-6-13 35,-5-9 32,2-6 18,-2-6 112,-4-11-62,-4 0-3415,-6-4 3337,-3 11 89,-7-1 0,-2 9-2273,-9-1 2111,6 5-45,-11 8-23,15 3 2157,-8 8-2549,9 4-783,-1 9-2801,5 4 4027,3-1 0,3-10 0,0-8 0</inkml:trace>
  <inkml:trace contextRef="#ctx0" brushRef="#br0" timeOffset="205249">32808 9175 18880,'2'-2'5158,"0"0"-3612,-2 2-1557,6-9-28,-8 10-298,1 1-615,-11 17-6811,-6 16 7763,6-9 0,2-3 0,7-15 0</inkml:trace>
  <inkml:trace contextRef="#ctx0" brushRef="#br0" timeOffset="205832">32943 8976 17630,'3'-4'4913,"-2"1"-3284,-1 3-1528,3-14-34,-13 21-44,2-5-23,-9 26 11,7-4 6,4 4-23,10-1 34,2-2-56,8 0 28,1-11 22,-1-7 40,6-6 0,-4-8-1,2-1 230,3-15-22,-11 3 68,2-8-24,-9 7-195,-3 6 123,-4 1-140,1 10-79,-3-2-28,3 5 6,2 1-11,-1 2 0,1 5-28,-1 4 33,3 5-11,4 0-16,2-3 5,9-1 45,3-3 5,2-3 23,1-4-17,-8-7 5,-2-5-5,-4-4 0,-4-3-16,0 0-7,-4-1 6,1 1 6,-1 5-689,-1 1 28,1 7-348,0 0-2285,0 4 0,0 0 0</inkml:trace>
  <inkml:trace contextRef="#ctx0" brushRef="#br0" timeOffset="206072">33281 9007 15137,'-8'0'6352,"2"1"-4509,6-1-773,0 0-1003,-4-20-101,10 13-167,1-15-74,10 18-3158,16 4 3433,-4 5 0,-3-2 0,-9 2 0</inkml:trace>
  <inkml:trace contextRef="#ctx0" brushRef="#br0" timeOffset="206280">33060 9232 23887,'53'-9'-218,"0"1"1,-2-1-1,-8 3 1,-18 6-1,-4 0 1</inkml:trace>
  <inkml:trace contextRef="#ctx0" brushRef="#br0" timeOffset="206973">32729 9781 22923,'37'-29'140,"-1"0"0,0 1 0,19-14 0,-8 16-106,-25 30-28,7 8-29,-14 10 23,-7 10 0,-16 9-11,-13 8 11,4-22 0,-4-1-181,-4 1 0,-1-1 173,-2-1 0,-1 0 27,1-3 1,0-1 10,-1-1 1,2-2-19,-6 5-1,5-4 56,23-15 45,9-2-73,12-2 300,15-3-383,11-1-130,6-1-291,4 0-526,3-1-1552,3-1 1782,5-2 1,-28 4 0,-5 1 0</inkml:trace>
  <inkml:trace contextRef="#ctx0" brushRef="#br0" timeOffset="207840">33305 9721 9117,'-3'-2'7141,"0"1"-1658,3 1-5045,33-20-298,-19 14 50,33-15-61,-26 20-79,9 1-27,-1 0-23,-2 2 0,-5 2 11,-9 4 67,-17 10-44,-4-5 44,-32 13-22,7-13-22,-8 2-1,12-6 23,5-1 73,-1 2-67,4 0 67,1 1 72,8-1-139,3-2 33,-2 3-61,6-4 10,-1 0 12,4-3 79,3 1 83,17-1-173,-3-1 17,30 2-40,-17-1-5,10 4-23,-18-3 12,-6 11-6,-9-7 33,-7 18-16,-5-13 62,-21 22-51,11-21 22,-21 18-39,19-17-16,-6 6 10,12-10 23,-1 2 0,4-5-11,-3 4-17,1-1 0,1-1-95,1-2-51,5-2 51,1-4-448,10-1-314,2-2 157,2-1-2112,1-1 2812,-6-2 0,-2 1 0,-2 1 0</inkml:trace>
  <inkml:trace contextRef="#ctx0" brushRef="#br0" timeOffset="208674">33216 10211 23646,'49'-39'1187,"-11"8"-1109,-36 30-66,-2 2 21,0 6-10,0 14-35,0 7-21,0 11-90,1-2-269,-2 1-880,-3-2-4402,-5-6 5674,-2-8 0,2-10 0,3-8 0</inkml:trace>
  <inkml:trace contextRef="#ctx0" brushRef="#br0" timeOffset="209791">33568 9445 7537,'-7'-2'4991,"2"1"-2757,5 1 1782,0 0-2946,-25-5-795,19 4-23,-18-4 291,27 4-319,3 0-51,4-1-27,2 2-23,6-1 6,0 1 0,3 1-73,-6 0 39,7 4-61,-11 1 33,2 7-16,-8 3 55,-3 9 29,-4 4-23,-1 5 5,-1 1 46,-1 7-113,2-13 51,-1 12 11,2-13-6,-2 9-16,-2 1 22,-3 2-11,-3-2-62,-1 0-11,1-4 6,2-3 10,1-2-3363,1 5 3347,3-11 6,0 2 44,-2-1-39,-2-4 6,-4 8 34,-1-6-1,1-2 3404,-1 1-3398,2 1 0,0 0 11,1 0 0,1-1-56,-1-1-28,0 1 23,1-1 0,0-1-6,2-4 22,-1-1-28,3-6 51,-2 1-39,5-6-40,-5 1-134,0-4-593,-10 1-3558,-10-3 4291,-3-1 0,9 1 0,8 0 0</inkml:trace>
  <inkml:trace contextRef="#ctx0" brushRef="#br0" timeOffset="216235">19616 10191 7447,'-3'0'1759,"0"0"3792,3 0-4588,78-11-537,-41 6-417,5 0 1,12-1-1,-5 1 179,-8 1 0,0 1-687,1-1 0,2 1 0,1-1 594,18-1 0,0 0-43,-17 1 1,1 1-1,0-1-15,4 0 1,0 1-1,1-1-24,2 1 0,1-1 0,0 1-6,2 1 1,-1-1 0,0 1-14,1 1 1,-1 0-1,-2 0-240,8 0 0,3 0 261,-15 2 0,6-1 1,0 1-1,-5-1 2,-4 1 0,-4-1 0,4 1-365,6-1 1,4 1-1,1 0 1,-4-1 350,1 1 1,-3 0 0,-2 0 1,11 0 1,0-1 1,-13 1 1,2 0-1,-3 0-54,12 0 1,-1 0 46,-2 0 0,3 0 15,-6 0 0,3 1 0,-4-1-4,1 1 0,0-1-6,-4 0 1,2 1 0,-2-1 180,8 0 1,-3-1-179,-2 0 1,-1 0 2,-2-1 1,-1-1 2,0 0 0,0-1 0,-1-1 0,-1 0-30,0 0 1,0-1 23,-2 1 1,0-1 5,-2 1 0,-1 0-9,-1 0 1,-2 1-6,0 1 0,-1 0 636,-1 0 1,0 1-632,-1 0 1,0 0 2,-1 1 1,0-1-7,-1 1 1,0-1 36,-1 1 1,0 0 19,0-1 0,0 0-26,2 0 1,-1 0-12,2 0 1,-1 1-4,-1-1 1,0 1 8,16 0 683,9 2-694,-27 0 1428,9 2-1495,-18-1 647,-7 1-1074,-5-1-700,-3 0 1177,0-1 0,-4-1 0,1 0 0</inkml:trace>
  <inkml:trace contextRef="#ctx0" brushRef="#br0" timeOffset="217435">26027 9880 13502,'46'-7'552,"-1"-1"1,5 2 0,-4 1-240,9 5-981,-16 0 0,3 1 766,4 0 0,2 1-3,7 0 0,3 0-990,-5-1 1,5 1-1,-4 0 931,5 0 1,1 0-2,-1-1 1,5 2 0,-4-1-41,-16-1 1,-2 0-1,1 1 31,11 0 0,2 0 0,2 0-12,-8 0 0,3-1 0,-1 1 0,-3-1-14,-2 0 0,-3 0 0,2 1 4,15-1 0,4-1 0,-5 1 4,-1-1 0,-1 0-3,-10 0 1,2 0 0,1 0-1,8 0 1,1-1 0,-1 1-6,-9 0 0,-1 0 0,1-1-8,6 1 1,1 0 0,-3-1-934,11 1 0,-4 0 932,-15 0 1,0 0-3,16 0 0,-2 0 155,-1 0-135,-17 0 0,4-1 1,-5 0 12,14 0-17,7-2 1,0 0-6,-7 1 660,-4 0 1,2 1-658,-19 0 0,1 1-6,17-1 0,1 1 3,-17 0 0,0 0-6,22 0 1,-4 0 10,-7 1-2,-5 0 0,0 0 895,8 2-903,13-1 10,-3 0 3,-26-1 1,-2-1 3001,13 2-2915,15 0-33,-31 1 438,6-1-360,-17-1 827,-9 0-502,-4-1-1565,-5 1 1,0-1-1</inkml:trace>
  <inkml:trace contextRef="#ctx0" brushRef="#br0" timeOffset="220932">5888 5046 14561,'-2'-5'4851,"0"2"-3998,-11-30 1,-2-8-148,5 11-451,-5-13 0,1 3-70,11 25-258,2 9-106,0 7 162,3 15 85,3 21-63,-1-7 1,0 5-203,0 25 1,1 2-261,-2-17 0,0 1 44,-1 0 1,0 4 0,1-3-908,0-2 1,1-2-3548,6 16 0,1-2 4867,-2-19 0,1-3 0,9 18 0,-10-39 0</inkml:trace>
  <inkml:trace contextRef="#ctx0" brushRef="#br0" timeOffset="221248">5849 5189 10726,'-18'-49'1371,"-1"-1"0,1 0 0,0 0 1,0-1-1,5 8-402,2-16-658,6 20 0,3 1-158,3-8-24,11-4 2,10 30-47,11-2-58,7 12-71,14 19 17,-17 2 6,-10 11 0,-4 5 94,-9 19-21,-1 12 2,-19-24 0,-7 1-162,-3-4 1,-4 0 150,-14 17 0,-3 0-34,12-16 0,-2-1-25,-16 13 1,3-4-113,11-13-649,-12 9-483,35-28-8570,29-12 8449,-7 0 1,14-6 0,-23 7 0</inkml:trace>
  <inkml:trace contextRef="#ctx0" brushRef="#br0" timeOffset="221880">6455 4743 11962,'0'-3'3383,"-1"1"28,1 2-2795,-61-7-274,38 16-267,-12-11 1,3 6 215,13 32-223,9-9-40,-2 8 28,7 0-28,4-14-17,0 2 0,1-10 225,0-9 817,2-1-521,4-11-166,8-8-126,0-6 94,10-14 229,-2-6-241,-5 8 393,-3-16-539,-12 35 166,-3-10-264,-2 20-174,-1 1-111,1 3 20,1 1 102,2 3 235,2 5-112,2 5-16,2 0 6,8 9-50,1-4 32,-1 0-51,-1-3-55,-8-10-202,1 1 141,-3-4 76,-1-1 72,0-1 107,1-3 121,1-4-60,0-1 39,2-6-2,-2 2 20,2-8-12,-2 5-62,0 1 12,-3 8-248,-1 4 16,1 1 48,1 4-114,4 3-15,5 4-21,1 2-105,9 3-604,10 5-718,5-1-5735,9 5 7314,-12-10 0,-12-5 1,-11-5-1</inkml:trace>
  <inkml:trace contextRef="#ctx0" brushRef="#br0" timeOffset="222123">6531 4430 21201,'11'-11'-949,"8"11"0,3 8 1,-2 3-1</inkml:trace>
  <inkml:trace contextRef="#ctx0" brushRef="#br0" timeOffset="222490">6757 4493 19215,'-2'-2'3467,"0"-1"-2632,2 3-482,6-18-14,13 24-352,13-8 114,12 34-276,3 2-363,-6 2 538,-9-5 64,-13-5-147,-9-8 106,-14-4 508,-7-7-16,-10-6 65,-3-11 117,1-10-409,7-15-108,7 3-19,10 1 1,4-2 102,9-13-272,-2 12 1,2 2-226,16-11 351,4 11-798,-3 14-3932,-5 11 4715,-8 12 0,-10-2 0,-6 3 1</inkml:trace>
  <inkml:trace contextRef="#ctx0" brushRef="#br0" timeOffset="223098">6295 4779 11031,'0'-4'5129,"1"0"-3586,-1 4-3075,-48-9 921,36 9-565,-36-3-2340,49 12 3496,0 1 1,1-4 0,-2-2 0</inkml:trace>
  <inkml:trace contextRef="#ctx0" brushRef="#br0" timeOffset="223915">6297 4744 21735,'-35'-23'31,"0"0"0,5 1 0,5 7-25,5 16 726,5 3-52,-4 3-172,1 5-19,1 2 13,-5 9-57,7-5 309,-5 13-72,6-7-316,-6 19-233,5-5-88,3 8-185,7-17-123,9 5-184,8-9-94,8 5-3439,20-6 3451,-11-10 120,16-4 194,-18-8 210,5-3 248,-1-7 91,-12 0 412,2-18 107,-12 5 3099,0-6-3404,-6-4-217,-2-6-255,-3 6-23,-3-13-210,0 24-9,-7-16-239,4 15 170,-3-7 69,5 11 142,2 2 29,1 6-26,1 3-102,1 3 108,4 16 91,3 2-95,7 16-11,0-7-53,10 8-171,3-6-225,12 7-296,-12-16 0,2-1-6053,22 9 6034,-1-4 0,-24-12 1,-13-4-1</inkml:trace>
  <inkml:trace contextRef="#ctx0" brushRef="#br0" timeOffset="255539">8817 5564 9832,'-2'-3'5524,"0"2"-4317,2 1-1016,-16-21-1388,12 16 461,-13-12 895,17 26 277,1 9-223,4 22 43,3-9 113,7 8-149,4-19 435,6-7 276,6-7 52,9-11-321,11-12-368,-20 1 0,1-2-360,5-3 0,1-2 372,3-4 0,0 0-2,0-1 0,0-1 17,-1 0 1,-1 0-104,-3 1 1,-2 2-234,-2 3 0,-2 1-1947,18-8 1962,-10 16 0,-19 9 1,-8 7-1</inkml:trace>
  <inkml:trace contextRef="#ctx0" brushRef="#br0" timeOffset="256050">8633 6907 13206,'-4'-3'2414,"1"1"-1620,3 2 45,-23-3-379,17 8 413,-16 6-322,25 9-540,4 4-2712,6-3 3061,-2-10 344,12-4-188,4-13-2034,17-9 1636,-14 2 1,2-3 88,16-9 0,1-1 36,-15 7 1,2 0-176,3-3 1,4-1 0,-6 3 101,12-5-2039,-7 5 0,-1 1 1933,-6 8 0,-7 3 0,-16 5 0</inkml:trace>
  <inkml:trace contextRef="#ctx0" brushRef="#br0" timeOffset="791087">19652 8743 24575,'0'-10'0,"0"-4"0,0-7 0,0-5 0,2-4 0,1-1 0,2 0 0,2 0 0,-1 4 0,0 2 0,2-4 0,-1 7 0,2-2 0,-2 9 0,-2 3 0,1 1 0,-3 2 0,2 3 0,-1 2 0,4 3 0,4 1 0,7 0-6784,8-1 6784,2 1 0,4 0 0,24 4 0,-22-2 0,0 1 0,0-1 0,1 0 0,1 0 0,-2 0 0,10-2 0,4 0 0,0 0 0,1 0 0,4 0 0,-19 0 0,0 0 0,-1 0 0,1 0 0,9 0 0,-1 0 0,15 0 6784,5 0-6784,-19-2 0,-8-1 0,2-1 0,21-2 0,-21 2 0,1-1 0,15-2 0,-3 1 0,-19 3 0,0 0 0,14-2 0,5 3 0,-21 0-6784,12-1 6784,-10 1 0,13-5 0,-8 1 0,1-1 0,5-2 0,2 1 0,-1-1 6784,0 2-6784,-3 0 0,-3 1 0,-4-1 0,-4 1 0,-5 1 0,-3-1 0,7 2 0,-8-1 0,4 1 0,-11 2 0,0 0 0,-1 0 0,2 0 0,1 1 0,1-1 0,-1 0 0,-3 0 0,-2 1 0,-3 0 0,-1 1 0,2 0 0,-3 0 0,2 0 0,-3 0 0,3-2 0,29 0 0,-4-1 0,4-1 0,4 0 0,3 1-1196,12-2 0,1 0 1196,-9 1 0,3 0 0,2-1 0,4 0 0,-2 1 0,7-1 0,0 1 0,-12 0 0,1 0 0,-1-1 0,-4 2 0,-1-1 0,-4 1-710,0 1 1,-1 0 709,22-2 0,-1 1 0,-24 2 0,-1 2-254,5-1 0,0 0 254,-6 0 0,-2 0 0,1 0 0,-2 0 0,27 0 0,-3 0 0,3 0 0,-6 0 0,0 0 0,-6 0 0,-3 0 2138,2 0-2138,-13 0 0,1 0 0,17 0 1558,11 1-1558,-27 0 0,-1 1 0,7 0 0,-6-1 0,-1 0 0,2-1 623,14 0-623,-18 0 0,9 0 0,-11 0 0,-11 0 0,5 0 0,-12 0 0,-2 0 0,-1 0 0,-1 0 0,-4 1 0,0 1 0,1 1 0,7 3 0,-1-2 0,5 3 0,-4-4 0,-2 0 0,-2 0 0,0 0 0,-2 2 0,-1-1 0,-2 1 0,-2 0 0,0 2 0,2 3 0,4 11 0,0 3 0,5 14 0,-2-6 0,1 4 0,-1-6 0,-2-7 0,-1-3 0,-2-4 0,-2-5 0,-1-2 0,-2 1 0,0-4 0,0 1 0,0 2 0,0 1 0,0 16 0,0-15 0,0 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8:57:07.3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5257 2777 22895,'-21'-36'-31,"-1"0"1,-12-7 58,36 77-11,3 25-3,-2-19 0,1 2-923,0 8 1,-1 2 658,0 7 1,-1 2-784,-3-17 1,-1 1 0,0-1-1493,0 11 1,-1-1 2524,-4 4 0,1-5 0,0-12 0,1-2 0</inkml:trace>
  <inkml:trace contextRef="#ctx0" brushRef="#br0" timeOffset="398">5400 2587 14766,'-34'-49'1023,"0"0"1,-1-1 0,2 8 0,0 1 0,-2 6-696,-10 1 0,-2 8-127,-1 10 1,-2 10-62,-1 9 0,0 8-1274,-4 10 1,1 9 1168,16-4 1,1 5-1,0 2-7,-1 7 0,0 3 0,3 4-13,7-9 1,2 3-1,0 1 1,3 2-15,0 2 1,1 1-1,3 1 1,1 1-7,3 1 1,1 1 0,2 1 0,4 0-3,2-2 0,3 1 0,3-1 0,3-1-8,5 13 0,5-1 0,5-3-2,5-6 0,5-2 1,6-5-26,3-4 1,6-5 0,3-5-67,6-4 0,4-6 0,1-3-32,-9-7 0,1-2 0,2-2 0,0-3-342,4-2 1,0-2 0,2-2 0,-1-3 443,2-1 0,0-1 1,0-3-1,-1-2 47,-1-2 1,-1-2 0,0-2 0,-3-2 28,-3-2 0,-1-1 0,-2-2 0,-2-2 41,8-9 0,-4-5 0,-4-1 48,-7-1 0,-5-3 0,-4-2-10,-5-1 1,-5-2 0,-4-1-14,-4-2 1,-4-1 0,-5 0 23,-4-3 1,-5 1 0,-5 0 1,-3 1 1,-5 1 0,-4 2-23,-4 3 1,-5 2-1,-4 3-188,-3 5 1,-4 4-1,-1 4 95,-3 4 0,-1 4 0,1 4-38,-9-2 1,-2 6-200,9 9 0,-3 4 0,5 5-2010,2 4 0,3 5 2232,-13 2 0,4 1 0,8 9 0,23-8 0</inkml:trace>
  <inkml:trace contextRef="#ctx0" brushRef="#br0" timeOffset="1334">11249 2633 24279,'-52'-9'140,"5"6"-96,29 17 18,-7 4 28,-5 1 117,-10 0 67,9-8-106,3-3 158,9-13-13,6-16-262,3 0 16,3-23-17,13-4-16,6 2-29,3 4-10,8 14-1,-3 15-5,9 3-6,5 11 6,4 15 17,5 15-9,-21-8 0,-2 3-149,-1 6 1,-4 2 156,-4 5 1,-7 3-17,-18 16 0,-8 0-680,6-17 0,-4 0 687,-8-3 0,-5 2 1,-1-6 8,-4-2 1,-1-5-235,-9 5 0,1-3 231,12-9 1,0-5 25,-4-1 0,1-8 68,-6-16-74,1 0 17,23-25-16,23 4 230,10-5-287,24 0 1347,-4 15-1321,5 11 0,2 5-4,3 5-3,0 4 0,3 2-220,-13 2 0,0 2-597,10 2 0,1 2-2238,2 1 1,-2 0 3069,-4-1 0,-4-1 0,12 4 0,-22-7 0</inkml:trace>
  <inkml:trace contextRef="#ctx0" brushRef="#br0" timeOffset="1727">11656 2114 19080,'-48'-25'526,"-1"-1"1,0 0-1,1 1 1,2 5-1,1 1 1,-1 3 0,-2 2-448,-7 2 1,-3 4 0,0 2 0,3 2-1321,0 3 1,2 2-1,-2 4 1320,3 1 1,-3 2 0,0 3 0,3 1-399,-7 6 0,2 3 0,0 4 348,5-2 1,0 2-1,-1 4 1,3 4-17,8 1 0,0 4 1,2 3-1,2 2 1,4-1-7,-2 6 0,5 1 0,1 1 0,3 0-6,1 0 0,0 1 1,4 0-1,6 1-1,5-4 0,6 2 0,3-2 0,3-2 9,4 4 0,6-3 1,3 1-33,3 8 1,4 2-1,9-3-49,5-12 1,6-1 0,5-3 0,1-4-448,-2-5 1,3-3 0,2-3 0,-1-1 462,2 0 0,1-2 0,1-2 0,1-4-61,6-4 1,2-3 0,0-4 0,-3-1 12,-8-4 1,-2-2-1,0-1 1,2-2 91,8 0 1,3-2 0,-1-2 0,0-4-38,-12-2 1,1-4-1,-1-1 1,-2-1-1,-3 1 71,8-4 1,-4 0 0,-1-6 14,-7-2 1,1-4 0,-4-2 0,-6 3 120,-2-3 1,-5-5-116,-5 2 1,2-8 0,-1-5 0,-2 0 0,-2 6 166,-2-7 1,-4 4-1,-1-5-164,-1 7 0,1-4 0,-2-2 0,-3 3 0,-6 5 10,-9-4 0,-8 5 0,-6 5 67,-9 5 1,-7 5-1,-1 5-121,5 6 0,-1 4 0,-8 5-2,-5 8 0,-12 6 0,-5 3 0,0 2 0,5-1 0,12-1 0,-9-2 0,3 1 0,3 5 0,-1-1 0,1 1 0,-1-1 0,0 1 0</inkml:trace>
  <inkml:trace contextRef="#ctx0" brushRef="#br0" timeOffset="2915">10974 6475 14953,'-11'-1'7377,"3"0"-6352,8 1-387,0 0-263,-39-60-173,29 36-158,-9-12 1,6 2 0,26 17-56,13 3-17,25 6 39,-12 5-11,-4 6 0,0 3-11,20 13-12,-20-4 1,1 3-186,-2 2 1,-2 4 196,-5 1 0,-4 2-3,-6 2 0,-6 0 8,-14 32 14,-9-32 1,-5-1-4,-7 0 1,-3-4 8,-1-2 0,-2-3 48,-26 9 134,6-15 106,16-23-38,12-10-6,13-12-85,13 3-128,2 9 17,13-1 341,0 14-403,13-1 17,5 15 17,9 9-43,-18 0 1,0 3-187,3 5 1,0 3 186,-1 4 0,-1 2-6,-4 2 0,-6 4-3,-9 5 0,-8 0 0,-10-9 0,-5-2-215,-4-2 1,-4-3 135,-10-8 1,-3-5-476,-25-2-3,22-7 0,0-3-429,2-6 0,2-5-2772,2-5 0,3-4 3775,-13-21 0,18 10 0,12 9 0</inkml:trace>
  <inkml:trace contextRef="#ctx0" brushRef="#br0" timeOffset="3292">11118 5752 17652,'-63'1'1441,"0"0"1,-1 5-1,3 3-1242,17 0 1,0 5-1115,-2 7 0,-2 7 0,3 2 1002,-3 9 0,3 5-69,13-12 0,-2 3 0,1 2 1,4 1-4,-1 10 0,4 2 0,4 2-12,2 6 1,4 2 0,3-2-6,2-10 0,2-2 0,4 5-24,5 3 1,5 6 0,2 0 0,4-6-27,4-2 0,4-5 0,4 1-18,0 2 0,3 3 0,4-2 0,5-6-97,10-8 0,7-5 1,2-4-1,-3-2 107,1 0 0,-3-4 0,6-3 13,-7-7 0,4 0 0,2-3 0,-1-2 0,-4-3 19,14-5 0,-4-4 0,3-3 43,-7 1 1,3-1-1,0-3 1,-3-2-239,-2-3 1,-2-2 0,-1-3 0,-2-2 282,-5 0 0,-1-3 0,-2-2 0,-2-1 20,6-14 1,-3-3 0,-5 1-48,-8 8 1,-3 0 0,-3-5 31,-4-6 1,-1-6 0,-3-1 0,-3 3-14,-3 1 0,-3 2 1,-2-2 4,0-2 0,-2-3 1,-2 1-1,-6 3 42,-5 0 0,-5 3 0,-9 5-359,-6 10 1,-6 3 0,-4 3 0,3 2 270,-1 2 0,1 3 0,-6 3-38,-7 3 1,-7 3-1,-1 3 1,3 4-865,-3 3 1,3 6-1,-4 1 891,2 1 0,-5 1 0,1 1 0,6-1 0,10-1 0,4 0 0,0 1 0,-13 6 0,-1 0 0</inkml:trace>
  <inkml:trace contextRef="#ctx0" brushRef="#br0" timeOffset="4515">5175 6986 15877,'7'-55'900,"1"1"0,-1 5 0,-3 5 1519,-1-1-2002,-4 15 603,-1 12-1014,0 11 344,-1 8-356,-2 14-145,-4 16 157,-7 25 227,5-17 1,1 1-226,0-6 1,1 2-1,-3 24 1,2 2-4,5-20 1,2-1-4,0 17 1,3-1 0,5-18 0,3-5 25,16 18 78,7-22 102,5-19-85,-7-14 129,19-32-146,-12-2-251,-10 8 1,0-1 200,6-10 19,-10 12 1,-1 1-42,-1 1 912,14-18-929,-23 31-39,1-3 16,-10 20 6,-1 12 0,-1 17 6,-3 17-9,1-18 0,-1 0 41,1 5 1,-1 0-59,1 2 0,1-1-47,4 0 0,3-2-143,2-2 0,3-3-602,23 17-515,12-21-723,10-24 515,-24-13 0,0-5-745,5-7 1,-2-2 974,-5 1 0,-1-2-961,13-21 1,-3-4 1678,-13 10 1,-3-2 1052,-2 1 1,1-3 0,-3 0 835,0-16 1,-5-1 268,-3 1 0,-5-1-204,-5 3 0,-5 0-334,-6 4 0,-6 2-627,3 14 0,-6 0 214,-6 6 0,-6-1 0,0 4-251,-7 0 1,-4 4-208,2 1 1,-4-1-1,-1 5-48,3 6 0,-1 4 1,-1 3-48,-5 1 0,-1 2 0,-1 3-974,-5 5 1,0 2-1,-2 4 916,11-1 1,0 2 0,-1 2 0,0 1-2,-2 4 1,-1 2-1,0 2 1,1 1-305,-2 4 1,1 1 0,0 2 0,1 1 302,0 4 0,1 0 0,1 3 0,2 2-14,1 1 0,2 1 0,2 3 0,2 0-280,4 1 1,1 2 0,4 1 0,2 0 274,4 0 1,2 0 0,4 1 0,3 1-6,3-2 0,4 0 1,3 1-1,3-1-39,6 14 0,7-1 1,2-3 43,-1-12 1,2-3 0,7-1-38,10-2 0,7 0 0,4-3 0,0-6-65,6-3 0,2-6 0,7-2-58,-11-6 0,6 0 1,4 0-1,0-2 0,-1-2 1,-4-2 94,3-1 1,-3-3-1,0-2 1,4-3 9,-4-1 1,4-2 0,2-2 0,0-1-1,-3-1 1,-3-2 71,6-4 1,-4-3 0,-2-1-1,3-2-66,-3 0 1,1 0-1,1-3 1,0 0 0,-3-2 123,-3-1 1,-1 0 0,-1-2 0,-1-1 0,-2-1 43,6-7 1,-2-2 0,-2-1 0,-2-2 20,-5 2 1,-3-2 0,-2-1-1,-2-1-29,-4 0 1,-2 0-1,-2-2 1,-2 0-41,-3 0 1,-2 0 0,-2-1 0,-1 0 33,0-14 1,-2-1-1,-3 2 51,-3 4 0,-2 0 0,-4 3 7,-2 5 0,-4 2 0,-3 3-3,-11-11 1,-7 6 423,-8 9 1,-6 7-677,-8 8 1,-4 7-833,-5 5 1,-2 6 935,5 5 0,3 3 0,17-1 0,5 1 0,-7 4 0</inkml:trace>
  <inkml:trace contextRef="#ctx0" brushRef="#br0" timeOffset="5491">15816 4499 16415,'4'-7'4536,"0"2"-3483,-4 5-481,25-63-202,-27 43-267,10-15 1,-7 3 36,-33 27-34,-13 2-27,-14 5-37,15 2 0,-1 1-34,13-1 1,0 1-310,-15 4 1,0 1 339,-10 7-34,23-5 1,1 0-17,-18 12-17,15-2 34,14-4-1,10-6 34,2 4 1,8-2 10,-2 11 633,2 3-593,1 6-1,0 5 1,-2 0-3329,-3 6 3295,2-15 101,-5 6 22,4-18-11,-1-1 33,3-6 472,1-6 27,1-3 2860,4-10-3454,3-4-61,5-10-11,7-2 11,3 1-23,5 5-11,-3 6-5,22 6-23,-7 7 11,21 8-22,-5 11-506,0 10 540,-4 8-46,-10 4-230,-16 2 220,-26 1-23,-29-3-14,3-20 1,-4-3-358,-7 1 1,-2-2 20,-1-2 0,-2-1-429,2-2 1,1-3-1521,5-3 0,2-2 2372,-17-3 0,23-3 0,16-2 0</inkml:trace>
  <inkml:trace contextRef="#ctx0" brushRef="#br0" timeOffset="5875">15564 4074 18744,'-39'-50'858,"0"-1"1,8 20 0,-2 2 0,-2 9-655,-9 16 0,-3 9-1563,3 0 0,-2 4 0,-1 2 1439,-6 5 0,-1 3 1,0 4-48,10-2 1,-1 4-1,1 1 1,1 2-19,0 3 1,0 1-1,1 3 1,3 1-5,1 0 0,2 3 0,2 1 0,4 2-436,4 6 0,3 4 0,3 0 0,3-3 427,2-3 0,2-2 0,6 3-2,6 13 0,7 4 0,5-6 124,3-17-1,5-4 1,4 1-147,7 3 1,6 3 0,2-1 0,-2-4 3,0-1 0,0-3 1,6-1-344,7-1 1,6 0 0,3-3 0,-2-5 347,-10-9 0,-1-4 0,1-3 0,2 0 11,0 0 1,2 0 0,1-1 0,1-1 0,-1-2 7,1-2 1,0-1 0,0-2-1,0-1 1,2-3-54,5-3 1,3-2-1,0-3 1,-2 0-1,-4-1 64,-5 2 1,-3 0 0,-2-2 0,2-4 27,9-6 1,2-4 0,-3-3 0,-9-2 270,-11 0 0,-6-2 1,-2-6-277,0-2 0,-1-6 0,-2-1 1,-3 1-16,-1-9 0,-5 0 0,-2 0-13,-2 1 1,-2 0-1,-6 2 7,-8 5 1,-4 1 0,-6 4-19,-11-5 0,-8 4 63,2 9 1,-4 0 0,-5 4-153,-3 8 1,-7 5 0,-1 1 0,3 3-66,0-1 1,1 3 0,-5 3 153,2 5 0,-6 2 0,-1 2 0,4 0 0,9 1 0,3 1 0,3 1 0,-22 3 0,0 0 0</inkml:trace>
  <inkml:trace contextRef="#ctx0" brushRef="#br0" timeOffset="7488">6216 2898 12226,'-59'7'2676,"-1"1"1,15-2-1,6-2-1736,-9 3-644,35-6-274,9-1 25,4 1 438,7 0-68,10 1-277,3 1 72,23 0-105,-10-1 0,5-1-68,4 0 1,4 1-1705,16-1 0,1 0 1816,-15 0 1,0-1 96,-3 0 0,2 1 1,-1-1-361,-3 0 0,-1-1 1,4 1 276,5 0 0,5-1 1,2 1-1,0-1 2,3 1 0,0-1 0,0 1 0,-1 0-305,-8-1 1,-1 0 0,-1 1 0,1-1 288,6 1 0,1-1 1,-1 1-1,-8 0 131,2-1 0,0 1-245,-3 0 1,8-1-1,1 1 1,-4 0-595,-1 0 0,-3 0 1,2 0 514,8-1 0,3 1 0,0 0 7,-12 0 1,1 0 0,-1 0-1,-3 0 341,17 0 0,-2 0-348,-13 0 1,1 0 0,-2 0 165,10 0 0,-5-1-252,-16 0 0,-1-1 82,6 0 1,1-1-355,-7 0 1,-1 0 345,26-5 1811,-2-1-1911,-18 2-51,-8 1 1174,-16 3-1002,-8 1 787,0 0-465,5 0 3368,-4 0-3522,22-1 62,-16 3-7,26-3-29,-24 3-21,16-1-373,-17 0 25,24 1-27,-22 0 172,18 0 27,-17 1 49,15 0-159,-10 1-7,12 1 2,-15-2-15,2 1 349,-10-1 311,-8 0 59,-5-1-630,-1 0 689,2 0 46,3 0 26,5 0-71,-1 0-237,9-2-277,-7 0 26,3-1 648,-8 2-415,-5 0-191,0 1-283,2-1 118,2 1-415,5-1-7584,3 0 7084,1 1 1,-6 0 0,-2 0 0</inkml:trace>
  <inkml:trace contextRef="#ctx0" brushRef="#br0" timeOffset="8561">11874 3086 8914,'-1'-3'7047,"0"1"-2229,1 2-4411,0-9-199,0 7-91,0-6-66,0 8 432,0 0-138,0 3-209,0 0 0,0 5 12,4 3-35,4 5 100,13 5 110,12 5-293,16 3 4,-17-11 0,2-1-480,7 1 1,3 1 557,6 1 0,3 1 0,5 0 0,1 1-21,-16-5 1,0-1 0,-1 1 12,9 2 0,1 2-48,0 0 1,4 3 0,-4-1-10,4 2 0,-1 1-474,-4-2 0,4 2 0,-3-1 427,-11-5 0,-3 0 0,0-1-31,17 10 1,-1 0-2,-2-1 0,0 0-71,1 0 1,1 0 3,0 1 0,2-1-270,-18-9 1,2 0 0,-1-1 306,1 1 1,0 0 0,-1-1-5,1 0 1,0 0 0,-1-1-33,17 8 0,-1-1 41,-5-1 1,-2-1-37,-5-3 0,-2 0 110,-5-4 0,-1 0 5,-4-3 1,-1-2 33,26 7-12,0-4-4,1 0-18,-10-3-541,-4-1 0,9 1 0,-8-1 530,6 1-7,-8-2 0,6 2 0,-12-2 877,-13 0-881,0 0 799,-9-1-793,-7-3 91,-3 0-92,-2-1 3404,0-1-3386,-1-1-324,0 0 0,0-1 1</inkml:trace>
  <inkml:trace contextRef="#ctx0" brushRef="#br0" timeOffset="9527">12337 6213 16157,'-37'5'539,"1"1"1,2-2 0,5 2-120,6 2-264,6-2 208,0 1-122,10-3 77,-3 1 51,4-1-45,-1 1-40,0 0-100,-1 0-129,4-1 45,1-1 347,3-2 291,8-1-257,12-6-230,22-4-151,-13 1 0,3-2-223,6-1 0,2-2 183,4-1 1,2-2-575,2-3 1,2-1 537,4-1 0,1-1-423,-15 6 1,0-1 0,2 1 415,2-2 1,2 0 0,0 0-480,5-2 1,0 0-1,1 0 470,4-1 1,0-1-1,0 1-2,-11 5 0,-1-1 0,1 1 0,0 0 1,-1 0 1,1 0-1,-1 0 1,1 0-6,13-5 1,0 1 0,-1 1 5,-3 0 0,-1 0 1,-1 1-3,-4 1 1,-1 1-1,-1 0-133,-5 1 0,0 1 1,-2-1 139,11-4 0,-2 0 242,-5 1 0,-4 1-256,19-8 19,-21 8 1,0 0-3,13-6-1,-14 7 1,-1 0 0,18-9-22,-4 4 21,-6 2 1022,-6 7-1032,-9 4 1674,-10 4-1669,-9 3 976,-6 1-1032,-3 0 307,2 1-845,2 0-2430,6 0 3013,2-1 0,-2 1 0,-4-1 0</inkml:trace>
  <inkml:trace contextRef="#ctx0" brushRef="#br0" timeOffset="10644">6640 7205 12107,'-47'5'1139,"0"0"0,4 0 0,7 0-287,8 2-500,7-2 584,-13 3-500,20-5-251,-2 2-218,13-4 5,2 0 308,7-1 135,7 0-292,4 0 20,13-1 0,4-1-82,3 0 3,6-2 1,4 0 16,-12 1 0,0 0-741,13-2 0,4 0 707,6 0 1,3-1-22,-17 2 0,2 0 1,0 0-13,4 0 1,1 0 0,-2 0-7,12-1 1,2 0 26,-16 2 0,5-1 0,0 0 0,-3 0-9,2 1 0,-3 0 1,4 0-495,1-1 0,4 0 0,1 0 0,-3 0 490,8 0 1,-2 0-1,0 1-11,-2-1 0,1 0 1,-4 1-374,-11 0 0,-3 0 0,2 1 373,3-1 0,1 0 1,-2 0-299,6-1 1,2 1 312,-3 0 0,3-1 0,-2 0-15,-8 1 0,-1 0 1,0 0 2,5-1 1,1-1 0,-2 1-9,10-1 0,-2-1 2,-1 1 0,-1 0 3,-2 0 1,-1 0-1,-2 0 0,0 0 219,-2 0 1,-1 0-220,0 0 0,-1 1 656,-2-1 1,-1 1-657,-1 0 0,-1 1-14,-3 0 1,-1 0 10,3-1 0,-2 1 4,12-2 4,11-2 1318,-22 2-1323,11-3 6,2 1-6,3 0 12,0 1-7,-3 0-4,-7 1 1053,-10 1-864,-12 2 821,-8 0-775,-6 0 283,-1 0-451,1 0-17,0 0-6,0 0-28,-2 2-95,-3-1-6313,-2 0 6380,-4 1 0,3 0 0,-3 0 0</inkml:trace>
  <inkml:trace contextRef="#ctx0" brushRef="#br0" timeOffset="11803">5100 3909 13099,'6'-44'1705,"0"1"1,0-1-1,2-13 1,-3 11-1168,-4 27 442,-1 9-885,0 6-118,0 0-33,0 4 84,0 6 45,0 6 17,-1 12 72,-1 23-106,0-10-11,0-5 0,0 1-447,-1 25 441,2-18 1,0 1 8,0 4 0,0 2 33,1 17 0,0-1-435,1-18 0,0-1 395,0 0 0,0 2 1,1-2 25,1 1 0,1 0 17,1 10 0,0 3-981,-1-12 0,0 0 0,0-2 942,0 1 0,0 0 67,1 18 0,-1-1-263,-2-21 1,-1-1 242,1 10 1,-1 1-12,-1-1 1,1-1-21,-1-3 1,0 0-18,-1-4 1,2 1 8,0 6 1,0-3-15,1 17-14,0-29 1,1 0 46,3-1 1,0-2 0,4 23 102,-2-17 1,0 1-129,-1-2 1,-2-3 8,4 11 79,-4 15 2867,-3-22-2935,-2-4 1,1 1-1,-1 15-11,1 14-11,-1-23 791,-1-5-825,0-9 17,0 2 451,0-14-457,-1 8 273,2-9-278,-1 1-6,1-5 11,0-4-22,0-1 23,0 2-1,0 5 0,0 2 1,0 4-29,0-5-55,0-1-1497,2-5-4575,1-4 6133,2-1 0,-2-1 0,0 0 0</inkml:trace>
  <inkml:trace contextRef="#ctx0" brushRef="#br0" timeOffset="14910">5746 3510 16878,'-3'-5'2379,"1"2"-723,2 3-836,-24-35-1146,19 27 131,-18-26 116,28 35 337,3 4-411,10 4 447,3 5-60,4 6-492,2 4 398,1 5-37,10 14-26,-11-12-174,-5-8 0,1 0-1,13 8 68,-11-11 0,1 0 28,1-1 0,2-1 48,0 2 0,1-1-217,2-1 1,1 1 190,1 0 1,1 1-312,0 0 0,1-1 310,0 1 0,0 1 5,0-1 0,0 0-11,1 0 1,1 0-1539,11 5 1,-1 0 1501,-14-8 1,0-1 89,15 9 1,1-1-125,-14-8 1,0 0 127,11 5 0,2 1-8,2-1 0,0 0-129,2 0 0,-1 1 130,1-1 1,-1 1-154,-1 0 0,0 1 140,-2-1 1,-1 1-13,-2 0 0,-1 1-16,-1-1 1,-2 0-1,0 0 0,-2-1-824,-10-5 1,1 0 833,14 8 1,1 0-51,-13-8 1,0 0-20,14 7 1,1 1 0,-8-6 0,-2-1 2,0 0 1,-1 0-12,0-1 0,-1 0 207,-1 0 1,-1 0-206,-2-1 1,0 1-1,-3-1 1,0 1 80,25 15-16,-3 1 2093,-2-1-2105,-10-7 0,-1-2 6,9 6-12,-13-10 1,-1 0 17,11 2-1,3 1-11,11 4 17,-4-2-5,-7-4 3088,-7-1-3094,-9-2 678,-9-3-706,-6-1 179,-2-1-156,1 1-1,4 3 28,4 1-5,7 1-18,6 0 18,4-1 0,6-1-6,0-1-17,-1-1 17,-6-2-17,-7-1-5,-8-1-1,-5-2 1,-2 2 22,2-1-17,5 1 0,8 2 28,8 1-39,6 2 12,4 1 27,3 2-34,-3-1 7,-3 1-1,-6 0 6,-5 0-12,-4-2-5,-11-5-5,6 4-7,-9-6 12,8 5 28,-4-4-16,-1 2-24,3-1 35,1 1-12,4 1 0,2 0-5,-2 0-1,-1-2 1,-6-1 5,-2-2 12,-7-2-23,-3-1 0,-1-1 5,-1 0 1,3 2 5,3 2-11,2 0 0,1 0 11,0-1-5,-3 0-6,0 0 11,-2 0-5,-1 0-1,0 0 1,-3-1-6,-1-2 5,-2 0 12,-1-1 0,-1-1-11,-1 0-1,0-2 1,1 1-1838,1 2 1832,2 0 0,-2 0 0,-1-1 0</inkml:trace>
  <inkml:trace contextRef="#ctx0" brushRef="#br0" timeOffset="17924">5930 3492 12937,'-5'0'4968,"0"0"-3781,5 0-419,-67-4-167,43 1-496,-13 0 0,2 0 296,20 0-321,9 1-229,-2 1-90,6 0-413,2 1 817,8 0 13,5 1-63,16 0 63,10 0-27,12 2 327,8-1-386,-25 1 0,1-1 151,4 1 0,1 0-437,3 1 1,2 0 359,3 1 1,2 0-477,3 0 0,1 1 522,2 0 0,2 1 20,3-1 1,1 1-172,-19-2 1,1-1 0,0 1-12,2 0 1,1 1-1,0-1-504,2 0 0,1 1 0,0 0 504,1-1 0,1 1 1,0 0-2,0 0 1,1 0 0,-1-1-7,2 1 0,-1-1 1,0 0-7,1 0 0,-1 1 1,0-1-4,2 0 1,-1 0 0,0 0-3,1 0 1,-1 0 0,1 0-11,-1 0 0,1 0 1,0 0-36,-1 0 0,0 0 1,0 0 0,0 1 1,0-1-1,-1 0 1,1 1 1,-1-1 0,0 1 2,0 0 1,0-1 0,0 1 1,0 0 1,0 0 0,0 1-209,-1-1 0,0 0 0,1 1 196,9 1 0,3 0 0,-5 0-35,3 0 1,0 0 30,-6 0 1,4-1 0,-5 1-21,1-1 1,-2-1 15,-8 1 1,2-1-1,-3 0-26,8 1 1,1 0 25,-5-1 1,3 1-1,-2 0-15,2 0 1,0 0 11,-3-1 0,3 1 1,-3-1-16,-3 0 1,0 0 28,5 1 1,4-1 0,-6 0-31,-12-1 1,-1-1 25,11 2 0,6 1 0,-6 0-8,-7-1 1,-2 0-20,11 2 1,1 0 8,0-1 1,-1 1-4,0 0 1,0-1-45,0-1 1,1 0 58,-1 1 1,0-1-2,1-1 0,-1 0-1,0 0 0,1 0-10,-2 0 0,-1 0 75,0 0 1,-2 0-77,-1-1 0,-1 2-53,-4-1 1,-2 0 48,-3 0 0,-2 1 704,22 4-770,-11 3 2,0 4-10,-16-3 1566,11 6-1572,-11-6 104,10 3 5,5-1-59,2 0-4,5-2 8,2-1 3,0 0 17,-2-1-3,-5-1-12,7 2-4,-19-5 1149,13 4-1076,-16-4 501,8 2-505,0 1-1,-1 0 1,2 1 5,2 0-12,3-1 1,1 1 11,0-1 11,0-1 10,11 1-28,-17-3 12,17 3-12,-18-3 11,10 2 6,4 1-17,-12-2 12,-5-2-7,-6-1 18,-6-2 5,8 1-6,0 1-5,2 0 5,0-1 1,1 1-1,0 0 6,0 0-6,6 1-10,-12-2 27,10 1-17,-15-3 6,5 0-22,-3 0-12,-2 1 17,1 1-11,1 0 17,4 1-11,3 2-1,4 0 18,4 0-12,-1-2-11,-2-1 6,-5-2-1,-6 0-16,-3-1 11,-4 1 17,0-1 0,1 2-12,0-2-10,2 2 5,-1-2 16,-2 1 1,5 0-11,-10 0 5,7 0 6,-9-2 0,2 1-12,-3-1-5,-3 1 11,-3-1 1,0 0-40,-2 0 16,-1 0-1416,0-1 1428,-4 2 0,2-1 0,-2 1 0</inkml:trace>
  <inkml:trace contextRef="#ctx0" brushRef="#br0" timeOffset="43857">7856 2260 20800,'-3'-46'1073,"1"-1"1,0 5 0,1 7-542,0 11-314,1 8 191,-2-3-386,2 12-236,-2 2 274,2 28-49,-1 11-1,1 6-6,0 1 29,0 2-34,0-16 28,0 27-6,0-32 18,0 5-3270,0-19 3393,0-5 184,0-3-89,0-11-2370,0-5 2174,0-5-911,0-22 933,0 4 1712,0-9-1718,0-14-5,0 27-28,0-11-40,0 29 2571,0 9-2609,0 6 2260,-1 12-2216,1 9 0,0 18 0,1-2-16,-1 19-1,-1 7 6,1-3-11,-1 1 17,1-31 55,1-13 18,0-9 161,-1-5-16,0-12-156,0-6-29,-2-16-17,0 4-16,-2-14-1,1 8 29,0-14 16,1 23-61,0 2-11,1 23-51,-1 10 73,0 0-34,-4 36-464,2 0-3283,0-8 1,1 1 3780,1 24 0,0-20 0,2-19 0</inkml:trace>
  <inkml:trace contextRef="#ctx0" brushRef="#br0" timeOffset="45902">13875 3240 13429,'2'-54'2285,"1"-1"1,0 0-1,-1 6-1081,0 9-313,0-1-325,-1 18-443,-1 12-151,0 10 78,-1 14 18,-1 13-18,-3 17 6,-1 13-483,0 4 432,-1 1-69,3-7 69,1-10 7,1-14 184,2-14 733,0-10-699,0-9-90,1-11-11,1-12-34,0-14-34,0-14-21,-1-9 61,-1 29 1,-1 1-52,-1-30 106,0 16-145,-2 17-134,2 17 28,-1 15 111,-1 15-10,0 3-1,-2 10 1,-1 4 0,-6 24-144,3-14 1,1 0 137,1-6 0,0-2-6,2-3 1,0-2 0,-1 19 38,3-16 191,3-18 46,1-12-158,5-17-56,6-25 491,0 4-522,-2 3 0,0-2 20,3-22-178,-4 21 1,0-2 143,-1 1 0,1 2 23,5-23-18,-3 16-38,-5 21-73,-2 9 28,-4 18 39,-6 11-388,-5 18-3168,-7 20 3584,-1-1 0,10-26 0,7-19 0</inkml:trace>
  <inkml:trace contextRef="#ctx0" brushRef="#br0" timeOffset="47044">7834 2149 24562,'-11'-53'-885,"2"12"649,9 44 675,0 8-134,1 12-114,-1 14-60,1-3 10,-1 18-46,-2 8 204,1 1-159,0-28 0,-1-1-89,0 13 79,0-18 54,2-8 603,-1-15-215,0-5-728,1-8 24,-3-8-52,0-11 109,-2-10 45,1 4 83,-6-26-96,3 14-101,2 13 0,0 1 392,0-7 27,1-5-36,1 27-30,1-8 15,1 21-321,1 1 299,-1 2 20,1 6 146,-1 8 185,3 13-914,0 16-4479,1 16 4022,1-1 0,-2-18 1,0-16-1</inkml:trace>
  <inkml:trace contextRef="#ctx0" brushRef="#br0" timeOffset="48519">7498 2166 21495,'-35'-44'385,"0"-1"0,5 4 0,16 5-308,44 10 91,17 1-57,10 3-78,-27 13 1,2 3 334,11 6 0,-1 4 80,16 13-220,-22-1 0,-6 6 82,-4 26-252,-13-6-7,-8 5 176,-13 6-572,-7 6 187,-3 0-1398,-4-13 0,-1-3 1783,2-4-24,1-3 1,0-2 214,5-10-319,2-1-167,5-10 399,6-7-427,3-5 3216,9-5-3390,11-6-113,16-8 239,18-6-141,-21 10 1,3-1 257,6-1 1,3 1-525,-6 1 1,3 1-1,-1 0-3577,14-3 1,0 0 4129,3-1 0,-5 2 0,0 1 1,-27 5-1</inkml:trace>
  <inkml:trace contextRef="#ctx0" brushRef="#br0" timeOffset="49456">13609 3057 12477,'-5'-2'5915,"1"0"-5389,-24-14 1,-5-5 330,10 1-502,-12-4 1,3-1-26,24 8-38,4 2 302,7-4-476,1 7 162,17-19-174,4 13-56,6-4 40,12 3-45,11 7-45,-8 3 2,-13 5 1,-1 3-8,8 9 22,6 7-12,-8 26 12,-16 5-14,-16-13 0,-5 1 11,-8 0 0,-4 0-208,-13 23 227,-5-13 1,-5 0-874,7-14 1,1-2 844,-6 7 1,-1-1 19,0-2 0,1-3-2781,-3 5 2750,-4 3-16,23-16 66,11-14 356,7 0 20,25-12-320,15-4-66,11-3 55,-3 0 0,1 0-89,9-3-54,-14 6 0,7-2 0,-4 2-434,-4 2 1,-1 1-334,10-2 1,0 2 820,-4 2 0,-8 2 0,-11 1 0,9 1 0</inkml:trace>
  <inkml:trace contextRef="#ctx0" brushRef="#br0" timeOffset="51798">10388 4407 20739,'7'-48'181,"0"0"0,2 4 0,6 9-136,27 17-29,12 4 1,8 4-17,-29 7 0,-1 2-17,17 3-3,-16 3 1,-2 5-4316,10 20 4318,0-1 876,-20 12-825,-26-11 0,-12 8-1,-13 0-16,2-10 50,-17 7 45,17-16 129,-9 4 174,14-14 291,7-5-510,7-4 112,4-1-140,4-2-135,1 0-61,3 2 28,5-1 0,7 2 3404,12 5-3416,9 3-21,7 9 22,2 4 5,-1 5-5,-7 2 28,-11 0 27,-14-2 35,-19-3-34,-16-1-12,-16-3-10,-6-2-57,-1-4-100,5-2-6095,-1-3 6229,15-4 0,5-2 0,14-2 0</inkml:trace>
  <inkml:trace contextRef="#ctx0" brushRef="#br0" timeOffset="55420">7432 4969 13586,'-5'-4'2252,"0"1"946,5 3-3186,-5-3 83,3 4 90,-4 0-79,5 4 320,-3 8-270,1-5 208,-9 10-134,1-8 123,-3 3-113,5-8 516,0-2-307,3-7-40,-1-3-247,3-3 219,-1-15-196,3 4-45,0-12-56,4 6-73,4 3-72,7 3-12,11 6-11,9 6 22,10 6 40,6 12-40,-1 11-83,-7 16-68,-13 14-39,-23-10 0,-5 2 78,-7 19-160,-10-12 1,-9 0 182,-9-7 0,-3-4-376,9-5 0,-3-2 639,-11 6 0,-1-6 381,1-14 107,-1-5-147,16-19-139,13-12-85,10-10 183,9-3-350,9 1 1073,9 7-1141,7 8-5,9 10-12,7 12-89,9 13-657,-24-4 1,-1 4 768,3 4 0,-1 1 0,3 3 0,-6 0 0</inkml:trace>
  <inkml:trace contextRef="#ctx0" brushRef="#br0" timeOffset="59166">4132 5249 15760,'-3'-57'1952,"-1"-1"1,0 4 0,0 4-1454,0-2-85,-3 11 303,4 27-666,1 7-359,-1 0-28,3 11 380,0 10 57,7 30-90,-2-4-8,0-2 0,2 3 0,-4-8 0,0 0-1705,2 19 0,0-1 1702,-2-16 0,0-1 17,2 11 0,0-4-42,0-14 120,1 2 392,-4-23-27,-1-8-365,-1-10-39,-8-21-28,2 2 39,-12-27 17,2 6-31,4 17 0,0-2 1396,0-3 0,0 1-1385,1 1 1,0 1 72,2 0 1,0 3-31,-1-11-74,3 15-83,5 19-247,2 8 73,3 15 291,13 28-44,-4-3 562,9 22-588,-12-22 1,-2 1-382,1 13 134,-2 9 1,-2 3-2650,-3-26 1,0-1 2898,-1 12 0,0-3 0,0-1 0,0-23 0</inkml:trace>
  <inkml:trace contextRef="#ctx0" brushRef="#br0" timeOffset="60274">8075 7845 21881,'-15'-1'1882,"3"-1"-1674,12-4-57,0-5 11,0-8-22,-1-6-39,1-9-39,0-5 5,4-2-6,3 1-72,7 5-6,5 7-22,5 9-17,3 9 34,6 10-6,4 12 11,-6 3-11,-8 6 0,-3 5 6,1 18 16,-9-10 0,-4 4-349,-10-2 1,-7 1 337,-4 4 0,-4-1 11,0-7 1,-2-1-6,-14 13 0,-1-2-355,-7 5 335,14-16 0,2-3-47,2-1 50,14-14 39,6-8 62,5-5 61,19-9 512,16-5-1156,9-2 1,3-2-537,-13 5 1,2 0 1045,7-3 0,6-1 0,-9 3 0,1 0 0,-10 3 0,-1 0 0</inkml:trace>
  <inkml:trace contextRef="#ctx0" brushRef="#br0" timeOffset="61553">13724 6512 15048,'-4'0'5058,"1"0"-7750,3 0 2944,-40-26-269,32 2 107,-29-15 1122,48 3-1089,7 5-78,1 0 27,19-18-38,1 14-34,1 0-11,5 12-6,-16 19 6,8 7 2552,-3 12-2552,-2 27 11,-15-7-3,-11-4 0,-6 2 3,-20 21 998,3-18 1,-3 0-988,-6 1 0,-3 0-1607,-7 5 1,0-3 1597,12-13 1,1 0-9,-4 3 1,3-3-34,8-6 61,2-2 62,12-10-22,16-14-28,40-20-40,-5 3-167,-12 5 0,5 0-124,16-4 0,2 0-1541,-3 2 0,1 0 1838,-8 3 0,2 0 0,-5 1 0,-5 3 0,-6 2 0,8-3 0</inkml:trace>
  <inkml:trace contextRef="#ctx0" brushRef="#br0" timeOffset="2.12365E6">3110 10026 19815,'13'-58'1310,"0"1"1,-1 4 0,-5 10-718,-14 18-111,-2 3 39,-11-3-347,-12 11-152,-12 15-11,14 6 1,-2 6-307,-3 5 0,0 4 306,-5 5 0,1 2-8,1 4 0,2 2 0,4 0 0,4 2-20,7-3 0,4 0-22,-1 23 50,23-15 0,16-15 17,18-15 11,13-19-27,-7-6 52,-4-10 0,-1-6-577,-11 4 1,-2-3 582,13-11 0,-1-5 33,-11 3 1,-4-1-51,-6 8 1,-3-2 34,-2-2 1,-2-5 0,-1 1 115,-1-13 1,-1 0-107,1 1 0,-2 0 109,-2 4 0,-3 7 124,-5 13-158,-1 5-145,0 15-78,0 10 11,1 13 1188,0 19-1154,-2 26-4,4-17 1,-1 2 45,1-6 0,-1 3-92,1 4 1,0 5 0,0-2-952,-1 7 1,0 1-89,1-4 0,-1 2 0,2-2 1094,4 13 0,0-7 0,-3-23 0,1-3 0,8 15 0</inkml:trace>
  <inkml:trace contextRef="#ctx0" brushRef="#br0" timeOffset="2.12535E6">3789 9890 16297,'0'-9'5679,"0"3"-5469,-15-23 1,-7-3 377,-4 11-409,-3-13 0,-2 5 17,-13 33-67,-2 14-93,17 5 1,2 4-408,-11 14 390,13-4 1,2 1 2,-1 19-22,12-22 0,2 0 0,0 26 73,23-14 73,0-22 459,22-14-280,-14-17 434,17-25 0,1-7-2318,-5-1 1816,5-10 1,-2-3 173,-12-1-272,-2 2 155,-9 3 181,-10 24-360,0 3-225,-6 17 79,-3 25 1875,-3 7-1875,-4 22 0,-2 7-782,5-21 1,1 2 788,-4 17 0,-2 7 1,3 0-546,2-8 1,2-1 0,0 4 466,1-4 0,0 5 0,0 2 1,0-1-1,0-4 14,1-3 1,1-3 0,-1 1 0,0 2-36,0 3 0,0 5 0,0 0 0,-1-2 0,0-6 15,-3 3 0,0-5 1,-1 1 83,-2 4 0,-1 1 1,-3-6-37,-10 5 0,-5-14 79,-16-23-5,6-34-20,25-23 0,8-12 3,3-4 0,3-5-355,3 7 0,2-2 1,2-4 351,3 6 0,1-3 0,3 0 0,0 2-68,0 7-1,0 1 1,2 1 0,0-1 51,3-3 0,1-2 1,1 2-1,-1 5-19,7-13-1,0 7-72,-3 6 0,2 3-2121,6-1 1,1 3 2215,-9 13 0,0 2 0,3-6 0,-3 5 0,-2 8 0</inkml:trace>
  <inkml:trace contextRef="#ctx0" brushRef="#br0" timeOffset="2.1257E6">4264 9759 16852,'0'-7'6077,"0"1"-5416,8-29 0,1-7 414,-2 8-854,1-9 1,1 1 763,-6 15-637,-3 18-231,0-2-173,0 13 56,-3 16 56,-1 6-11,-1 6 0,-1 6-23,-1 4 1,-1 6-617,0 5 0,-1 7 0,1 0 575,2-5 0,0-1 1,1 3-654,1-6 0,1 2 1,1-1-1,1-3 386,2 18 1,6-4-1386,3-14 0,4 1 0,2-5 1671,5-3 0,2-5 0,-4 0 0,0-5 0,7-3 0</inkml:trace>
  <inkml:trace contextRef="#ctx0" brushRef="#br0" timeOffset="2.12798E6">4949 10199 13581,'-3'-55'2331,"0"0"1,1 0-1,0-1 1,-1 5-1851,-1 5 1,-1 7 447,2 13-968,1 7 17,1 11 5,1 13 73,3 14 0,2 14-6,2 22-44,-3-21 0,-2 3-158,1 3 1,-2 0 151,0 1 0,-1 0-6,0-2 1,0-3-17,0 16 44,2-7 202,-2-29 253,3-8-388,0-26-66,-1-5 10,4-27 12,-1-5-295,-2 17 0,0-3 297,0-10 1,0-1 16,-2 11 1,0 1 131,1 2 0,-1 2 22,-3-4-123,0 25-218,0 3 50,0 10 6,2 22 61,0-2-1423,1 12 0,0 4 1435,1 3-3,2 2 0,0 3-889,1-7 0,0-1 900,1 0 0,-1-2-3,4 25 11,-4-26 124,-3-20 44,-1-3 2389,-8-22-2573,-3-8 5,-3-9 2692,-4-11-2698,10 15 74,-4-28-74,9 19-78,-1-2-95,3 21 84,1 15-39,6 13-157,7 11-437,9 16-644,-5-4 0,1 1-1210,9 18 1892,-6-3 1,-3-3 0,-6-17-1,3 16 1</inkml:trace>
  <inkml:trace contextRef="#ctx0" brushRef="#br0" timeOffset="2.12817E6">5629 10362 23601,'1'-8'2386,"-1"2"-1344,0 6-981,0 0-61,3-39-5,-8 51-533,-5 4-2128,0 18 0,1 7 1987,-2 4 1,0-3-1,0 7 1,4-22 0</inkml:trace>
  <inkml:trace contextRef="#ctx0" brushRef="#br0" timeOffset="2.13004E6">6503 9912 24503,'-3'-50'302,"-11"14"-296,0 43 22,-23 9-17,-5 2-6,5-3 1,-2 2 8,6-3 0,0-1-6,0 1 1,2-1 52,-10 4 68,23-11 62,4-1 100,9-4-156,5-1-90,0 0-191,0 5 146,0 6 39,0 10-16,1 2-1,0 11-22,-1 0 39,-3 29-22,0-23 0,-6 16 11,0-34-17,0-2 157,2-6-34,4-10 656,1-2-588,3-16-174,1 5 11,4-19-11,16-6-23,-7 9-5,11-5-33,-1 18 10,-8 7 7,22-2 4,-2 15 1,-4 3 0,2 2 11,-5 1 0,0 2-191,6 5 0,-3 1 135,5 9-117,-7 8-1,-21-7-358,-18 14-314,-16-9-1097,-19-4-377,8-17 2320,-7-8 0,28-7 0,-4-1 0</inkml:trace>
  <inkml:trace contextRef="#ctx0" brushRef="#br0" timeOffset="2.13028E6">6422 9932 23719,'52'-32'257,"1"0"1,-3 2-1,-2 5-226,-16 14 0,-1 3-48,27-6-61,-18 6-1328,-2 7-3691,-21 8 5097,1 2 0,-13-1 0,-3-2 0</inkml:trace>
  <inkml:trace contextRef="#ctx0" brushRef="#br0" timeOffset="2.13054E6">6971 9579 27398,'-16'-33'-11,"40"46"-2819,0 15 0,4 8 2828,-2-3 0,1 3 0,-2 1-12,7 17 0,-5 2 160,-5 2 1,-7 2-346,-8 1 0,-8-1-586,-10 1 1,-7-2-4132,-8-3 1,-3-4 4353,4-13 0,1-5 0,-14 10 0,27-33 0</inkml:trace>
  <inkml:trace contextRef="#ctx0" brushRef="#br0" timeOffset="2.13439E6">5136 10178 16213,'0'-8'3184,"-4"-23"1,-1-6-1992,-1 1-757,-1-5 1,1 0 274,0 4-167,3 9-157,1 10-163,2 8-219,-1 6-55,1 5 78,0 9 11,3 11-17,0 17-16,0 15-269,-2-20 0,-1 1 263,-2 3 0,-1 1-6,0 0 0,-1-1 12,-3 20-93,1-22 1,1-2 102,-1 1 24,-1 7 128,4-26 229,3-10-128,-3-10 343,-3-8-539,-3-15-50,-3-14 10,0-15-25,7 23 1,0 0 185,-1-22-147,2 20 1,1 1 19,0 1-5,-2-6-40,2 27-61,1 9-11,1 10 38,1 12 18,-2 18-6,-1 16-6,1-20 1,-1 1 2,0 2 0,1 0-8,0-1 0,0 0 0,1 23 5,2-15 6,2-17 101,1-12 33,-2-15-61,0-12-28,0-15-23,0-16 6,-1-14-23,-1 23 1,0-1 36,0-10 0,0 0-25,0 15 0,-1 1 39,1-8 0,-1 4 129,-2 7-139,1 3-46,-1 15 0,1 12 0,1 6 0,-2 32 0,0 7 0,0-10 0,0 2 0,0-3 0,0 1 0,0-1 0,0-1 0,0 26 0,2-17 0,1-18 0,1-14 0,0-12 0,-1-9 0,0-6 0,-1-7 0,-1-1 0,-1 3-483,1 6-5224,1 2 5707,3 3 0,-1 4 0,1 2 0</inkml:trace>
  <inkml:trace contextRef="#ctx0" brushRef="#br0" timeOffset="2.14792E6">17566 2169 16424,'7'-5'9830,"-1"2"-8186,-6 3-1694,0 0 97,-37-7-126,13 9 283,-36-3 150,21 11 314,-7 1-408,-3-1-66,2 0 340,5-3-4,9-3 134,8-2-53,7-1-205,6-2-441,6 0 2,3 1-357,3-1-492,0 5 503,0 6 71,0 12-70,-4 14 218,-6 15 176,1-20 1,-2 2-279,-3 3 0,0 2 458,-3 1 0,1 2 138,0-1 0,0 0-434,3-1 1,1 0 156,4-4 0,2-2-32,1 25-152,14-13-333,10-11-369,14-9 85,9-7 347,9-5-211,6-7-421,-24-4 0,1-2 893,10-2 1,-2-2 0,6 2 0,1-4 0</inkml:trace>
  <inkml:trace contextRef="#ctx0" brushRef="#br0" timeOffset="2.15655E6">29892 2262 18028,'-27'-16'2106,"5"4"-1613,18 8-129,1 1-157,1 2-90,1 1-66,5 0 186,7 0 329,12 0-17,12 1-21,9 2 2,4 3-19,-1 0-18,-3 0-15,-13 0-184,6 2-144,-17-1-63,3 3-29,-12 0-199,-7 4-250,-2 4-17,-5 7 76,0-3 25,-9 21-196,1-8 64,-2 17 18,6-6 306,3 3 254,4 2-43,4 1-116,-2-13-16,-4 10 41,-12-21 227,-14 11 72,-12-16 176,3-7-828,6-8 1,-1-2-1787,0 0 2336,-22 1 1,39-6 0,0 0 0</inkml:trace>
  <inkml:trace contextRef="#ctx0" brushRef="#br0" timeOffset="2.15828E6">14942 2505 14544,'-1'-7'5461,"0"2"-4856,1 5 520,5-63-659,-2 44-452,-1-17 0,3 8 76,-1 30 5,0 5 118,5 17-23,1 12-112,1 4 20,-3 0 0,-1 2-62,-1-10 1,-1 1-233,3 14 0,1 0 201,-1-10 1,0-2 0,9 26 16,-3-23 185,3-9 504,-2-25-503,0-3 100,6-28-23,2-14-168,-7 10 1,1-1-352,1-5 1,1 0 303,0-2 0,0 1-40,0 0 1,-1 1-3,-2 2 0,0 3-11,8-15 384,-1 4-580,-7 20-813,11 2-755,-3 15-2208,7 13 3955,1 14 0,-15-8 0,0 2 0</inkml:trace>
  <inkml:trace contextRef="#ctx0" brushRef="#br0" timeOffset="2.15853E6">15986 2482 22543,'-32'-11'-118,"8"2"-432,77-7-704,-20 8 0,2 1-2743,2 0 1,0 1 3996,2 1 0,-3 1 0,0 1 0,-18 3 0</inkml:trace>
  <inkml:trace contextRef="#ctx0" brushRef="#br0" timeOffset="2.15868E6">15990 2720 16997,'-4'1'5641,"1"0"-5216,3-1-1052,58-36-1087,-9 13 1714,8-5 0,-1 1 0,-9 10 0,-1 2 0</inkml:trace>
  <inkml:trace contextRef="#ctx0" brushRef="#br0" timeOffset="2.16073E6">18311 3312 22991,'-50'-27'134,"8"15"-123,12 53-11,9-4-39,7 12-6,8-10 12,9 14 10,8-25 12,21-5 117,14-13 34,4-9-56,0-7 247,4-26 10,-22 2-148,-11 7 1,-2-2-21,0-9 287,-8-20-253,-13 17-39,-8-14-50,-10 17-101,-1 11 16,-13 3-49,3 11-52,-13 2-319,-7 15-587,13 7-174,6 5 1148,22 11 0,9-20 0,2 7 0</inkml:trace>
  <inkml:trace contextRef="#ctx0" brushRef="#br0" timeOffset="2.16124E6">20306 3244 23439,'-2'-38'660,"0"0"1,-1-22-633,1 59 11,-2 10-16,1 1 10,-10 34-55,-1 1-360,3-10 0,0 2 12,1-1 1,0 0-1090,1 3 0,1-1 1459,1-4 0,1-1 0,0 8 0,4-18 0</inkml:trace>
  <inkml:trace contextRef="#ctx0" brushRef="#br0" timeOffset="2.16185E6">21723 3301 21679,'3'-54'267,"0"0"0,2 3 1,6 9-173,27 5-44,4 9-23,1 11-34,-5 9-11,-5 12 0,-7 11-16,-6 13-18,-9 16-10,-14 11 13,-5-23 1,-3 0-312,-5 4 0,-2-2 345,-4 2 0,-1-1 19,0-3 1,0 0-179,2-4 0,1-2 212,-12 15-16,12-13 38,9-11 79,11-10-28,12-4 457,15-7-955,19-4-245,-15 1 1,3 0 608,12-3 0,-1 1 0,5-1 0,2 0 1</inkml:trace>
  <inkml:trace contextRef="#ctx0" brushRef="#br0" timeOffset="2.16255E6">23774 3354 13765,'-3'-3'4699,"0"0"-4300,3 3 256,-12-74-78,14 41-334,-7-12 1,4 0 221,19 12-359,-3 12 79,10 0-73,-1 14-28,11 1-51,9 7-33,8 8-33,4 8-6,-11 2-93,-14 0 0,-2 2-153,1 10-1,-1 25 286,-27-23 101,-38 16-56,10-29 89,-27 12 85,20-19 430,-8-1-374,18-7 241,2-10-119,17-5-156,2-5-101,9 0-67,4 2-28,10 4-12,8 4-33,9 4 6,10 7-1,9 7-183,-25-2 0,0 1 161,1 3 0,-3 1-28,19 10-67,-23-5 0,-5 2-84,-5 10 6,-11 14-258,-44-2-141,-11-12-711,15-16 0,0-2 118,-13-1-5208,-4-5 6390,23-7 0,9-1 0,15-1 0</inkml:trace>
  <inkml:trace contextRef="#ctx0" brushRef="#br0" timeOffset="2.16301E6">25161 3061 22604,'-16'36'61,"1"0"1,1-4 0,2 1-57,0 7 1,1-2-6,-2 14-17,3 4-11,9-19 0,10 2 208,20-13-74,-4-13 84,6-13 1,1-5-1,1-4 34,-1-4 0,0-3 235,13-17-691,-17 11 0,0-1 405,0-2 1,-1 0 56,-1 2 0,-2 1 324,14-13-22,-15 12-235,-13 14-213,-11 6-61,-8 9-1,-9 8 795,2 2-811,-9 17-96,8 4-347,8-2 1,2 2-337,-2 18-2504,12-13 0,5 7 0,0-6 3051,2-10 0,1-1 0,2 15 0,1-6 1,0-15-1</inkml:trace>
  <inkml:trace contextRef="#ctx0" brushRef="#br0" timeOffset="2.16374E6">28093 3216 14701,'0'-8'4397,"0"2"-3619,0 6 1474,0 0-2017,-44-41-179,23 31-48,-10-11 1,0 3-14,8 20 66,-29 6-10,9 0-12,11-3 0,0 1 17,-9 0 202,-7-2-46,21-2-38,-6 1-40,16 0-16,4 1 61,-2 3-128,6-2 10,-4 4-44,9-2 73,-7 15-1,2 3-38,-3 5 72,-6 14 17,-1 0 56,-9 13-341,12-28 1,1-1 257,-9 14 137,-5 7-32,12-25 25,-1 5-22,11-20 710,4-5-371,9-12-401,-1 1 30,12-16 427,1-2-476,10-9-10,3-1 10,5 4-93,2 8 33,4 7 25,0 9-29,1 11-50,-1 13-49,-1 15-66,-9 0-87,3 16-84,-12-8-295,-4 18-250,-26-13-916,-28 3-150,-10-21 1841,0-11 1,1-3 0,11-3 0,-21 2 0</inkml:trace>
  <inkml:trace contextRef="#ctx0" brushRef="#br0" timeOffset="2.16493E6">18494 2280 15748,'-3'-7'6795,"0"1"-6420,3 6-11,0 0-342,-22-47 29,16 51-7,-15-23-32,21 73-57,0-22 0,-1 2-199,-1 3 1,-2 1-391,1 1 1,-2-1-251,-5 21-2549,3-22 0,-1-2 3433,-3 4 0,2-1 0,3-22 0</inkml:trace>
  <inkml:trace contextRef="#ctx0" brushRef="#br0" timeOffset="2.1651E6">18343 2325 15535,'5'-53'1869,"-1"0"0,1 3 0,2 4-1645,12-12-185,7 4-151,10 7-907,10 9 134,8 10-1366,-20 20 0,1 3-3098,12 4 4550,4 10 0,-38-1 0,-2-1 1</inkml:trace>
  <inkml:trace contextRef="#ctx0" brushRef="#br0" timeOffset="2.16527E6">18407 2393 22313,'38'-19'-1150,"1"0"1,-1 1 0,7-3-1,0 1 1,-4 3 205,-2 3 1,-4 1 0,-1 2-1,-4 1 1,-4 1 0</inkml:trace>
  <inkml:trace contextRef="#ctx0" brushRef="#br0" timeOffset="2.16578E6">20438 2142 14897,'0'-6'5679,"0"1"-4346,0 5-1171,-3-7-88,1 33-68,-8 9-259,3 11 1,-1 3-574,2-14 0,-2 0 221,-2 17 0,-1-2-275,4-17 1,0-3-664,-1 6 0,0-1-4562,-4 19 6105,4-21 0,5-17 0,1-11 0</inkml:trace>
  <inkml:trace contextRef="#ctx0" brushRef="#br0" timeOffset="2.16595E6">20385 2279 13116,'1'-53'1796,"0"0"0,0 9 0,1 5-1348,7-4-453,5 13-209,10-3-284,9 8-1617,21 10-4842,-5 13 6970,2 9 1,-26 0 0,-13 1 0</inkml:trace>
  <inkml:trace contextRef="#ctx0" brushRef="#br0" timeOffset="2.16611E6">20366 2505 20252,'39'-23'-369,"-1"1"0,0 0 1,4-1-1,0 0 1,-3 4 368,5 1 0,-5 3 0,16-6 0,-2 1 0</inkml:trace>
  <inkml:trace contextRef="#ctx0" brushRef="#br0" timeOffset="2.16654E6">21737 2304 15625,'0'-7'5847,"0"1"-4816,0 6-454,-8-62-426,6 46-184,-6-45-51,8 63 95,4 19-33,-1-2-132,2 11 0,0 4-121,1 3-263,-2 0 0,0 3-1758,-1 18 1617,-1-13 1,-2-1 0,1 2 0,-3 2-1</inkml:trace>
  <inkml:trace contextRef="#ctx0" brushRef="#br0" timeOffset="2.16673E6">21717 2409 10203,'12'-56'3019,"0"0"0,0 5 0,0 3-2613,-1 14 0,1 2-142,12-25-264,-3 17-376,21-5-172,-5 23-486,0 10 0,0 3-186,3 6-1004,9 11-1406,-36 6 2567,-1 6 0,-7-9 1,-1 0-1</inkml:trace>
  <inkml:trace contextRef="#ctx0" brushRef="#br0" timeOffset="2.1669E6">21672 2493 19402,'43'-26'-180,"0"0"1,0 0-1,8-7 1,1 5 179,6 12 0,-6 6 0,-15 2 0,-2 2 0,0-1 0</inkml:trace>
  <inkml:trace contextRef="#ctx0" brushRef="#br0" timeOffset="2.16738E6">23834 2510 15233,'0'-58'2262,"0"0"1,1 7 0,-2 6-1254,-1 2-332,1 17-469,0 14-382,0 7 17,1 9 196,-1 14-16,0 18-57,-2 19-78,0-20 0,-1 1-173,-2 25-941,0-11 1,-1 1 20,4-17 1,-1 0-1070,0 14 1,-1-2 2273,1 15 0,3-30 0,1-10 0</inkml:trace>
  <inkml:trace contextRef="#ctx0" brushRef="#br0" timeOffset="2.16754E6">23807 2500 7203,'18'-53'1342,"0"-1"1,0 4 0,0 5-122,-4 15 1,2 4-1519,21-20-258,8 9-671,8 11-2953,5 12 3922,-9 8 1,-17 6 0,-16 0-1</inkml:trace>
  <inkml:trace contextRef="#ctx0" brushRef="#br0" timeOffset="2.16773E6">23823 2615 21427,'52'-25'-1181,"1"1"0,-1-1 1,-4 2-1,-1 1 1,-6 7 1180,11 6 0,-24 4 0,-1 1 0</inkml:trace>
  <inkml:trace contextRef="#ctx0" brushRef="#br0" timeOffset="2.16814E6">25237 2477 20358,'5'-58'1368,"0"0"1,0 1-1,-2 13-1284,-4 33-128,0-2-180,0 13 162,-2 33 62,0-10-11,-2 29-101,-2-1-2389,3-12 0,0 1 2271,1-8 1,-1 1-416,1 13 1,0 0-590,2 7-2990,0 6 4224,1-14 0,0-23 0,-1-10 0</inkml:trace>
  <inkml:trace contextRef="#ctx0" brushRef="#br0" timeOffset="2.1683E6">25225 2503 11766,'8'-48'2826,"1"-1"1,1-4 0,0 4-1601,4-8-1208,-5 24 0,1 0 151,16-24-2241,-3 30 1,2 3 1870,12-8-469,7 14 1,1 5 322,1 6-1922,-1 4 0,0 2 1752,2 8 1,-7-2 0,-21 1 0</inkml:trace>
  <inkml:trace contextRef="#ctx0" brushRef="#br0" timeOffset="2.16851E6">25352 2567 22845,'-26'-17'-168,"15"-2"-286,37 3-188,6 5 1,3 0 14,20-6-1324,-6 5 1,3 2 1950,-8 2 0,-4 2 0,19-3 0,-7 2 0</inkml:trace>
  <inkml:trace contextRef="#ctx0" brushRef="#br0" timeOffset="2.16898E6">27398 2544 19484,'3'-53'1058,"-1"-1"1,0 10 0,0 7-448,-1 14-623,0 17-10,-1 7 56,2 19 16,-2 20-39,0 2-6,0-8 1,-2 2-1895,-1 5 0,-1 2 1452,0 0 0,-1 1-322,-1 6 0,0 0-567,1-12 0,0-3-466,-2 17-5534,0-3 7326,4-25 0,1-7 0,2-13 0</inkml:trace>
  <inkml:trace contextRef="#ctx0" brushRef="#br0" timeOffset="2.16917E6">27372 2675 14129,'11'-56'1951,"0"1"0,-2 4 1,1 0-1280,0 8 0,0 3-448,3-14-104,1 16 0,3 3-159,12 2-42,-7 10 0,5 2-124,5 8 1,3 4-31,-4 3 0,1 3-202,28 3-638,-11 16-2634,-22 22-307,-6-5 4016,-12 17 0,-9-33 0,-1 1 0</inkml:trace>
  <inkml:trace contextRef="#ctx0" brushRef="#br0" timeOffset="2.1694E6">27342 2736 22386,'49'-16'532,"-16"6"-451,11 0 0,3 0-529,-12 3 0,0 0 473,7-1 1,1 0-15,-5 1 0,-2 0 218,20-3-962,-18 2-4271,-18 4 5004,-11 2 0,-8 1 0,-1 1 0</inkml:trace>
  <inkml:trace contextRef="#ctx0" brushRef="#br0" timeOffset="2.1801E6">17405 4884 19328,'11'-46'640,"1"0"0,-2 4 0,-6 7-259,-21 14-146,-4 4-100,-7 5-74,-7 5-10,-6 10-6,-2 10-22,0 10-7,4 10 1,7 8-6,9 2-11,10 0-11,13-4 11,12-8 17,9-7 45,8-8 55,7-8 6,4-11 17,3-12-11,2-12 0,-2-13 22,-8-9-292,-8-8 205,-17 26 1,-2-1 5,-2 0 0,0-1-1594,-3-6 1,0 1 1613,0-13 94,-2-8 18,-1 34-40,-1 1-106,0 13 71,0 8-110,0 16-12,1 3 3370,0 27-3363,-1 9-1,1-16 0,0 3-381,-1 2 1,0 2 355,1 2 0,2 0-68,0 1 1,2-1-208,1 0 1,2-1-695,1-3 0,4-1-3933,4-1 1,2-2 3385,3 6 0,1-12 0,-18-26 0</inkml:trace>
  <inkml:trace contextRef="#ctx0" brushRef="#br0" timeOffset="2.18033E6">18073 4744 19774,'47'-10'-677,"0"0"1,0 0-1,0 1 1,1 0 0,-7 3-1,13 2 1,-8 1 0</inkml:trace>
  <inkml:trace contextRef="#ctx0" brushRef="#br0" timeOffset="2.1805E6">18343 4888 18128,'50'-7'-224,"1"0"0,-13 4 0,1-4 0,-1 0 0</inkml:trace>
  <inkml:trace contextRef="#ctx0" brushRef="#br0" timeOffset="2.18099E6">19585 4528 12920,'-3'-2'5500,"1"0"-3064,2 2-2100,-76-21-196,46 16-573,-21-6 0,1 2 573,22 10 466,-23 3-258,0 2-130,2 0-3059,1 2 2908,27-5 67,7 0 6,11-3 365,0 1-460,2 3 17,1 2-34,0 2 3437,1 10-3359,-1 3 45,0 22-106,-1-11 56,-5 24-12,-4-11-21,-3 17-43,3-21 0,0 0-14,2-5 0,1-1-3,-1 7 1,2-1-3,1 8 5,5-15 0,2-1 0,3-2 12,11 24-3337,22-22 3348,-4-9-60,-1-12 1,6-5-1038,11-10 1,1-4-454,-9 3 1,0-1 1515,20-6 0,-6 0 0,-19 2 0,-3 1 0</inkml:trace>
  <inkml:trace contextRef="#ctx0" brushRef="#br0" timeOffset="2.18279E6">32120 4582 7414,'9'-6'5685,"-1"1"-4727,-8 5 3130,0 0-3752,-2-1-61,-4-1 112,-3 0 38,-1-1-27,1 0-163,3 2-117,3 1 638,3 0-392,5 0-40,4 0-122,11 2-44,7 1-24,10 1-33,6 0-12,7 0-27,5 0-28,3 1-23,-4 2-11,-6 1 0,-13 1 0,-13 1 0,-9-1 22,-8 0-5,-3 1-17,-2 3 6,0 5-1,-1 4-5,0 7 0,-1-3-11,-3 21 22,3-7 0,-4 20 1,2-4-381,-2 2 353,0 1 27,-3-2-6,-3-3-5,-3-7 12,-4-7 10,-5-10-28,-6-9-201,-6-7-824,-8-6-3814,-7-4 4845,4-4 0,16 0 0,13-1 0</inkml:trace>
  <inkml:trace contextRef="#ctx0" brushRef="#br0" timeOffset="2.1874E6">20043 5663 11323,'-3'-1'6145,"1"0"-5647,2 1-291,-63 20 398,34 9-451,-8-7 1,2 3 46,19 26-55,10-5-84,6-10 122,13 10-72,6-19 34,13 7 39,5-17 89,3-8 163,2-11 224,-4-12 90,-7-13-169,-10-10-195,-10-8-141,-10-6-50,-8 0-34,-6 3-38,-7 8-24,-4 9-32,-3 9-35,-3 10-27,-1 6-68,2 7-145,6 7-689,10 9-5277,12 12 6173,9 1 0,0-9 0,1-8 0</inkml:trace>
  <inkml:trace contextRef="#ctx0" brushRef="#br0" timeOffset="2.18788E6">21847 5874 17092,'3'-51'1618,"0"0"1,-1 5 0,-2 5-890,-3 7-124,-2 11-219,1 8-251,2 8-107,1 5 11,1 12 6,-1 10-12,0 18-16,-2 14-28,0 10-118,0-28 0,1 2-2123,-1 11 1,0 0 2180,1-11 1,-1-2 0,-1 24 0,2-35 0</inkml:trace>
  <inkml:trace contextRef="#ctx0" brushRef="#br0" timeOffset="2.1885E6">23641 5922 15087,'-5'-3'5780,"1"0"-5598,-12-27 0,0-9 362,10 2-373,-7-8 0,7 0 36,28 8-44,15 9 5,14 7-135,-15 10 1,8 9-23,-20 13-5,3 9 22,-4 12-12,-9 21-27,-8-13 0,-10-8 0,-6 1-51,-20 17 37,7-18 0,-6 1 30,-12 4 1,-2-1-590,5-7 1,1-2 591,1-2 1,1-3-20,-13 9 11,26-16 44,5-1 57,27-8-78,3-3-18,31-5-22,4-2-70,-15 0 1,3 0-709,3 0 1,1 0-3309,4 0 1,-1-1 4102,-3 1 0,-3 0 0,11-1 0,-20 2 0</inkml:trace>
  <inkml:trace contextRef="#ctx0" brushRef="#br0" timeOffset="2.18934E6">25326 5885 17305,'13'-45'1150,"0"1"0,1 0 0,1 8-948,0 21 72,13-8-38,20 3-220,-12 7 1,25 1-6,-33 13-22,20 9-17,-10 9-5,9 13-9,-25-8 0,-3 3-20,6 22 34,-9 1 28,-26-5 11,-11-11 3,0-11 0,-4 0 31,-18 9 39,-6-2 106,19-16-38,12-6 319,4-10-174,9-8-213,1 0 50,6-6-28,3 6-83,2 0 5,16-2-51,10 8 1,15 5 11,10 11-1688,-27-1 0,-1 0 1682,19 10-1151,-13-4 1,-2 1 1105,2 5 6,4 12 45,-29-15-107,-35 6-139,-9-10-24,3-5 1,-1-1-1721,-29 2-519,12-4 2520,7-2 0,27-4 0,1-1 0</inkml:trace>
  <inkml:trace contextRef="#ctx0" brushRef="#br0" timeOffset="2.19001E6">27297 6151 13855,'19'-37'3148,"0"1"0,-2-1-2656,3-2 1,-2 2-95,-11 19 269,-3 3-594,-4 12-56,1 1 27,-2 11 7,-4 11-6,-4 14-29,-4 11-3396,-1 9 3396,4 1 1,4-3-2246,12-5 2263,-1-19 111,11-4 85,-2-18 33,5-4-45,6-11-16,4-9 22,4-11-22,2-11-1,-1-7 2314,0-1-2235,-4 2-11,-6 12 3324,-6 11-3497,-9 11-96,-5 7-68,-2 10 68,1 8 6,-1 16-34,3 14-84,0 13-426,1 6-515,-2-28 0,0 0-3395,1 1 1,-1 0 3616,7 24 1,-5-22 0,-1-18 0</inkml:trace>
  <inkml:trace contextRef="#ctx0" brushRef="#br0" timeOffset="2.19071E6">29374 6133 13334,'-2'-3'5035,"1"0"-2486,1 3-2308,-41-51-135,26 36 6,-13-14 0,-2 3-28,9 21-34,-12-1 1,-2 4 10,-4 2 18,-4 2-1,1 1-44,10 2 67,-4 6-23,15 1 7,-7 7 32,10 5 7,3 5-52,3 6-4,4 0-7,2-1-22,4-10 101,1 5-44,1-12 32,0 5 12,2-10 34,1-3-79,0-4 460,4-1-96,1-3-140,10-4-134,5-4-79,9-7-22,3-2-33,2-2-18,-1 4-10,-1 2-35,-1 6 7,-1 3-1,0 9-27,0 6 16,1 12-28,2 8-95,2 18 67,-13-15-151,-4 19-95,-22-21-241,-17 7-594,-20-5-384,10-20 1,-3-2 1467,-6-1 0,2-3 0,-8 3 0,7-5 0</inkml:trace>
  <inkml:trace contextRef="#ctx0" brushRef="#br0" timeOffset="2.1913E6">30920 6214 20380,'-46'-5'118,"1"0"1,-1 0 0,-1 5 0,0 3 0,7 7-97,5 15 1,5 5-9,0-3 0,4 1-3,-7 25 0,24-1-5,5-7-20,15-8 0,5-3-3,8-3 17,2-3 0,6-1-2504,2-10 1,1-3 2632,22 10 67,-18-13 1,0-6 2173,3-13-1749,-7-4 477,-13-5-795,-21-3-79,-18 1-157,-18-6-48,7 12 1,-4 0 1368,-6-1 0,-1 2-1385,-4-1 0,1 2-166,2 0 1,1 2-1373,6 1 1,2 2 1534,-11-1 0,21 5 0,12 2 0</inkml:trace>
  <inkml:trace contextRef="#ctx0" brushRef="#br0" timeOffset="2.19412E6">20217 4946 19944,'2'-33'949,"0"1"0,1-20-792,-2 48-101,1 4-51,-1-1 29,1 6 0,1 8 17,-2 20-12,-1 4-17,-4 14-5,-2-17 5,-3 6 6,1-11 12,-2 4 77,1-6-50,3-12 124,1-5 150,3-8 51,1-1 118,-2-10-409,1 3 84,-2-15-23,2 2-89,0-2 44,1-9-16,3 4 6,7-10-85,-2 13-16,21-9-6,-13 21-3432,33-10 3410,-26 15-91,31-2 108,-33 9-1,21 11 6,-25-1-11,9 15-12,-12 3 23,-4-5 3348,-2 12-3332,-9-10 80,-1-5-79,-3 0 123,0-14 0,2-3-33,-1-9-12,4-7-34,0-12-27,2 2 44,8-19-21,2 14-40,5-7 5,9 7 6,-5 14-17,6-1-11,-1 9-16,-4 6 16,6 5 0,4 15-17,-11-2-39,4 19-751,-16 8-3534,-1 1 4341,-4 4 0,-2-27 0,-1-11 0</inkml:trace>
  <inkml:trace contextRef="#ctx0" brushRef="#br0" timeOffset="2.19485E6">21243 5099 15625,'0'-5'6446,"0"1"-5280,0 4-1144,43-55-22,-29 51 0,32-33-89,-42 72-1900,-10 24-1892,0-14 3033,-7 14 0,8-41 0,0 0 0</inkml:trace>
  <inkml:trace contextRef="#ctx0" brushRef="#br0" timeOffset="2.19574E6">22087 4966 11788,'-1'-6'6318,"0"0"-5800,4-23 1,1-5 209,0 12-516,1-14 1,-1 5-112,0 23-56,-2 7 61,0 9 29,0 11 16,0 14-22,0 11-68,-2 7-5,0 0 0,-1-3 6,-2-8 39,0-9 111,-1-12 242,1-9 84,1-6-162,0-5-136,0-7-156,-1-1 107,-2-19-141,2 11 57,-2-31-51,4 14-51,3-17 1,6 12 5,9 5 11,5 8 1,5 9-23,2 8-17,1 9 17,1 10 0,3 6 6,-1 7-1,-1 1-16,-5 1 11,-6-2 0,-8-5 17,-5 4 16,-12-10 51,-1 2 62,-5-9 0,1-7-12,2-8-84,3-2 85,3-22-68,6 6-5,3-15 22,6 11-62,0 7-22,2 8-6,-1 7-22,3 6-16,4 9-46,3 7-56,4 10 29,-6-1-679,-2 6 1,-2 1-225,-1 0-1181,-1 2 0,-1 2 2201,-3 7 0,-4-12 0,-3-4 0</inkml:trace>
  <inkml:trace contextRef="#ctx0" brushRef="#br0" timeOffset="2.19595E6">23083 5009 15199,'4'-7'4711,"0"2"-3698,-4 5-525,0 0-500,-14 11-21,10-3-320,-11 18-1349,15-3 854,7 10 0,-4-15 0,4-2 0</inkml:trace>
  <inkml:trace contextRef="#ctx0" brushRef="#br0" timeOffset="2.19664E6">23583 4798 21937,'-13'-26'146,"4"14"-101,9 30 6,0 5 66,-3 15-78,-1-4-5,-1 16-17,2-13-6,2-5 11,3-7 6,-1-10 79,2-6 162,0-6-34,3-7-129,5-7-11,4-9 40,12-19-85,-6 9 11,-1 1 1,2-2 78,9-10-95,1-2-6,-7 13 29,0 13-57,-11 9-6,10-1-5,-3 9-5,-7 4 5,13 5-17,-9 8 6,6 16 5,-9-8-11,-2 15 23,-11-7-6,-2-6 6,-4 1 27,-11-7 12,4-7 117,-4 1 146,8-13-252,5-4 17,0-10-22,2-8-3365,9-17 3325,-2 9 17,13-12-11,2 13-6,-3 6-5,7 0-17,-3 14 5,-3 1 3370,17 7-3386,-14 7-1,13 8 6,-13-1-123,5 18 17,-16-15-1249,4 27-3809,-20-15 5181,-3 8 0,-1-18 0,3-10 0</inkml:trace>
  <inkml:trace contextRef="#ctx0" brushRef="#br0" timeOffset="2.1969E6">24559 4983 18683,'1'-3'3349,"1"1"-2570,-2 2-840,1 24-96,0-11-5170,-4 41 5327,-3-28 0,0 5 0,1-19 0</inkml:trace>
  <inkml:trace contextRef="#ctx0" brushRef="#br0" timeOffset="2.1978E6">25703 4934 13670,'-2'-5'5596,"1"1"-3877,1 4-1713,-1-54-6,2 44 168,-1-40-23,-1 99 1,-8-8-102,1-3 1,-1 2-378,-16 17 372,-2-3-6,2-7 1,4-11 16,6-10 152,5-12 314,6-8-12,3-6-308,4-7 300,2-8-412,3-8-22,4-9-1,0-5 40,2-6-50,-3 8 105,10-16-77,-5 22-23,9-10-39,-3 20-23,2 8 12,-5 6-40,10 10 12,-10 5 22,9 11 0,-10 7-12,-2 4 12,-4 4-11,-4 0 6,-5-8-1,-2 7 17,-5-16 28,0 3 79,-1-13 67,1-6-17,1-7-67,2-7-17,0-10-12,5-10-16,4-6-16,2 6 83,12-8-90,-4 17-33,8-3 12,-4 14-1,0 7-34,0 3-10,-1 6 10,-5 0-217,8 18-192,-7-1-570,7 17-1899,-9 1 2901,-5 5 0,-6-19 0,-2-4 0</inkml:trace>
  <inkml:trace contextRef="#ctx0" brushRef="#br0" timeOffset="2.19799E6">26565 5124 22884,'-2'21'-73,"0"-1"-2123,-9 15 2196,2 3 0,0-5 0,4-10 0</inkml:trace>
  <inkml:trace contextRef="#ctx0" brushRef="#br0" timeOffset="2.19891E6">27374 4989 11216,'0'-5'8995,"0"2"-8471,0 3-428,-3-4 129,-2 20-208,-1-6 111,-2 32-111,2-5 254,-2 10-249,-2 3-5,3-20 22,-3 4 51,4-22 117,-1-2 539,3-5-539,2-5 17,5-12-174,0 0 29,7-16 5,3 1 101,13-20-1,1 5-88,1 2 77,-1 6-33,-6 13-67,5 0-45,-2 6-28,-1 8-28,14 7 6,-7 10-1,10 8 1,-13 8-29,-4 5 7,-8 1 16,-8 4 16,-7-14 35,-8 3 5,-4-15 56,-1-2 117,0-6-139,6-5 39,1-10-23,7-5 1,5-8 38,16-13-89,-4 13 45,16-7-11,-8 18-18,9 2-21,-3 6-29,0 5-11,-3 8-33,7 23-6,-14-9-50,3 16-471,-20-8-8234,-10 15 8811,-5-5 0,-1-4 0,3-21 0</inkml:trace>
  <inkml:trace contextRef="#ctx0" brushRef="#br0" timeOffset="2.19932E6">28462 5250 23299,'-15'21'-1351,"-9"11"-64,-9 6 0,11-12 0,-2-2 0</inkml:trace>
  <inkml:trace contextRef="#ctx0" brushRef="#br0" timeOffset="2.20347E6">29061 5148 20246,'11'48'537,"-2"-4"-341,-9-21 34,-2-4 22,0-6 134,-1-6 326,2-3 44,0-4-330,1-4-219,0-6-33,1-11-23,2-11-50,4-9-17,4-5-11,3-1-23,4 4-16,5 8-51,5 7 11,6 11 6,3 7-22,3 12 11,-1 10-12,-3 10-5,-4 9 6,-9 6-34,-8 3 33,-8 1 12,-9-3 6,-6-2 49,-3-9 7,0-8-12,5-9 213,4-10-218,3-6 16,5-14 23,5-6-23,7-12 6,6-2 6,3 1 22,0 6-56,-1 7 5,0 9-55,6 7 11,-11 6-12,13 9-38,-10 8-85,7 10-134,-1 11-862,-1 18 184,-12-11-1451,-11-9 1,-4 0 2408,-8 7 0,1-7 0,-1-14 0</inkml:trace>
  <inkml:trace contextRef="#ctx0" brushRef="#br0" timeOffset="2.2037E6">30152 5323 18151,'-1'-6'2565,"-1"0"-2537,2 6-50,0 0-499,-15 39-1440,7-15 1961,-4 7 0,0-2 0,6-10 0,0-1 0</inkml:trace>
  <inkml:trace contextRef="#ctx0" brushRef="#br0" timeOffset="2.20432E6">30576 5157 21539,'29'38'359,"-6"-7"-320,-28 4 23,-3-6 10,-6 3 86,-3-1-80,5-14 499,-1-1-263,10-13 235,0-3-241,3-7 39,4-15-252,0 2 179,12-32-78,0 16-95,4-11 118,5 7-56,-2 13-57,10-3-28,9 5-61,-13 13 6,11 3-29,-16 14 0,11 11 6,-14 0-5,3 14-18,-16 6 18,-1-6-3393,-14 24 3398,1-30 11,-12 18-5,10-30 0,-1 3 139,6-12-72,3-1 89,6-11 3320,6-8-3448,4-4 89,22-22-28,-6 13-20,-5 8 1,1 1-37,4 2-11,1 3 40,-1 12-68,-12 2 5,27 11-5,-25-1-50,16 17-197,-18 2-974,-1 14 1221,-14 10 0,-3-22 0,-7-3 0</inkml:trace>
  <inkml:trace contextRef="#ctx0" brushRef="#br0" timeOffset="2.2081E6">31385 5006 18039,'-16'51'571,"0"0"1,-6 8-1,-2-1-1885,1-13 1,-2 2 1391,-2 0 0,-3 5 1,-2 2-703,1-3 0,-2 4 1,-1 1-1,2-3 624,4-8 0,2-3 0,0 2 0,-3 4 15,1 0 1,-4 4 0,0 3 0,-1 0 0,2-1 0,4-5-189,-1 4 0,3-5 1,2 0-1,-2 2 178,3-5 1,-2 2 0,1 0-1,1-1 1,2-2-437,-6 17 0,4-3 0,3-6 447,3-6 1,4-4-103,1-1 1,2-5 264,1 4 1349,3-6-329,3-21 616,6-18-1675,15-42-134,-2 9 327,0 1 1,4-8 0,-2 4-331,-2 8 0,0-2-1,3-7 1,5-8 0,1-2 0,-3 4 2,1 1 1,-2 2 0,1-2-4,-3 6 1,1-2 0,0 0 0,0-2 8,3-8 0,2-3 1,-2 1-1,-2 3 2,-2 2 0,-2 2 0,0-1-8,4-8 1,1-1 0,-3-1 1,-3 0 1,-3 1-1,-4 6 1,-2 11 1,-3 1 482,1-5 1,0-4 0,-3 3-464,-2-1 0,-3 4-11,1 2 0,-2 1-23,0 4 1,-1 4-118,-6 8 5,-5 21 112,-13 25 6,7 1 0,-1 5-372,-6 11 1,-2 4 371,6-7 0,0 2 0,2-1 0,-7 11 0,1 3-15,2 4 0,-2 6 0,5-3 206,9-16 1,2-2 0,0 2-192,-4 16 0,0 3 0,3-2-13,6-15 0,3-2 0,2-1 2,2 14 0,2-3 8,1-8 0,1-4 397,5 14-360,1-11 112,-6-29-1,3-3 702,-4-18-842,5-18-11,3-13 1,1-5-6,6-18 2,-7 21 1,1-6 0,0 2 30,1-4 0,0 2-8,-1-1 0,1-3 6,0 2 1,0-5 0,-1 4 1,0 0 1,-2-1-214,0 5 1,-1-2 0,-1 2 218,-1-3 0,-2 4 6,-2 6 0,-2 2 50,-1-20-28,-2 20-180,-2 17 1,-1 19 123,0 10 5,-5 18 1,-2 6-877,0 3 0,-1 3 867,-1 2 0,-2 4 1,1 1-7,-1 3 1,-1 1 0,1 1-215,-1 5 0,0 2 0,1 0 225,1 1 1,1 1 0,1-1-10,2-1 1,1-1 0,1-3 4,1 7 0,2-1-3,3-14 1,2 2 0,-1-5-213,2-5 1,0-2 206,0 13 0,0-4 16,0-2 191,0-17 2500,0-21-2674,2-27-11,3-21 0,0 4 1,2-4 373,2-7 1,2-3-379,-2 10 1,1-1-1,1-1-551,2-6 1,1-1 0,1-1 559,2-4 1,0-2 0,1 3-21,-4 8 1,1 3-1,0-4 16,2 1 1,1-5 0,-1 1 0,0 4-248,-2 4 0,-1 3 1,0-2 247,5-15 0,1-3 0,-2 4 12,0-2 0,-2 5 14,-4 8 1,-2 4 44,3-16-185,-6 25 6,-5 19-6,-2 11 28,-4 20 78,-5 11 1,-3 6 11,-7 24-311,0-9 1,-3 9-1,0-1 288,5-14 1,0-1 0,0 4-4,-2 2 1,-2 5-1,1 0 1,1-3 4,1-3 0,1-2 1,0 3-13,0 6 1,0 6-1,1-1 1,3-8 6,0-3 1,2 0 2,-1 8 1,-1 6 0,3-9-294,5-18 0,2-5 305,-3 20 646,1-10-545,4-34-46,2-14-44,8-21-28,10-25 13,-4 13 1,3-1 575,-3 5 1,3-4-575,0-3 0,4-7 0,0-1 1,-2 6 932,1-5 1,0 0-922,0 0 1,3-7 0,-1-1 0,-3 9 11,-2 5 0,-2 2 20,2-6 1,1-4 0,-2 5-82,-5 8 0,-2 3 114,4-10 0,-2 5-64,-6 12-68,-6 23 57,-8 30 33,-10 34-37,4-14 0,-3 5 0,1 0-689,-3 7 1,0 3 676,3-10 0,-1 5 0,0 1 1,1-3-137,0 3 0,1-2 1,-1 2-834,2-5 0,-1 3 0,1-1 1,0-1 978,-2 8 0,0-2 0,2-4 0,0 1 0,2-8 0,-1 5 0</inkml:trace>
  <inkml:trace contextRef="#ctx0" brushRef="#br0" timeOffset="2.23981E6">27269 8556 19932,'0'-41'849,"-1"0"1,1 1 0,-1 11-475,0 23-218,-1 1-123,1 4-186,1 1 158,-2 11 11,1-2 22,-3 19 0,1 2-22,0 2 14,0-2 0,0 4-1,-1 1 1,-1 1-20,-1 8 1,0 1-206,0-7 1,-1 1 212,0 0 1,-1 0-6,1-5 0,0-1-6,-3 10 1,1 2-1,-2 11 1,1-1-313,2-17 0,1 1 307,-1 17 0,1 0-397,4-16 1,1 0 407,0 11 0,1 3-3,0-1 1,1 1-9,0-9 1,0 0 0,0-2-2,0 3 1,0 0 2,0-3 1,1 2 0,0-2-9,-1 3 1,1-2 7,1 14 1,-1 2-8,1-12 0,-1 1 0,1-1 10,0 15 1,0 0-353,-1-15 0,1 2 1,0-5 345,0 1 1,0-1-20,0 10 1,1 0 4,-1-8 1,-1 0 11,2 14 0,-1 2-2,-1-21 0,1 0 1,0 1-5,-1 0 0,1 0 1,0 0 1,0 1 0,0-1 1,1 0-1,-1 0 0,1 1 0,-1-1 0,0 1 1,0 0-1,0 0 4,0 0 0,-1 0 0,1 2 2,-1 10 0,-1 2 0,1-4-2,-2 4 0,0-1 7,0-4 1,0 3-1,-2-3-7,-1 0 0,-1-1-10,1-8 1,-1 1 0,0 0 3,1-1 1,-1 0-1,0 1 11,-1 8 1,1 2 0,0-2-1,2-5 1,0-2 0,1-1-4,-1-1 0,1 0 0,0-2 12,1 19 0,2-3-208,1-11 1,1 0 199,0 11 0,0 2-12,1-1 0,0-1 9,-1-1 0,-1 1 2,-1-12 1,0 1 0,-1-3-4,0 3 1,-1-2-3,0 18 0,-2-2 8,0-22 1,0-1-9,0 9 0,-1 2 0,0 9 0,0 0 5,0-7 1,1-2-6,0-2 0,0-2 0,0-1 0,0-2 6,0-9 0,-1 1 149,-1 16 0,-1 0-164,1-8 1,0-2-62,-2 6 0,1-3-451,-2 10 521,4-19 0,1-4 0,1-7 0,0 8 0</inkml:trace>
  <inkml:trace contextRef="#ctx0" brushRef="#br0" timeOffset="2.24114E6">30430 8720 13250,'6'-47'2251,"1"0"1,-1 4 0,-1 8-1681,-5 21 297,0-2-150,-2 1 99,0-2-486,-1 6-191,1 5-140,1 5-11,1 2 16,-2 2 6,0 13 17,-2 5 0,-2 16 0,-2 5-5,2-4 10,-4 16-10,-5 6-232,7-27 0,-1 0 223,-2 7 0,1 0-20,1-4 1,0 1 21,1 4 1,0 0-249,2-7 1,0 1 247,0 12 1,0 2-646,1 8 1,1 1 650,0 4 1,1 1-10,0-14 0,2 2 0,-1-1 1,1 14 0,1-3-14,0-13 0,0 2 11,0 0 0,0 3 1,0-3 13,-1 7 0,1-1-22,0-12 1,0 2 0,0 1 18,0 7 1,-1 2 0,1-2 2,0 5 0,0 0-22,0-13 1,0 1 0,0 2 16,0 8 1,-1 2 0,1-3-8,-1-13 0,0-2 0,0 3-409,1 16 0,-1 5 1,0-2 402,-1-10 0,1-2 1,-1 1-6,1 0 0,0-1 0,0 0-4,-1 0 0,1 0 0,-1 0 0,1 0 0,0-1 0,0 0-351,-1 1 1,1-1-1,-1 1 362,0-1 1,1 0-1,-1-1-2,0 0 1,0 0 0,0 0-3,1 0 1,-1-1-1,0-2-5,0 9 0,1-1 7,-1-12 1,1 2 0,0 0 3,0 3 0,0 0 0,0-1-3,-1 10 1,-1 2 6,1 4 0,-1 4 0,0-6-1,0-6 0,-1-1 1,0-2 0,-1 3 0,1-2 1,-2 10 1,0 0 1,1-12 1,-1 3 0,1-4-8,0 2 1,0 0-1,0-4 0,0 2 0,1-3-233,0-2 1,1-1 243,-2 11 1,1 0 300,1-14 1,1 0-299,-1 15 1,0 1-15,2-18 0,-1 0 439,0 15 1,0 1-431,1-13 0,0-1-4,0-3 1,0-1 0,-2 17 8,0-18 0,0-2-2,-1-1 1116,-7 29-1122,6-41 1204,-8 16-1204,7-23 327,-2 3-321,3-10 668,3-3-696,1-2-1160,1 0-5417,2 1 6582,2-1 0,-1 1 0,0-1 0</inkml:trace>
  <inkml:trace contextRef="#ctx0" brushRef="#br0" timeOffset="2.24267E6">27344 16327 21198,'6'-52'1202,"0"0"0,-2 7 1,0 9-1186,-2 16-79,-2 15 40,-2 12 72,-3 18-44,-7 17-23,-1 5-17,-3 3 1,0 2-626,-3 8 380,7-23 1,-1 6 0,0-2-4638,-1 15 1,2-2 4887,0-4 1,2-3 0,1-3 0,1-6-1,4-8 1</inkml:trace>
  <inkml:trace contextRef="#ctx0" brushRef="#br0" timeOffset="2.24297E6">27298 16299 16748,'-6'-45'900,"0"0"1,0 0 0,-1-11-1,1 5-314,1 17 1,1 3-335,10-23-240,3 31 294,27-12-317,-3 29 0,8 3 157,0 19-218,-3 24-24,-2 9 590,-5 5-573,-24-9 1,-7-2 83,-8-1-2,0-7 0,-6 0 22,-13-12 0,-6-5-279,5-2 0,-2-1 243,-11 6 0,-2-2-90,12-8 0,2-2-1618,-12 1-1300,19-7 3019,15-7 0,7 3 0,0-3 0</inkml:trace>
  <inkml:trace contextRef="#ctx0" brushRef="#br0" timeOffset="2.24355E6">28048 16065 14191,'9'-7'6374,"-1"2"-5237,-8 5 1132,0 0-2073,-27-37-112,16 28-45,-23-26-50,25 38 11,-17 11 11,11-3-17,-29 22 23,10-4-23,0 1 23,6-1 0,20-13-17,1-1 17,7 6-12,4-11 29,14 13-28,3-12-12,15 4 28,-10-8 118,6-2 325,-8-9-146,-1-8-21,-2-7-153,-8-2 275,4-12-145,-6 11-18,2-5-66,-7 14-40,-4 7-78,-1 4-62,-2 2 6,-9 11-6,1-2 62,-27 32-84,4 1-164,12-16 1,-1 2 160,-9 19 0,0 2-451,10-12 0,1 0 448,-7 16 0,3 1 20,10-17 0,5-2-3,10 20 0,7-23 16,31-8 1,1-19-182,-8-6 1,2-4 133,1-2 1,1-3-198,4-3 0,2-1-10,1 0 0,1 0-1703,-1-1 0,-2 1 863,-8 3 0,-3 1 1078,26-11 0,-38 13 0,-1 1 0</inkml:trace>
  <inkml:trace contextRef="#ctx0" brushRef="#br0" timeOffset="2.25592E6">22463 4767 8847,'-6'-10'6363,"2"3"-5769,4 7 756,0 0-717,-33-29-370,21 22 224,-29-22-27,29 29-45,-8 3 89,-16 7-230,-1 5-128,-3 4 106,-4 5-45,8 0-39,-7 9-12,-2 12-83,11-4-34,5-2 45,7-1-11,10-6 22,2 13-61,9-10-6,6-3 22,10-9 6,4-7-5,8 3 5,6-3 39,19-2-22,0-7-40,1-1 63,4-11 0,-9-4-35,-12-2 1,-1-2-615,-4 0 1,-3-1 625,23-15-1453,-26 8 0,-3 0 1453,-1-3 50,14-27 62,-15 5 11,-3-2-95,-3 3 201,-12 1-218,-6 22 112,-14-22-140,-2 24 792,-14-6-815,-2 12-21,-6 7 3391,7 3-3375,-12 3-6,-5 9-22,-2 3 3,22-2 0,-1 3-3,3 6 0,0 1 33,-19 19-11,18-7 1,3 1-643,-2 8 620,13-11 0,1 1-11,2 13-146,6-12 1,1 1 156,1 11-17,5 12 11,16-20 6,6-1 6,14-4-6,2-15 6,-5-8 600,11-4-606,5-15 11,4-4 0,-4-6-3,-18 2 1,-3 0 329,1-4-310,3-6 0,1-3-5,2-12-1700,-11 14 1,-1-1 1693,0-8 55,-8-9-27,-16 19-17,-10-10-17,-6 18 1,-29-4-7,19 16 9,-6 1 0,-1 1-3,2 5-5,-29 1-17,10 16 22,0 4 1509,22-3 1,1 3-1488,-14 19-38,3 5 5,11-8 0,1 13 5,10-7-13,9-5 0,3 1 2,1 8-5,16 16 11,3-40-6,18 7 1,17-9 21,9-5-10,1-7-1,-20-10 1,-2-5 17,12-10-9,-13 3 0,-2-1-3,7-10 19,-13 2 1,-3-3 25,7-16-209,-11 13 0,-1-3 226,1-19 341,-10 5-358,-12 6 0,-14 7-17,-14 6-22,-12 8-6,-9 9-5,8 7 393,-10 7-405,-2 17 17,-1 6 6,23-5 0,3 3-12,5 0 1,3 1-9,0 2 1,2 0-182,2 3 1,2-1 177,-5 16-3,11-13 1,5 1-14,16 15 11,-1 0 5,27-8 6,0-21 6,14-1 5,0-11 0,-12-7 17,9-22 11,-18-3 23,11-21 11,-10-6-42,-17 22 0,0-1-119,-1-1 0,0 1 144,3-18 78,-6-3-78,-19 28-50,-10-4-152,-15 18-1713,-9 8 1859,-11 10 0,24-4 0,0 4 0</inkml:trace>
  <inkml:trace contextRef="#ctx0" brushRef="#br1" timeOffset="2.30078E6">27450 14100 19445,'31'-31'657,"-1"0"0,-2 3 0,-8 8 38,-18 18-504,-3 1-146,-4 2-34,-10 5 17,-18 9-23,6-1 1,-7 6-12,12-2 12,-2 8-28,5-1 10,4 3 12,12-5-5,5-7 44,6 1 17,5-9 28,9 0-39,-3-4 72,16-2-100,-17-2 11,12 0 23,-21 0-1,-2 0-33,-5 0 72,-10 7-49,1-2 88,-45 29-105,18-12-15,0 1 1,2 0-9,6-1 0,2 6 5,18-16-10,0 11-7,8-9 12,1 3 6,18-2 16,1-5-22,5 2 12,1-3-7,-11-3 1,-3 1 33,-7 1 17,-10 4-22,-2-3 16,-16 11-33,7-6 5,-7 6-22,10-5 11,5-5 1,5 2-1,5-4 6,6 2-6,0-5-851,21-1 840,6-3 0,-9 0 0,0-1 0</inkml:trace>
  <inkml:trace contextRef="#ctx0" brushRef="#br1" timeOffset="2.30417E6">27666 14389 8707,'0'-8'8077,"0"0"-5897,0 8 838,0 0-1897,31-60-819,-22 42 62,9-19 0,-2 2 11,-12 23-44,2-3-186,-4 8 46,-1 3-113,0 3-95,-1 1 6,-1 3 78,-7 14-50,2-1-23,-12 29-10,7-4 4,6-9 1,1 0 22,1 8-11,8-1 0,-1-29 17,4 3 78,1-8-55,-1-1 83,9-12-55,-2-4-29,3-6 28,3-6 56,-4-1 79,-1-1-141,-5 8-72,-7 10-22,-5 12 44,-4 6-28,-2 7 6,-2 6 0,3 1 11,3-1-6,3-6 0,10 4 18,3-9-12,5 2 22,10-8 28,-7-8-27,5-1 66,-1-17-44,-13 8 146,8-22-63,-13 12-32,0-10-24,-5 8-32,-2 3-18,0 5 12,-1 3-34,0 3-40,-1 4-27,1 3-857,0 2-1484,0 1-7423,2 3 9136,1-1 1,0 2 0,-1-3-1</inkml:trace>
  <inkml:trace contextRef="#ctx0" brushRef="#br1" timeOffset="2.30442E6">28264 14241 17064,'-6'0'5064,"2"0"-4084,4 0-1064,21-16-302,-3 10-735,19-10-5116,-9 14 3201,-7 2 2836,4 0 1,-17 0-1,4 0 1</inkml:trace>
  <inkml:trace contextRef="#ctx0" brushRef="#br1" timeOffset="2.30464E6">28275 14330 22991,'-16'8'78,"4"0"-201,24-10-208,3 1-201,7-2-174,5-1-156,2-2-667,3-1-1748,-1-2-3910,0 1 7187,-8 0 0,-9 3 0,-8 2 0</inkml:trace>
  <inkml:trace contextRef="#ctx0" brushRef="#br1" timeOffset="2.30507E6">28505 14258 23299,'26'-37'1646,"-4"8"-1573,-22 29-17,-1 0 33,-6 4-55,-2 4-12,-6 7-10,1 3-29,2 2 22,4 1-5,4 0-11,4 0 28,8-3-17,-1-3 17,22-2 0,-1-8 44,17-3 52,-5-12 21,0-5 180,-6-7 83,-9-3-55,-11-1-62,-8-1-185,-7 6 101,-13-5-140,-2 11-5,-11-4-51,0 10 0,9 4-17,0 3-112,13 1-1109,0 5-134,2 2 524,5 11 0,-1-10 0,2 6 0</inkml:trace>
  <inkml:trace contextRef="#ctx0" brushRef="#br1" timeOffset="2.30528E6">28922 14343 23181,'5'-7'2481,"-1"1"-1977,-4 6-140,0 0-459,16 34-1317,-23 1 1412,2 3 0,-1-1 0,-11-3 0,-8 0 0</inkml:trace>
  <inkml:trace contextRef="#ctx0" brushRef="#br1" timeOffset="2.30737E6">29132 14234 7246,'1'-7'3730,"0"2"-325,-1 5 645,0 0-2907,5-12-202,-4 7-180,4-11-156,-5 11-123,-2-2-106,0 2-96,-3 1-62,-2 1-89,0 1-17,-7 1-101,6 2-5,-3 1 16,2 7 0,-2 2-5,-6 12-11,5-6 5,0 7-22,8-9 22,1 2 0,7-3 17,2-2 45,6-6 33,1-2 46,3-6 16,2-5 50,1-6 68,-1-10 5,-1-7-17,-3-8 80,3-19-237,-8 17 124,2-15-11,-8 25-29,-1-1-33,-1 9-28,-1 8-67,-1 7-62,1 4-22,-1 4 22,0 6 6,1 10-23,0 21 1,1-6 10,0 24-3413,2-1 3357,-1-9-517,1-8 1,0 1-2385,5 4-1669,1 10 4621,5-16 0,-9-23 0,2-2 0</inkml:trace>
  <inkml:trace contextRef="#ctx0" brushRef="#br1" timeOffset="2.30787E6">29447 14130 12897,'-5'-1'5310,"2"0"-885,3 1-4335,13-20-68,-1 13-117,14-14-1580,1 18-8156,-3 2 8498,-2 1 1,-12 0 0,-7 0 0</inkml:trace>
  <inkml:trace contextRef="#ctx0" brushRef="#br1" timeOffset="2.30808E6">29447 14230 24738,'45'-24'-762,"-5"6"-2526,-1 9 3288,-2 3 0,-17 3 0,-1 1 0</inkml:trace>
  <inkml:trace contextRef="#ctx0" brushRef="#br1" timeOffset="2.31017E6">29764 14122 11150,'1'-6'6402,"-1"0"-4710,0 6 1220,0 0-2615,13-60 448,-8 37-538,2-11 0,-1 3-28,-4 21 90,-1 7-62,-1 2-190,-3 9 0,0 5-11,-1 5 10,1 18-10,2 3-6,-1 0 6,1 5-12,0-18 23,-1 3-28,-1-5-6,-1-8 95,1-5-16,1-6 151,2-3-96,0-2 51,0-6-89,0-4-23,0-11-45,0 2 45,3-22-11,1 11-1,2-8 46,1 8 79,-2 7-63,-1 5-28,-1 3-61,-2 12-22,-1 2 16,0 7-6,-2 10-5,1 7 6,-4 8-23,2 6-16,0-11-163,1 9-740,2-13-2072,0 3 3008,3-3 0,-2-10 0,2-4 0</inkml:trace>
  <inkml:trace contextRef="#ctx0" brushRef="#br1" timeOffset="2.31107E6">29897 13760 7626,'-9'1'5831,"2"-1"-4660,7 0 3249,0 0-4090,7-13-117,-1 7-62,8-9-11,2 13-112,-4 1 0,4 2-34,-6 2 12,2 3 0,-1 4 16,-5 6 40,-2 3 16,-7 5 12,-6 4-34,-8 1-23,-6 0-22,-2 2-22,9-11 11,2 3 6,12-14 5,0 7 11,4-8 1,4 4-1,5-3 17,6-1-16,2 0-12,0-1 0,-6-2-11,1 2 0,-7-1 0,0 3 6,-3-1 5,-2 4 0,1 2 0,-2 5 1,-1 2 27,-4 4 28,-5 2 6,-4 1 11,-4 0-23,-2 5-55,7-12 27,-2 6-33,9-11 0,0 2 12,4-1-12,0-4-314,1-2-6351,0-2 6665,0-4 0,0-1 0,0-3 0</inkml:trace>
  <inkml:trace contextRef="#ctx0" brushRef="#br1" timeOffset="2.32464E6">1056 12095 8696,'9'-2'8609,"-2"0"-6855,-7 2 502,0 0-1168,-1-40-836,-3 29 84,-6-32-152,-17 40-139,4 0 11,-23 11-17,7 7-33,-9 9-45,6 4-17,13 1 11,13 0 11,10-3 23,11-2 11,9 0 6,14 1-12,10 2-5,10 4 5,4 1-10,-1 0 10,-7-2 28,-14-3 46,-14-5 32,-20-2-21,-16 0 10,-35 8-61,11-9-8,7-5 0,-3-2-6,6-4 0,2-2-220,-21 3 195,-9-6-303,37-16-772,3-14-1782,15-15-3534,22-7 6402,19-4 0,-11 24 0,2 6 0</inkml:trace>
  <inkml:trace contextRef="#ctx0" brushRef="#br1" timeOffset="2.32488E6">1322 12039 23864,'27'-34'-5,"-6"16"33,-25 47-17,2 15-45,0 13-47,2-25 0,0 0-146,0 1 0,1-2-568,5 29-247,2-10-2705,6-6-3669,-5-15 7416,-1-9 0,-6-14 0,-2-4 0</inkml:trace>
  <inkml:trace contextRef="#ctx0" brushRef="#br1" timeOffset="2.3259E6">1336 12396 22117,'-19'-47'-118,"11"9"129,36 38-6,26 0 7,-12-1-15,-7 0 0,1-2 3,15-5 11,-20 2 0,1-1 57,28-14 89,-18 0-56,-13 3 33,-16 3 219,-11 7 78,0-1 79,-11 0-420,3 5 111,-20 4-111,2 8-85,-4 4-21,9 5-24,11 3 24,8-3 16,4 0 11,10-5 0,6-5 17,16-1 17,-1-10 22,6-6 62,-9-11-56,-9 2 156,-4-9 46,-11 4-7,-3-7 75,-13 1-226,-6 11-83,-5 6-1,-1 9-5,3 3 51,-34 25-90,14 10 2,11-14 1,2 1-3,1 20-51,16-8-291,8 18-235,12 0 123,4-1-773,26-11-555,5-19 443,-16-10 1,2-3-1651,8-5 1,0-4 844,-7-2 1,-2-3 1566,-1 0 0,-3-2-296,19-18 1572,-18 3 1279,1-8 1102,-9 0 1944,-7-5-2414,-8 7-694,-3-2 73,-5 13-1469,0 6 477,-2 5-734,0 6-202,-3 3-39,0 8 1,-3 10 4,-1 14-4,-1 15-7,2-3-125,3-11 1,1 4 105,0 8 0,0 2-9,1 1 1,1 1 11,-1 7 0,2-3 0,4 8 11,5-4 22,-3-36 40,3 2 174,-4-22-192,-2-7 274,0-15-285,0-28-27,2-15-401,-1 19 1,0-3 405,2 1 0,0-1-3,2-2 1,-1 2-1,0 10 1,-1 0 24,3-8 1,-1 1 16,4-8-50,2-7-52,9 9 13,-1 25 11,5-5-17,7 19-5,6 14 27,-7 3 6,19 28 23,-30 0 11,3 9 825,-25 15-814,-32-10-40,12-18 1,-1-2-124,-4-5 1,-1-4 128,-3-2 1,2-3 5,-6 1-118,4-6 1,0-2-494,1-4-1159,-2-11-6088,30-13 7858,13-7 0,0 8 0,-2 7 0</inkml:trace>
  <inkml:trace contextRef="#ctx0" brushRef="#br1" timeOffset="2.32612E6">2633 12272 23780,'31'-7'-585,"0"0"1,4-2 0,-3 1-1,-5 0 1,2 0 0</inkml:trace>
  <inkml:trace contextRef="#ctx0" brushRef="#br1" timeOffset="2.32633E6">3123 12019 27180,'-23'-54'-56,"4"18"67,22 52-16,5 19-4359,6 17 4148,-6-17 1,0 4-642,-2 6 0,-1 4 655,-2 12 1,-2-2 0,-1-24 0,1-2-1,-3-1 1,0 0 0</inkml:trace>
  <inkml:trace contextRef="#ctx0" brushRef="#br1" timeOffset="2.32667E6">502 13363 22867,'49'-9'117,"0"-1"1,-1 1 0,7-1 0,2-1-1,1 0-96,-9 2 0,2 1 0,0-1 0,1 0-1425,8-1 0,2 0 0,-1-1 1,-1 1 1410,-9 1 0,-2 1 0,1 0 0,5-1 4,-3 0 0,5-1 0,2 0 0,1 0 1,-2 0-1,-4 1-271,9-2 1,-5 1-1,1 0 1,4-1 263,-7 1 1,2 0 0,3-1-1,0 1 1,-2 0 0,-3 0-4,-1 1 0,-1 0 0,-2 1 0,-1-1 0,-1 1-13,8-1 0,-1 1 0,-2-1 0,-1 1-3,8 0 0,-2 0 1,-5 1-283,9-1 1,-6 1-2183,-21 2 0,-4 1 2479,-1-1 0,-21 4 0,-9 0 0</inkml:trace>
  <inkml:trace contextRef="#ctx0" brushRef="#br1" timeOffset="2.33248E6">4287 12106 23808,'4'-40'336,"-4"18"-269,-8 48-44,-2 11-146,-1 17-79,5-17-985,2 14-3530,5-22 4717,2 0 0,0-12 0,0-8 0</inkml:trace>
  <inkml:trace contextRef="#ctx0" brushRef="#br1" timeOffset="2.33284E6">4466 11805 19557,'-9'32'176,"0"-1"1,-3 21 260,19-39 447,3-5 114,2-6-276,1-10-195,1-7-275,-3-2 487,0-18-325,-8 9-55,-3-11-73,-8 11-107,-6 6-61,-5 7-85,-1 6-89,2 4-39,2 7-146,1 7-448,3 11-1153,3 11-5760,5 9 7602,6-3 0,-1-14 0,2-11 0</inkml:trace>
  <inkml:trace contextRef="#ctx0" brushRef="#br1" timeOffset="2.33312E6">4833 11924 18000,'0'-5'4907,"0"2"-3009,0 3-1803,-16-38-72,10 37 10,-12-20-33,14 42-17,0 25 1,6-10-4,5-4 0,1 0 9,6 5-67,16 13 16,-14-27-291,11 20-307,-18-17-3076,-12 16-269,-9-22 4005,-16 3 0,17-18 0,0 0 0</inkml:trace>
  <inkml:trace contextRef="#ctx0" brushRef="#br1" timeOffset="2.33332E6">4730 11908 24447,'6'31'448,"-7"8"-443,-13 14-207,4-22 1,-1 0-2447,-1 4 0,0 1 2648,0-5 0,1-1 0,-3 10 0,6-19 0</inkml:trace>
  <inkml:trace contextRef="#ctx0" brushRef="#br1" timeOffset="2.3347E6">5904 11970 14353,'1'-4'6044,"-1"1"-4178,0 3-1446,-3-40-258,3 30 140,-4-30-212,4 40-168,-1 0 122,0-3-16,-1 1 163,-3-8-74,3 4 438,-2-11-118,2 8-51,0-6-78,0 7-61,2 1-118,-2 4-152,2 1-111,-2 14 168,-2 10-40,-2 21 23,-3 12-191,3-23 1,1 1 170,-2 2 0,1 0 9,-3 21-6,3-24 0,0 1-6,-5 20 1,1-6-6,1-8 27,5-24 74,2-8 5,1-5 577,1-3-499,2-10-156,1-7 0,3-16-6,8-27-14,-6 31 1,1-2 4,-1 0 1,1-1 5,1-1 1,-1 2-20,6-17 28,3-6 16,-1 13-61,0 12 6,-4 13-34,8 7-6,-3 9 23,12 6 0,-2 8 11,1 8 17,-1 6-12,-5 4 29,-6 2-6,-7 1 22,-19 6-22,-11-6 6,-8-4-29,-17-6-94,5-8-242,-11 0-515,7-7-1618,10-6 2492,15-8 0,10 3 0,6-4 0</inkml:trace>
  <inkml:trace contextRef="#ctx0" brushRef="#br1" timeOffset="2.33519E6">6604 11863 24855,'-38'-17'67,"1"0"0,0 4 1,3 9-57,-12 37-16,0 9-626,5 3 603,7 0-11,13-6 213,10-8-191,15-9 137,7-9-36,8-7 61,7-13 29,5-8 404,4-12-236,-1-6-17,-5 0-180,-9 8 219,-3-2-213,-11 15-67,1 0-67,-6 10-45,-2 5 17,-4 10 22,0 2 23,-18 37-23,-2-1-480,6-9 1,-2 2 443,1-3 0,-1 1-59,1 2 0,0 0-1621,3 1 0,1-1 1604,-3 10-129,14-7-100,14-37-404,12-7-1039,10-14 0,4-6-229,-4 2 0,1-1 1672,21-12 0,-2 0 0,-6 3 0,-3 2 0</inkml:trace>
  <inkml:trace contextRef="#ctx0" brushRef="#br1" timeOffset="2.33554E6">7482 11893 26329,'5'-15'140,"-2"5"-123,-5 17-12,-1 1 12,-6 17-11,2-1 5,-6 14-11,1-1-151,-1 9-73,4-14-1227,2 9-6492,7-22 7943,4-1 0,-1-9 0,0-6 0</inkml:trace>
  <inkml:trace contextRef="#ctx0" brushRef="#br1" timeOffset="2.33686E6">7620 11864 23943,'-8'-42'1041,"-2"6"-783,-3 25-45,-15 2-162,7 4 27,-21 4-22,7 9 6,-10 6-40,3 9-28,5 11 1,16-9-1,5 10 12,13-13-1,3 7-5,8-4 12,8-3-12,10-4 28,15-4-6,-11-7 6,11-2 34,-22-7 83,2-1-66,-11 0 167,-3-1-16,-6 4-85,-1 0-111,-5 0-45,-6 1 16,-12 6-10,-17 11 5,9-1 0,-14 15-28,15 0-12,3 9-27,7 10-39,20-8 33,7-8-162,18-2-196,8-11-113,18 0 180,-14-16 0,1-3 207,16-4 98,-16-5 0,-1-4 54,8-14 21,-13 2 1,-1-2 11,9-11 28,-12-1 0,-3-1 23,-5 2 33,-3 1 0,0 0 213,0-8 325,3-15-415,-9 22 409,-4-6-308,-5 27-118,-2-1-156,0 11-146,0 3 56,-3 12 50,-2 8 1,-4 16-29,-1-4-5,-6 27-11,3-5 22,0 1-12,1-3 7,2-20 10,1-3-5,1-7 12,3-12 49,3-5-27,0-5-17,0-7-12,2-2 12,-2-13 5,6-5-22,10-21 40,3 6-24,4 2 12,2 12-5,-4 10-18,6-1-10,2 6-12,2 6-22,7 8 28,-6 10-6,-2 3 0,-7 12 11,-8 10 6,-3-5-11,-6 15 22,-11-18-22,-2 2 6,-3-8 38,1-11 12,5-13-39,2-4 22,7-19 0,1 8-6,17-34-5,0 14-6,5-9 11,8 5 1,-11 20-6,8-6-1,-7 16-16,6 7 17,-4 12-28,-1 3 11,-5 7-34,-2 7 1,-2 4-107,-1 13-1081,-10 15-1876,-10-9-6734,-6 2 8810,1-24 1,3-12-1,6-10 1</inkml:trace>
  <inkml:trace contextRef="#ctx0" brushRef="#br1" timeOffset="2.33736E6">8613 12064 25746,'15'12'628,"-2"10"-460,-16 22-56,-2 9-68,-2-15 1,0 0-34,-4 15-59,-3-1 1,0-3 25,2-10 13,2-7 1,-1-1 42,-3-4-6,5-12-23,-2 1 18,6-12-23,3-7 16,1-13 1,0-7-17,-1-20-22,8-10-276,-1 21 0,1 0 314,2-4 1,2 0-9,0-2 1,1 1 5,1-1 0,-1 1 3,8-20 19,-3 19 0,2 3-19,8-8-17,-7 15 0,2 1 0,11-2-33,0 9 33,-7 10 0,3 6-6,1 21 12,0 6 607,1 20-624,-13 5-1,-7-7 15,-17-10 0,-7-2-3,-19 8-1707,2-11 0,-3-3 1698,-2-8 1,-2-4-15,-2-1 1,-2-4-136,2-3 1,1-2-403,4-4 0,4-4-6391,-13-16 6951,22-3 0,15 6 0,7 8 0</inkml:trace>
  <inkml:trace contextRef="#ctx0" brushRef="#br1" timeOffset="2.33842E6">9070 12343 20526,'11'-42'68,"1"-1"0,-1 0 1,1-1-1,0 0 0,-1 1-37,4-11 0,0 0 11,-1-5 0,1-1 830,-2 1 1,0 1-809,-3 5 1,-1 3 10,-2 7 1,-2 3 75,1-18 1180,-4 21-1242,-1 17 640,-1 12-768,-1 5 2026,0 11-1987,-2 12 0,-2 23-3,1-11 0,0 4-19,0 8 1,-1 2 7,0 6 0,1 1-431,0 1 0,2 0 422,2-1 1,2-2-3,0-13 0,3-1-87,8 8 0,4-4-173,6 4-112,8 10-124,-14-33 34,-7-10 78,-4-12 78,-2-8 738,-3-9-469,-7-7 921,-6-4-909,-10 2 75,2 7 48,-17-3 11,11 10 17,-11-4 22,11 3 34,4 0 0,2-1-11,4-1-29,2 2-38,3 2-23,4 4-17,2 3-17,3 2 219,2 2-191,0-2-27,0 0-18,0 0-10,3-1 5,5 2 5,2-1-5,16 2-16,2 0 4,19 1-10,5 1-1,-13-1 1,0 0 5,16 0 3,-14-2 0,0-1 3,6-5 17,7-4 16,-13-5 12,-12 0 16,-10 0 62,-8 0 101,-7 2 39,-7 2 6,-5 4-34,-4 2-45,-2 3-101,2 2-44,1 1-23,3 5-22,1 9 16,3-1-10,3 20 5,5-16 0,12 18-6,21-7-5,-4-6 11,-1-8 0,1-2 0,-4-6 17,17-1 0,-23-13 27,2-6 35,-1-12 83,5-12-83,-9 10 133,6-9 18,-15 19-73,1 3-124,-7 7-10,-7 24-6,-7 12-17,-2 11 11,1-9 0,-2 2-17,0-1 1,-1 2-477,-5 9 0,0 3 84,-3 2 1,0 2-1743,-3 4 1,-1-1 2139,2-3 0,3-5 0,-3 2 0,15-29 0</inkml:trace>
  <inkml:trace contextRef="#ctx0" brushRef="#br1" timeOffset="2.34329E6">5221 11394 9279,'0'-9'7455,"0"2"-5965,0 7 728,0 0-1434,-8-46-258,6 34-212,-6-34-201,7 45-237,1 1-190,-2 1 146,1 0-134,-3 3 106,3-1-236,-2 4-1091,2 1-5966,-1 1 7489,1-1 0,0-2 0,1-2 0</inkml:trace>
  <inkml:trace contextRef="#ctx0" brushRef="#br1" timeOffset="2.34498E6">6858 11455 9520,'0'-4'9796,"0"0"-7836,0 4-1607,0-38-202,1 29-151,-1-29-45,-1 41 73,0 5 34,-3 11-34,-2 12 6,-4 10-18,-1 6-21,-1 0 16,4-7 0,3-9 17,3-9 152,0-10 268,2-7 952,0-4-1058,0-8-253,2-4-38,2-10-1,5-6-27,2-2 5,4-1-17,1 2-11,0 6-90,0 6 51,-6 8-11,2 6 33,-5 8 6,5 5 11,1 6-6,7 8-11,-1-5 40,0-1-7,4-9 7,-3-6-12,6-3 23,1-8-1,2-9 23,5-17-22,-10 6 16,4-14 17,-14 12-3285,3-8 3280,-9 13 55,-1 5-100,-6 15-219,-1 2 146,-1 8 62,0 3 0,-2 8 3363,2 8-3363,1-8-23,5 5-11,2-11 17,5 1 22,0-5 101,1-4-56,-5-2 78,1-5 18,-7-3 39,1-4 38,-3-4 51,-8-6-145,-1 3-74,-5 0 46,-2 3-3415,-2 3 3313,3 2-10,-5 2-35,13 7-83,-2 1-78,5 1-208,1 6-1171,3 10 2026,11 1-6966,12 3 1759,4-11 4761,9-4 0,-21-5 0,0-1 0</inkml:trace>
  <inkml:trace contextRef="#ctx0" brushRef="#br1" timeOffset="2.34519E6">7650 11212 18470,'9'-44'1936,"1"0"0,-2 4 1,-3 9-1473,-8 20-408,0 6-173,0 5 55,3 15 73,-1-3 12,1 36-23,6 6-11,-2 0-6,5-1-140,-1-13-269,1 0-1450,4 13 201,-4-22-6379,3 0 7206,-7-22 0,1-2 0,-3-5 0</inkml:trace>
  <inkml:trace contextRef="#ctx0" brushRef="#br1" timeOffset="2.34541E6">7628 11321 24111,'37'-47'64,"-13"22"0,3 5-52,20 2-18,0 0-117,-5 7-2219,-9 7-7489,-5 4 7831,-7 2 0,-16 2 0,-5-3 0</inkml:trace>
  <inkml:trace contextRef="#ctx0" brushRef="#br1" timeOffset="2.34673E6">10714 12153 19988,'-36'25'622,"1"7"-3419,22 2 1,4 1 2801,-6 11 1404,3 10-1431,11-29 921,8 1-547,11-9-117,0-10 303,20-15-89,3-15-253,-9 1 0,3-2 1188,6-6 1,4-2-1303,-12 6 0,2 0 0,2-3-656,12-7 0,3-3 1,0 2 604,-6 3 1,-1 2 0,3-2-4,-3 3 0,2-2 0,0 1 0,-4 3 1,-3 2 1,-3 3 0,-1 1-5,18-10 1,-5 3-37,-2 3-79,-23 14-112,-15 7-442,-7 10-771,-5 10 1415,-12 20 0,8-15 0,-7 5 0</inkml:trace>
  <inkml:trace contextRef="#ctx0" brushRef="#br1" timeOffset="2.36122E6">3733 13582 13133,'0'-4'4385,"0"0"-285,0 4-3854,-23-29-95,-5 35-61,-13-23-3,13 31 0,1 9-3,2-3 0,-1 1-273,-6 6 0,1 2 217,2 1 0,3 1-11,4-2 0,5 1-129,5 3 0,4 0 112,5 9-17,19 6-39,14-26-17,16-1-11,12-9-116,-26-9 0,2-4 180,1-2 1,0-4 13,1-2 1,0-4 10,0-4 1,-1-4 13,-2-2 1,-1-2 16,-3-1 1,-1-2 36,-2-4 0,-2 2-1,6-10 597,-5-4-406,-18 29 171,-2 1-350,-6 10-56,-2 7 23,-8 15 324,3-4-364,-6 16-5,9-5-6,4 6-6,14 5 12,-1-12 5,11-1 28,16-12 1,0-8 21,-4-7 1,1-4 72,17-14-299,-4-9 434,-13-7 117,-16 6 6,-4-7-101,-10 3-116,-11 6-47,-9 2-77,0 11-46,1 3 211,5 8-446,6 5-173,-1 0-1490,3 11 369,0-3 1524,5 14 0,-4-14 0,3 4 0</inkml:trace>
  <inkml:trace contextRef="#ctx0" brushRef="#br1" timeOffset="2.36191E6">4546 13530 24435,'10'-1'34,"9"10"-34,5 16-56,14 22 6,-13-12-40,-9-6 0,-2 0-100,-1 11 89,-3 10 202,-17-17-45,0-11 6,-10-19 78,5-13 11,0-9 11,-2-8-95,5 4 85,-2-13-175,9 13-89,8-7-117,15 6-141,16 2-241,-2 4 1,3 1 139,-7 3 1,-1 1-138,4-3 1,0 1-367,12-4 394,-21 10 613,-2 0 79,-13 6 95,-13 1 68,-1 2 1169,-11 0 388,5-1-824,-2-1-198,5-1-334,3-1-302,3 1 83,0 0-251,2 3 0,5 0-6,2 4 16,14 5-10,-4 2 0,27 20-57,-8 1 6,8 7-42,-23-16 1,0 1-256,15 27 269,-8-10 39,-6 9 79,-31-31 33,-21 2-38,2-12 72,-19-11 84,16-16-157,7 1 6,2-13-45,19 7-56,10-7-432,26-6-587,10 7-37,-13 13 0,2 2-4830,25-3 5609,-9 7 0,-20 4 1,-14 5-1</inkml:trace>
  <inkml:trace contextRef="#ctx0" brushRef="#br1" timeOffset="2.3628E6">5559 13637 25026,'36'-38'34,"7"4"-18,-10 22 142,12-9-146,-10 3 37,-5-8-33,-18 13 20,-5-2 48,-9 7 19,-7 1-98,-8 1 40,-9 3 28,-11 4-23,7 6-22,2 0-22,4 17-12,12-1 6,-2 7-11,9 6 0,7-3-62,16 15-28,9-11-56,20-2-34,8-19-540,8-10 675,-13-9 0,7-14 67,-19-9 23,-14 4 0,-1-2 38,9-17 24,-5-4 27,-13 16-50,-7 12 73,-2 5-152,-5 10-10,1-1-12,-1 10-2768,1 6 2791,1 3-7,4 22 12,1-7 6,5 15-12,2-10-5,2-6 22,1-8 3404,-2-10-3376,0-10-17,1-12 6,4-9 34,5-10-34,-4 5 73,12-16-28,-10 16-23,11-9-5,-6 15-34,1 7 6,-5 6 5,13 11-50,-16 0 23,23 20 5,-19-2 0,8 12 0,-13-12-12,10 8 24,-9-17-1,11 3-11,-2-19 5,5-13-10,5-16 33,3-16 14,-23 17 0,-1-2-193,-4-5 1,-2-2 225,-3-2 1,-2 1 25,0-24 168,-9 23 0,-3 3-113,-1 9 85,-10-15-73,6 35-117,0 2-51,4 4 396,1 5-385,0 7 0,1 11-28,1 15 6,15 13-40,0-19 1,3 2-464,12 5 0,5 0-58,10 5 1,5 0-400,-11-11 0,1-1 1,1 0-2307,0-1 0,1 1 0,-3-3 1950,6 4 1,-4-2-1,8 7 1,-35-28-1</inkml:trace>
  <inkml:trace contextRef="#ctx0" brushRef="#br1" timeOffset="2.36299E6">6674 13509 20274,'53'-23'-244,"0"1"1,0-1 0,-9 4-1,-3 0 1,-3 5 0,-2 5 0,-5 3-1,-2 2 1</inkml:trace>
  <inkml:trace contextRef="#ctx0" brushRef="#br1" timeOffset="2.36347E6">7905 13379 24727,'49'-17'-689,"0"0"0,8 1 0,-1 5-4227,-6 10 1,-1 4 3879,-5-1 0,-2 0 1,-4 0-1,-5 1 0,-10 2 1</inkml:trace>
  <inkml:trace contextRef="#ctx0" brushRef="#br1" timeOffset="2.36362E6">8081 13631 24755,'38'4'-1967,"0"0"1,3 5 0,17-15 0,-47 4 0</inkml:trace>
  <inkml:trace contextRef="#ctx0" brushRef="#br1" timeOffset="2.36454E6">9417 13224 21640,'-57'-6'441,"0"0"0,0 4 0,6 6-385,7 19-40,7 2 24,23 6-18,11-15 45,13 15 73,21-8-33,12-1-79,-12-11 0,1-1-555,0-3 1,-1-2 554,19 1 14,-17-3 0,-1 0 25,5-1-22,-1 2 106,-28 3-39,-25 3 34,-31 14-113,12-5 14,-3 1 1,-2 3-834,-8 10 803,19-14 0,1 2 2,3 0 1,3 1 926,-11 20-941,8-6 12,9 14 0,18-31 56,26 25-51,-8-28 6,31 14-22,-24-19 5,17 4 0,-9-1 0,-4 1 6,-9 0 73,-15 8 55,-14 0-49,0 6 178,-29 16-184,8-11-79,-6 6 947,14-12-965,18 3-202,27-12-3863,20 3 4072,18-22 0,-22-3 0,-13-1 0</inkml:trace>
  <inkml:trace contextRef="#ctx0" brushRef="#br1" timeOffset="2.36577E6">10087 13648 21920,'10'-42'670,"0"-1"1,-1 4-1,-2 11-591,-6 24 22,-2 10 78,-4 11-106,-2 3-3303,-18 37 3286,3-7-1176,6-11 0,1 1 1131,-4 13 0,6 9 0,12-20 12,12 5 66,26-12 1,9-17-32,-13-13 1,0-3 2277,13-8-2174,9-12 113,-7-18 3046,-3-5-3201,-23 15 1,-4-1 13,0-8 236,-8-4-186,-8 23-167,-4-1-28,-6 21 33,-5 10-22,-1 3 6,-3 23-12,10-16 263,2 27-257,15-24 0,3 3 0,17-10 17,23-8-12,7-3 1,3-8 22,-26-7 0,-3-5 11,7-12 8,-14 5 1,-1-3 143,2-33-130,-14 16 40,-10-17-28,-14 22-6,-6-4-33,-8 7-18,4 11-10,-4 4-96,4 10-78,3 3-352,2 9-948,11 9-2218,12 8-6145,11 3 7674,0-7 0,-3-7 0,-10-10 1</inkml:trace>
  <inkml:trace contextRef="#ctx0" brushRef="#br1" timeOffset="2.36598E6">11175 13760 24615,'37'-16'-2340,"-1"1"1,6 0-1,-3 5-2588,0 9 4928,12 2 0,-32-1 0,-3 2 0</inkml:trace>
  <inkml:trace contextRef="#ctx0" brushRef="#br1" timeOffset="2.36651E6">11264 13959 25808,'11'1'-432,"19"-3"118,6-6 1,6-1-746,2 0 1,1 1-99,0 0 1,1-1-1465,-1 2 0,0-2-1687,-2 1 1,-1-1 3458,-1-1 1,-2 0 848,-3 0 0,-1-2 46,-4 0 0,0-1 6255,18-10 308,-15 1-3035,-15 6-2633,-12 6 739,-15 0-1036,-6 8 352,-13-1-683,-5 10 39,-2 4-257,1 8-61,5 8 5,8 4-33,11 3-6,9 2 0,14-3-39,14 0 16,14-5-5,-2-8-1665,-3-11 0,1-2 1704,-3-3 3,-2-4 0,-1-3 48,-7-9 50,1-10 50,-9-4-16,-9-5-29,-6-3 29,-13-13-107,2 15 3420,-17-10-3431,-3 22-5,-11-1-7,-2 8-55,7 7-95,6 9-617,14 5-2262,10 10 3013,18 7 0,-6-10 0,8-1 0</inkml:trace>
  <inkml:trace contextRef="#ctx0" brushRef="#br1" timeOffset="2.36703E6">12690 14055 21075,'3'-11'3164,"-1"3"-2503,-2 8 975,0 0-1574,7 14-57,-7 2-1517,-8 46-4812,-6-21 5645,0-4 1,0-2-1,3-13 1,0 1 0</inkml:trace>
  <inkml:trace contextRef="#ctx0" brushRef="#br1" timeOffset="2.36888E6">13358 14219 16936,'45'-44'1657,"0"-1"1,-5 5 0,-7 3-744,-13 5-237,-10 2-156,-4 1-140,-6 0-101,-7 0-56,-7-3 45,-17-4-197,6 13 1,-19 0-6,7 21 24,-16 11-75,10 4 1,9 7 0,1 5-534,-9 14 508,12-9 1,2 4-1607,7-1 0,4 1 1615,-3 12 0,10 14-6,23-28-5,13 2 50,20-13-22,12-10-111,-26-13 0,1-3 122,2-3 0,-2-4-3,1-5 1,-2-2 18,0-4 1,-2-3 25,-2-2 0,-4-1 5,-1-3 1,-3-2-6,-4-1 0,-2-2 3,-3-1 0,-1 0 33,-4 1 1,0 2 133,1-26 312,-5 18-429,-2 17 3204,-1 13-3333,-1 8-11,1 7 23,-1 10 326,0 15-338,-1 17 17,-1 18-476,0-16 0,1 0 448,1-12 0,0-1-87,-1 16 1,1-1-1145,1 15-46,2-25 0,1 1 1294,2 0 0,1-4 0,0 4 0,3-9 0</inkml:trace>
  <inkml:trace contextRef="#ctx0" brushRef="#br1" timeOffset="2.36914E6">14108 13926 14986,'-7'-1'6649,"2"1"-4961,5 0-1056,0 0-480,14-33-129,16 17-35,-5-4 1,2 1-51,6 12 1,1 4-169,1 0 1,-1 2-443,0 2 0,-2 1-2823,24 9-5612,-15 9 9107,-16 2 0,-15-8 0,-7-5 0</inkml:trace>
  <inkml:trace contextRef="#ctx0" brushRef="#br1" timeOffset="2.3693E6">14195 14128 24234,'18'-25'-286,"38"-4"-840,-12 18 473,0 1 1,2 0-1261,-14 4 0,0 0 1913,13-1 0,-3-1 0,6 0 0,-7 2 0</inkml:trace>
  <inkml:trace contextRef="#ctx0" brushRef="#br1" timeOffset="2.36949E6">15002 13794 17906,'0'-4'6374,"0"1"-3566,0 3-2618,-19-47-79,13 37-66,-17-15-34,19 44 11,-5 35-50,2-16 0,1 2-90,0-8 1,1 2-1599,-6 19 1,-1 1 1715,0-8 0,1-4 0,-5 16 0,-1-3 0</inkml:trace>
  <inkml:trace contextRef="#ctx0" brushRef="#br1" timeOffset="2.37051E6">15520 13743 23231,'2'-44'219,"14"5"-191,18 29 5,13-2-10,1 5-29,-8 2 12,-16 7 61,-12 10 23,-23 7-18,-18 13-47,5-13 1,-4 0-213,-5 2 0,-1-1 198,-3 2 1,0-1 10,3-1 0,2 0-5,-20 12-34,22-8 57,17-9 32,17-6 24,14-4-24,13-2-44,11 0 0,3 1-11,-3 0 402,-9 1-408,-11 1 6,-9 1-1,-8 4-21,-5-2 44,-9 11 6,-1-3-34,-7 8 11,3-5-10,4 1-18,3 1 0,4 3-10,3 3 32,9 10-27,-1-12 6,11 12 16,-4-14-17,6 8-5,-2-1 5,-4 0 12,-5-3 50,-6-3 78,-22-1-89,3-8 62,-25 2-29,7-9-33,-12 2-45,2-2-801,1-2-2929,12-2 3730,2-2 0,19-2 0,0 0 0</inkml:trace>
  <inkml:trace contextRef="#ctx0" brushRef="#br1" timeOffset="2.38329E6">3519 15199 23069,'6'-37'274,"1"1"1,3-19-197,-8 69 6,-1 13-5,1 15-35,-6-8 1,0 2-242,-2 15 219,-3-12 1,-1 0 38,-5 8-5,-4 7 17,4-17 229,6-17 34,4-15-218,6-17-51,8-15 6,9-16 16,9-12-41,-11 24 0,2 0-112,1 0 0,0 0 109,1 3 1,1 1 27,20-16-57,-9 16 261,11 9-266,-15 15-17,12 9 23,-9 13 0,2 12-6,1 8-298,-2 4 282,-8-6 145,5 13-157,-11-19 28,5 8-17,-5-20 18,0-9-1,-5-8 325,16-18-308,-4-7 6,15-19 5,-4-2-299,-2-2 277,-10 12 90,-3 4-35,-13 20-66,-1 0 50,-13 22-34,-5 4-5,-5 17 342,1 2-364,6 1-18,12-1-10,12-6 27,4-8-27,34-4 33,-20-12 14,10-3 0,3-4 8,10-13-312,-16 3 0,0-2 295,-12-3 1,-3-2 34,16-23-51,-14-1 55,-11-1 40,-17 3 0,-24-3-67,0 17 34,-29 0-23,2 20-12,17 5 1,-2 3-263,-1 3 1,0 2 245,3 2 0,1 2-11,-19 14 313,19 3-364,19 3-96,17 4-609,17 1-1283,19 3-1586,-11-20 1,2 0 2847,26 11 1,-17-11 0,-16-8 0</inkml:trace>
  <inkml:trace contextRef="#ctx0" brushRef="#br1" timeOffset="2.38374E6">5270 15239 18184,'1'-6'5350,"0"2"-3799,-1 4-1310,-65-52-112,20 48-585,-6-16 1,-3 5 483,19 27 0,2 8-26,0-1 1,2 1 249,-14 13-269,7 17 1,28-20-1,7 12 17,21-20 22,15-10-22,14-8 0,8-14 11,-8-1 137,-11-7 1,-1-4-109,11-14-4,-13 8 0,-2-4 20,-8 4 0,-3-2 0,0-3 0,-1-1 22,-3-1 1,0-1 30,-2-1 1,0 1 7,-3 3 1,-1 1 190,3-18 11,-6 18-112,-5 15-117,-3 10-74,-3 10-4,-4 8-2924,-8 24 2912,4-4-112,3 0 0,0 2 89,-1 25-8,4-19 1,0 3-52,3 1 1,0 1-205,2-2 1,2 1-1146,5 1 0,4-1 994,1-10 1,2-2 0,7 12 0,-2-24 0</inkml:trace>
  <inkml:trace contextRef="#ctx0" brushRef="#br1" timeOffset="2.38423E6">5731 15191 23999,'-3'52'448,"11"-12"-5946,43-35 5531,-13-7-499,-5-3 0,-1-3 522,-6-3 1195,18-12-948,-26 1 28,-3-8-51,-8-4 89,-11-10-245,-1 15 2374,-10-6-2336,0 21-78,-7 2 50,-15 12-38,-1 11-35,-13 13-61,16-1-5,-4 14 10,18-2-16,2 11 0,15 3-51,18-1-358,17-2-286,-7-24 0,3-2 294,5-2 1,3-4 411,6-2 0,-1-3 0,5 1 0,-3-7 0</inkml:trace>
  <inkml:trace contextRef="#ctx0" brushRef="#br1" timeOffset="2.38447E6">6482 15121 20532,'-4'0'4693,"1"0"-4037,3 0-667,23-20-17,-1 13-149,15-5 1,7 1-2659,2 8 1,0 3 2436,-4-2 1,-1 2-206,-1 0 1,-4 2-4414,-1 6 5016,-10 1 0,-4-2 0,-13-2 0</inkml:trace>
  <inkml:trace contextRef="#ctx0" brushRef="#br1" timeOffset="2.38464E6">6600 15294 23640,'-40'9'681,"-1"0"1,4-1 0,12-1-453,24-7-167,15-3-34,16-5-106,20-7-1645,0 1 1,2 0-1174,-18 4 0,0 0 2045,19-4 1,-6 0 0,-22 7 0,-2-1 0</inkml:trace>
  <inkml:trace contextRef="#ctx0" brushRef="#br1" timeOffset="2.38634E6">7491 15368 19608,'0'-60'911,"-1"0"1,1 1 0,1 11 0,0 2 0,-3 7-240,-7-7-275,5 31-324,0 4-129,3 8 34,1 11 50,0 11-23,1 16-22,-1 16 12,0 11-280,-2-27 0,0 0 296,-1 1 0,-1-1-5,-4 28-23,2-13 28,1-16 40,4-14 229,0-11 84,1-9-207,0-11 475,0-11-543,0-25-50,0 9-19,0 6 0,0-2 13,1-19 0,0 20 1,0-1-17,2-26-6,-1 20 12,0 10-57,-2 22-5,1 7 33,-2 16 1,-1 15-40,-3 13 11,0 11 29,0 3-1,2-1-5,1-6 11,4-10 11,0-10 28,1-14 34,-1-8 17,0-13-57,0-9-16,-1-14 28,1-27-39,-1 12-124,0 7 1,0 0 190,2-15-40,2-8-10,-1 13-1,0 16-11,-2 15-39,-2 12-28,0 14 34,0 13-12,-2 17-439,-1-4 0,-1 1-1790,-2 19 1877,1-15 0,1-4 0,1-12 0,0 0 1</inkml:trace>
  <inkml:trace contextRef="#ctx0" brushRef="#br1" timeOffset="2.41058E6">11690 1422 31366,'-50'32'1401,"7"10"-1401,33-4 0,2 8 0,5-8 0,7-12-458,9-11-681,0-9 825,18-16 211,10-14 391,-9 3 0,3-1 431,6-5 0,5-2-719,-5 4 0,4 0 0,-2 1 0,2-2 0,1 1 0,-2 3 0,3 0 0,-4 4 0,-2 5 0,-1 2 0,8-1 0,0 3 0,-6 10 0,-5 2 0,5-1 0,-14 11 0</inkml:trace>
  <inkml:trace contextRef="#ctx0" brushRef="#br1" timeOffset="2.41165E6">2751 7654 25733,'-6'-35'-9,"2"23"-475,1 48 1193,-1 11-238,-1-2 16,1-5-255,2-18 199,4-6 105,1-13-546,10-9-2397,24-19 2600,-4 2-88,-9 4 0,3-1-401,10-9 1,2-1 345,-3 4 0,2-1-96,-1 1 0,2-2 0,0 2-633,14-6 1,0 3 783,-13 9 1,1 1 0,-4 2 0,-3 1 0,-4 3-1,28-9 1</inkml:trace>
  <inkml:trace contextRef="#ctx0" brushRef="#br1" timeOffset="2.41246E6">15829 5759 16413,'-4'-3'3291,"0"1"-3087,4 2-268,-22-19 141,14 23 117,-25 11-172,25 10 2,-5 17-77,6-14 224,3 0-1,0 5 81,8-8 288,4-9 156,8-9-204,11-16-222,12-11-179,-12 2 1,1-1-271,6-4 1,2-1 213,15-10 1,0 2-375,-15 9 1,0 0 338,17-8 0,-2 2-50,-20 12 0,-1 2-241,6-2 0,0 2-2853,-2 3 1,-3 3-5549,5 0 8691,-7 6 1,-24 3-1,-2 1 1</inkml:trace>
  <inkml:trace contextRef="#ctx0" brushRef="#br1" timeOffset="2.41323E6">10870 7898 19486,'0'-45'612,"1"0"1,-1 6-1,0 8-498,0 20-92,-2 14 35,-2 13-29,-4 15-31,2 0 0,0 1 9,0 18 14,4 11 25,12-31 104,12-13 92,12-10-67,-2-11 196,19-15-152,-17-3 0,0-3-392,-6 7 0,1-3 243,3-4 0,4-4 0,-4 3-30,-3 2 1,-1 2-35,6-5 1,-1 0-9,0 4 0,-3 4-42,-1 3-414,18-3 459,-21 38 0,-9-14 0,-2 16 0</inkml:trace>
  <inkml:trace contextRef="#ctx0" brushRef="#br1" timeOffset="2.42713E6">2180 16738 8321,'5'-4'8447,"-1"2"-2577,-4 2-5254,17-75-185,-13 37-255,5-10 1,-3-2-3858,-13 2 3877,2 17 1011,-7-6-1000,2 22-111,-8 0-62,-7 8-40,-9 13 1,-12 15-4,20-4 1,-2 3 1298,-2 5 0,1 2-1304,-1 3 0,2 3-1592,0 8 1,2 1 1585,9-13 0,2 0-16,1 9 0,4-1-48,9 1 5,10 2-5,11-12 101,19-12 569,1-12-541,1-7 78,0-17-50,-9-8 11,8-13 6,-6-5 3358,-4-1-3381,-4 6 11,-6 8 6,-6 10-16,-7 12-52,-4 6-66,-2 5 16,-1 4 51,5 9-17,-1 0-22,6 14-79,3 9-252,1 7-62,1 2-1360,3 5-3619,0-11 5394,1 1 0,-7-17 0,-5-12 0</inkml:trace>
  <inkml:trace contextRef="#ctx0" brushRef="#br1" timeOffset="2.42732E6">2852 16672 26850,'-27'-29'218,"6"6"-1321,19 22 1103,2 1 0,0 0 0</inkml:trace>
  <inkml:trace contextRef="#ctx0" brushRef="#br1" timeOffset="2.47608E6">3643 17369 18179,'0'-6'4968,"1"1"-3360,-1 5-1653,4-48-28,-4 42 101,2-27 11,-7 64-11,-3 13-33,-2 7-18,-2 3 6,0-5 17,4-13-5,1-2 100,5-21 303,0 0 257,3-12-229,2-9-241,4-10-40,5-15-61,6-14 23,6-7-82,-10 25 0,1 0-258,3 1 0,0 1 261,22-21-152,3 12 130,0 13-1,-4 12 18,-5 16-68,3 21 39,-9 11-10,-3 5-18,-7 10-16,-9-7-34,2 13-101,-3-5-62,3-7 18,3-11 521,6-13-460,1-11 203,1-9-35,-2-11 33,-3-5 29,-2-7-17,-7 3 156,0-12-78,-6 7 40,1-7 55,-2 11-179,0 9-22,0 5-112,-1 4 89,1 11 12,1-3-12,4 13 1,1-3 10,6 1-27,8-2 11,8-7 11,11-5 22,5-11-5,2-9 11,-5-9 45,-7-6-6,-10-1-3291,-9-9 3258,-8 14 50,-5-10 16,-5 16 1,-3 0-6,-3 5-106,-12 12 22,3 6 3370,-19 14-3386,3 6-23,-6 10-3443,8 11 3438,15-14-68,10 12-258,22-10 63,-2-6-870,21 7-3214,12-13 2291,-8-3 212,-8-8 1,2-4-487,22-9 2273,-10-1 404,11-16 761,-25 0 992,4-7 1501,-3-6-1826,-9 5-1026,-5 4 478,-6 4-124,-6 11 3106,-1 0-3762,-4 7-375,-2 4-5,-3 6 0,-5 7-6,-4 9-22,-4 16-6,5-4-6,4 0 6,12-3 0,3-18 0,17 8-11,8-13 33,17-3 3,-15-7 1,0-3 58,25-8-28,-6-4 61,-16-6 62,-16 4 281,-1-8-164,-10 9-105,-6 3-135,-4 11-23,-3 4-16,-8 11-17,3-4-22,-8 21 16,11-10-5,-1 6 5,9-6-61,17-1 62,6-6-12,7 0 34,9-11-12,-3-8 1,4 0 16,11-13 17,-10-3 11,-14 6 1,-2-2 22,11-12-6,-9 2 101,-19 10-17,-9 9-44,-7-4-180,-4 3-61,-3 2-2353,-11 1-745,12 6 3232,-6-3 0,13 5 0,3 0 0</inkml:trace>
  <inkml:trace contextRef="#ctx0" brushRef="#br1" timeOffset="2.47675E6">5998 17354 18530,'2'5'4218,"0"0"-1370,-2-5-2809,-1-27 307,0 20-363,0-17 201,-1 36-178,1-1 594,-6 18-600,-4 1 17,-17 23-34,0-7 29,-6 5 49,13-21-27,10-13 106,6-9 39,4-16-179,0-8 34,4-17 66,6-26-32,3-1-240,-6 28 0,1 1 189,0-2 0,-1 2 11,1-5 3,0 4 0,0 1-20,4-3 6,1-4-29,1 15-21,-7 15 10,2-1 29,0 15 382,3 9-388,3 4-34,12 35 1,-7-6 27,-6-12 1,0 0-29,7 21 17,-4-18-16,12 0 77,-2-23-27,0 1 39,4-18-28,-8-13-3347,16-26 3330,-12 7-495,-4-8 1,-2-1 506,-5-1-119,-1 2 0,-1 0 180,-2-5 6,0-2-40,-5 17 2749,-5 14-2945,-1 10 1323,0 7-1619,0 8-695,6 9-1546,6 12 2683,12 11 0,-9-17 0,0-1 0</inkml:trace>
  <inkml:trace contextRef="#ctx0" brushRef="#br1" timeOffset="2.47715E6">6814 17208 26127,'4'20'459,"-2"-2"-431,-28 30-22,12-13-45,4-3 44,8-9-21,18 3-40,5-12 78,16 4 40,1-12-29,-2-6 1,-8-4 83,7-15-38,-17 7 156,12-17 202,-17 0-191,-3-5-134,-10-10-22,-10 4 27,-9 0-44,-6 4-28,-3 9-73,1 8-11,8 11-191,-2 16-184,12 11-555,-1 19-1848,18 11 2817,10 8 0,-5-24 0,2-6 0</inkml:trace>
  <inkml:trace contextRef="#ctx0" brushRef="#br1" timeOffset="2.47799E6">7506 17390 21780,'7'-9'3978,"-2"1"-3262,-5 8-4,0 0-595,-19-61-72,-2 42-2160,-6-13 1,-3 4 2120,-9 29 238,7 5 1,-1 4-256,-13 15-3,18-7 0,1 1-9,-18 21-16,14 0 0,18-5 16,20-6 35,17-9-29,17-9 22,14-13 2869,6-12-2863,-28 3 0,-2-3 0,1-3 1,-2-2 4,-1-3 1,-1-2-3,-2-5 0,-2-3 17,0-3 0,-3-2 11,1-4 0,-2-2 98,1-6 0,-2 0-31,-5 11 0,-1 2 3,-1 0 0,-4 4 592,-2 3-547,-5 12-107,-1 11-50,-2 3-22,-3 9 28,-6 11-12,-7 18-16,-5 19-123,10-19 0,1 1 128,0 6 0,1 1-50,1 2 0,2 2-222,1 2 1,1-1-468,2-2 0,4-1-681,3-4 1,6-4-969,3-5 1,5-5-5633,32 10 5528,-19-26 0,1-6 2509,3-5 0,0-4 0,2-3 0,-1-3 81,-1-2 0,0-1 3582,-3-1 0,-1 0 1406,21-16-3506,-17 7 1159,5-6-1283,-21 13-307,4-2-527,-16 11 316,-10 4-792,-6 4 188,-8 5-216,-2 6-101,0 6-6,5 4 40,8 2-40,8-1 1,11-4 22,8-5 16,10-7 29,5-10-6,3-9 11,1-13 23,0-11 5,-7-8 73,-5-4 89,-10 1-133,-7 12 430,-24-5-487,2 27 0,-16-7 29,-1 27-35,-5 8-5,-11 11-42,18-2 0,2 2-8,-9 11-20,13-8 0,4 2-53,6 13-202,5 12-1159,22 2-2146,-1-30 1,3-1 3573,20 17 0,-10-19 0,-13-12 0</inkml:trace>
  <inkml:trace contextRef="#ctx0" brushRef="#br1" timeOffset="2.47869E6">8800 17433 25416,'29'-49'-167,"0"-1"1,5 5 0,1 10-680,20 17-2482,-10 10 1,2 2 3327,-11 3 0,-2 0 0,26-1 0,-26 3 0</inkml:trace>
  <inkml:trace contextRef="#ctx0" brushRef="#br1" timeOffset="2.47885E6">9126 17559 26374,'29'2'-3322,"29"-4"3322,-26-3 0,0-1 0,25-3 0,-34 6 0</inkml:trace>
  <inkml:trace contextRef="#ctx0" brushRef="#br1" timeOffset="2.50361E6">10036 17314 8074,'3'3'4745,"-1"0"-2527,-2-3-1361,-1 5-426,1-3 336,-1 4-207,1-5 4767,-1 0-5192,1-7-68,-2-2 6,-2-11 5,-2-4-44,0 0 100,-1-20-27,5 10-7,0-15-49,6 9 10,4 3-27,1 8 5,11-10-50,-2 14 5,4-4 6,16 4-16,-6 12 32,19-1-32,-4 13-29,4 10 28,0 8-11,-5 10-28,-11 10-397,-18 13 436,-17-3-13,-15-10 0,-9 7 0,0-4-4,-8 4 1,-2-1-387,5-2 1,-2 1 0,-1-2 398,1-6 1,-1-2-1,2-3-7,-5 5 0,0-2 28,-5 3 0,2-1 56,8-11 0,3-3 101,-7-1-28,15-21-40,10-8 649,4-24-436,3 8 1120,0-6-1186,5 12-236,1 13 0,7 1 16,21 16-44,11 2-106,7 6-866,-15-10 1,3-1 776,4-3 0,-1 0 1,15 2-1,0-3 1</inkml:trace>
  <inkml:trace contextRef="#ctx0" brushRef="#br1" timeOffset="2.50595E6">3845 18286 20464,'-11'-42'494,"0"0"1,0 2 0,3 10-1,6 24-455,-3 7-11,-8 16-28,-10 17-28,3-2 0,-2 2-9,2-3 1,1 0 13,0 2 1,2-1-62,-1 18 17,17-17 28,10 0 39,4-12 28,15-5 56,2-11 95,23-8-89,-14-5 72,-2-8 1,-2-2-85,-2-5 3,-3 0 0,0-1 121,3-9 162,3-9-129,-15 15-44,-9 7-130,-10 13-38,-2 7-29,-5 8-56,-10 17 1,-2 5-12,-2 15 34,11-7 28,5-10 11,19 4 28,6-18-28,21 3-6,-7-12 25,-4-9 1,0-3-9,3-2 3,-3-4 0,-1-4 65,3-11 128,6-21-22,-15 9 16,-7-5-100,-14 20 151,-8-5-140,-2 12-56,-4-3-39,2 12-73,-4 6 34,5 6-51,-5 8-84,6 0-2010,2 14-40,7-13 2207,14 8 0,-9-15 0,7 1 0</inkml:trace>
  <inkml:trace contextRef="#ctx0" brushRef="#br1" timeOffset="2.50641E6">5098 18199 23147,'-28'-8'-39,"21"-1"-274,54-7-292,9 1-208,1 5-402,-4 4-763,-8 3 690,-14 5-3013,-7 10 2486,-21 7 1440,-13 14 604,-10-6 1048,-5-3 1,-1 0 71,-5 3 667,-6 3 1,-2 1-3443,-11 5 2061,15-11 1,0 0 171,-14 10-291,13-8-253,14-9-179,12-9 84,7-6 45,12-6-124,14-7 3387,22-9-3608,-14 6 1,3-1-945,5-2 1,3-1 1075,9-4 0,-2 1 0,6-3 0,-2 2 0</inkml:trace>
  <inkml:trace contextRef="#ctx0" brushRef="#br1" timeOffset="2.51164E6">6321 18136 9106,'7'1'4447,"-1"0"-1624,-6-1-399,0 0-1980,2 3-97,-2-2 73,1 3 520,-3 2-587,-3 0-241,-1 2 90,-4 1 5,-1-1 85,-2 1 50,0-5-29,2-2-55,2-7-40,1-5-139,3-2 94,1-16-61,3 4 6,1-11-51,3 7-5,4 3-34,0 8-12,2 4-16,-1 7 12,10 2-18,1 4 0,11 6-10,-6 0-3432,19 18 3431,-21-8-81,2 6 1,-2 3 85,-7 1-47,-5 12 1,-4 3-60,-18 19 90,6-23 0,-5 1-51,-14 12 1,-7-2-209,7-15 1,-2-1 280,-11 13 1,-2-3 7,6-14 1,0-5 31,3-6 0,0-4 100,-22-1 3053,11-19-3075,13-12 169,11-11-169,9-5-28,9 2-61,3 9 809,6 5-793,11 12-28,7 10-5,4 7-1680,-1 9 1,0 2 1678,6 5-215,9 3 0,3-1-2314,0-6 2524,6-5 0,-2-4 0,-18-6 0,17-2 0</inkml:trace>
  <inkml:trace contextRef="#ctx0" brushRef="#br1" timeOffset="2.59455E6">12863 7939 10970,'0'-4'4380,"0"0"-3601,0 4-482,-8-15 173,4 25-55,-6-4-34,5 32-31,-1 0 0,-3 4-216,1-6 0,-1 1-457,-6 17 0,-1 2 395,1-7 1,-2 1-567,-2 3 0,0 3 561,-2 2 0,1 2-9,5-17 0,1-1 0,0 0-11,-3 8 1,1 1 39,2 1 1,-1 4 0,2-2-816,-1 5 0,1 2 778,1-4 1,0 5-1,0-1-5,3-9 0,1-1 0,1 1-4,-1 1 0,0 0 0,1 1 5,0 0 1,1 1 0,-1 0 12,1 0 1,0 0 0,0 1 11,0 1 0,0 0 0,1-2-36,1-11 1,0-1-1,0 3 29,0 3 1,1 4-1,0 1 1,1-5-24,0 1 0,1-3 0,0 2-11,-1 2 1,1 4 0,-1 0 0,2-2 0,1 6 1,1-2 0,0 0-2,1 1 0,-1-1 0,2 0-8,1 0 1,1-1-1,1 0-2,0-1 1,0-1 0,2 2 1,-1-8 0,2 1 1,0 1-1,0-3-547,2 8 1,1-2 0,0-1 533,0-1 0,0 0 1,2-3 3,0-3 0,1-1 0,0-3 67,6 8 0,5-1-54,5 2 0,5 3 1,3-3-1,0-9 0,2-2 0,-1-2-17,-1 1 1,0-2-1,3-4 26,11-2 1,3-3-1,-3-6-615,1-2 0,-2-3 596,-10-3 1,1 0 0,0-1 16,-1-2 1,1-2 0,0 0-10,6-2 0,0 0 0,0-2-9,-8 1 0,-1-1 0,2 0-2,19 0 0,3-1 0,-2-1 9,-16-1 1,-2 0-1,2-1 0,12-1 1,4 0-1,0 0-10,-15-1 1,1 1 0,0 0 0,1-1 2,11 0 0,2 0 1,0 1-1,-5-1-11,-1 0 0,-3 0 0,3 1-2,-2 0 1,4 0 0,-1 0 0,-5 2 303,-6 0 0,-5 1 0,4 1-299,1 0 0,3 1 0,0 1 0,-4-1-5,16 3 1,-1 2-7,-3 2 1,4 2-1,-11 0 7,-18-4 0,-2 1-3,24 8 0,0 2 148,-24-6 1,-2 1-138,14 7 0,0 2-8,-7-3 0,-2 0 1132,-2-1 0,-2-1-1135,-3 0 0,-2-1 22,14 9-16,7 6-29,-7-2 2087,-5-4-2042,7 11 640,-12-12-656,8 8 11,-12-15 5,1 0 286,11 1-308,-5-3-16,0-2 21,-10-5 29,2 5-17,-7-3 55,5 10 52,-14-4-68,-3 1 50,-6 7-33,-3 3-23,-2 14-16,0 10-12,3-15 1,1 3-302,1-1 0,0-1 290,0 1 1,0 0 10,1 4 1,0 0 10,0-5 1,0 0 13,0 12 1,-1 5 10,-2 1 0,0 5 0,0-4-729,0-1 0,-1-1 688,0-4 0,0 3 0,0-4 25,-1 5 0,0-3 14,1 5 0,-2 4-23,2-17 1,0 4-1,-1 1 1,0 1 6,0 3 1,-1 0 0,1 1-1,-1-2-691,0 9 1,-1-2 0,1-1 670,-1-1 1,0-1 0,-1-2 16,1-9 0,0-2 1,0 1-384,-2 2 1,0 2-1,-1 3 379,-2 4 1,-1 5 0,-1 1 0,0-2-15,2-6 1,0-2 0,-1 0 0,1 0-15,-1-1 1,1-1-1,0 0 1,-1 2 16,-2 5 1,0 1-1,0 1 1,1-2-4,2-5 1,1-2-1,0 1 1,0 3 2,-1 1 1,0 2-1,0 2 1,0-1-1,2-4-18,-1-3 0,2-3 0,0 0 1,0 1 11,-1 9 1,0 2 0,1-1 0,1-6-12,-3 10 1,0-4-6,4-11 0,-1 1 0,0-2-11,-4 15 0,0-3-40,-1 0 1,-1-1 44,-1-1 1,1 1-7,-2 4 1,0-1-55,4-18 1,2-3 65,-4 19 777,2 1-2037,7-25 1260,1-1 0,3-18 0,1-10 0</inkml:trace>
  <inkml:trace contextRef="#ctx0" brushRef="#br1" timeOffset="2.60002E6">14708 8134 22375,'3'-53'1282,"-1"-1"1,1 12-1,-2 7-1254,-3 15-179,1 24 134,0 12 23,2 18-6,0 22-6,-1-2-318,0-12 1,-2 4-207,-2 15 1,-1 1-405,1-12 0,0 3-2343,-1 7 0,-2 7 0,1-9 2793,1-14 1,1-3 0,-1 10 0,0-6 0,1-14 0</inkml:trace>
  <inkml:trace contextRef="#ctx0" brushRef="#br1" timeOffset="2.60081E6">14572 8842 11060,'-2'-10'4484,"-12"-27"0,-1-7-2877,-1 4-1025,-2-8 1,1-1-298,3 10-44,6 11 128,5 1-341,21 1 35,-2 5-111,15 3 1,5 2-1,-6 6 0,1 1-50,15-6 0,2 2-25,-7 3 0,-1 0-23,-1 1 1,-3 0 246,17-4-219,3-8 208,-28 6 145,3-6-62,-19 8 432,-8-3-168,-4 6 61,0-5 1,0 5-129,0 2-264,-1 2-134,1 4-78,3 1 89,10 8 23,13 7-1,17 13 7,-5 1-57,-10 0 0,-3 2-45,-2 4-67,-7 7 0,-6 3 34,-17 4 120,0-15 0,-4-2 37,-10 0 78,-10-11 213,3-15-101,3-8-145,6-7 111,15-27-156,13 5-17,3-8 16,30-8-27,-4 18-215,-8 10 1,2 1 174,25-5-22,4 7-72,-1 4-7,0 3 51,-5 1 28,-10-1 73,-12 0 22,-11 0-16,-10 1 178,-3-7-100,-6 8 95,2-5-73,-5 11 300,1 0-474,-4 8 46,-3 8 5,0 2 11,-1 18-22,8 9-1,8 2 7,13 5-1,0-22-16,15-4 61,7-12 28,11-15-44,-10-3 94,1-22 79,-24-1 23,2-10 5,-9-4-34,-8 0-50,-7 2-62,-6 6-38,-3 8-12,-2 9-213,2 10-325,4 4-587,5 8-1816,10 5-666,1 2 3579,11 3 0,-12-8 0,0 0 0</inkml:trace>
  <inkml:trace contextRef="#ctx0" brushRef="#br1" timeOffset="2.60142E6">13142 8594 14734,'0'-11'3868,"4"-26"0,-1-5-2451,0 7-944,0-8 0,0 3-131,-3 18 95,-2 10-482,-1 11 40,0 12 33,0 13-6,0 19-44,-2 14-2014,3-15 1,1-1 1139,2 19-2904,2-18 0,2-2 3233,6-2 0,-1-5 0,-4-18 0</inkml:trace>
  <inkml:trace contextRef="#ctx0" brushRef="#br1" timeOffset="2.60178E6">13559 8162 15249,'0'-5'6470,"0"1"-5344,0 4-919,-71-10-168,49 13-19,-19-3 0,4 5 13,29 18-16,1 8 11,7-3-28,7-4 22,4-6 135,6-8 134,1-5 477,9-22-550,-10 5 0,4-16 169,-14 5-90,-4-4-73,-1-6-84,-6 3-61,-3 7-46,-3 9-89,0 7-50,-2 11-73,1 7-444,-1 11-1258,5 9-7064,5 7 8097,5-3 0,0-13 0,1-10 0</inkml:trace>
  <inkml:trace contextRef="#ctx0" brushRef="#br1" timeOffset="2.60213E6">13716 8166 21517,'0'-4'4185,"0"1"-3945,0 3-1732,-50 76 1481,40-41 0,1 3-410,-9 10 0,-4 6 0,5-1 402,10-4 0,4-1 1,1 2-391,-1 4 0,0 2 0,1 0-92,0 3 1,1 0-1,1 1-1260,0 0 1,2 1-1,-2 0-697,-1-9 0,-1 1 1,0-1-1,0-3 1437,0-4 0,0-2 1,-2-1 2001,-5 7 1,-2 0 0,-4-11 5936,-22-4-4062,-11-21-1780,14-27 366,13-21 1,5-9-892,7 5 1,4-3-306,-1 1 0,0-4 1,3 1-40,6-18 0,4 1-104,2-1 1,4 3-76,-2 12 0,3 2-14,10-11 0,0 4 764,4 3-985,5 2 0,5 0-709,-4 17 1,0 3 748,-1-2 1,1 1-3337,8-1 0,-1 2 3503,4-1 0,-8 4 0,-17 11 0</inkml:trace>
  <inkml:trace contextRef="#ctx0" brushRef="#br1" timeOffset="2.60234E6">14295 7801 22184,'-5'-39'2383,"-1"-1"0,-2-20-2271,4 58-106,0 8 50,-5 23 34,-6 29-54,3-11 0,0 6-780,1-9 1,1 2 0,-1 5 726,-1 0 0,-1 4 1,1 1-1,1-2-306,1-4 1,1 0 0,0-1 0,1 2 219,-1 8 1,1 1 0,1 0 0,2-6-133,2-4 0,2-4 0,4-1-1605,6 5 1,3 0 0,3-5 1466,5-2 1,1-4-1,-3-3 1,0-5-1,6 2 1</inkml:trace>
  <inkml:trace contextRef="#ctx0" brushRef="#br1" timeOffset="2.60349E6">16354 8276 23948,'-3'-4'135,"3"8"-85,6 20-28,1-4 74,17 5-12,-4-12 50,13 3 73,-5-11 12,0-8-23,-3-8-12,-3-8 2,-6-9-102,-6 5 201,-5-17-38,-5 16-118,-2-4 117,-8 13-207,-3 12-16,-11 7 5,-4 13-17,-5 12 11,5 11-27,7 5-57,10 3-3487,18 15 3381,6-21-314,4-11 0,5-2-3638,25 8 4120,-19-18 0,-1-1 0,10 5 0,-15-13 0</inkml:trace>
  <inkml:trace contextRef="#ctx0" brushRef="#br1" timeOffset="2.60401E6">17477 8237 21959,'0'-11'1625,"0"3"-1384,0 8 241,0 0-359,-35 67-11,11-32-428,-5 10 0,-3 0 406,-18-7-54,21-20 1,-1-2 30,-1-3 0,1-2 401,-21 2-210,14-19-56,17-13-6,11-21-51,17-15-83,6 13 0,4-2-40,-5 13 0,3 0 26,11-15 0,3 2 33,-3 9 0,0 3 67,-6 5 0,1 0-70,6-4 1,-4 1 117,-4 0 6,-3-3-68,-17 5-39,-11 6-44,-9 5-29,-3 7 6,1 6 299,4 9-311,4 5-10,3 7-17,5 6 11,2 8-11,10 7-1,8 11 1,4-11 0,2 2-361,-6-11 0,1 0 374,10 19 1,0 2-11,-8-14 0,-2 1-71,3 9 1,-1 2-191,-4-1 0,-2 0-555,-4-2 1,-2 1-1062,-3-1 1,-3-1 1884,-1-7 0,-1-2 0,-2 9 0,0-21 0</inkml:trace>
  <inkml:trace contextRef="#ctx0" brushRef="#br1" timeOffset="2.60451E6">17811 8505 24447,'4'51'571,"-3"-8"-487,-4-14 134,-3-7 57,0-10 100,-3 0 23,0-6-79,0-18-252,4 1-3268,1-40 3229,8 19 0,1-2 0,4-4-265,6-1 1,3 0 264,1-2 0,1 0-6,1 1 1,0 2 2,-4 10 0,-1 1 62,2-7 0,-1 0-159,8-24 128,-9 17 0,-3-1 36,-6 4 0,-4 1 54,-5-22-62,-6 8 174,-11 14-152,8 23-84,-3 0-33,6 14 3042,1 10-3026,0 3 807,-5 23-800,6 10-7,2-14 1,2 2-87,3 5 0,5 1 70,10 16 0,5-2-352,-5-14 1,3-1 354,5-1 1,4 3 0,1-4-58,7 2 1,4-1-186,-4-1 0,2 2 0,-2-2-95,2-1 1,-6 2 344,-8 22 0,-11-5 0,-9-24 0,-25 23 0</inkml:trace>
  <inkml:trace contextRef="#ctx0" brushRef="#br1" timeOffset="2.61136E6">19463 8182 10763,'0'-5'5142,"0"1"-129,0 4-4375,-16-60-464,10 45 22,-19-43-17,7 66-5,-10 10-87,5 6 0,0 3-45,2 2 0,0 3-250,-4 12 0,1 2 213,9-13 1,1 1 0,-1 9 0,3 0-12,6-11 0,2 0 23,2 4 0,7-1 103,12-4 1,6-4 24,15 2-1518,10-19 0,3-7 1552,-1-8 20,-1-4 0,1-2-68,-19 0 0,-1-3 126,11-8 1,-2-3-79,-11 4 0,-3-2-10,15-22-35,-27 10 219,-15-10 91,-12 8-363,-1 6 0,-5 1-2,-18-9 3299,0 3-3344,4 9-57,14 10-1498,-1-1 1521,9 9 0,7 3 0,4 6 0</inkml:trace>
  <inkml:trace contextRef="#ctx0" brushRef="#br1" timeOffset="2.61639E6">20199 8120 12135,'-1'-4'6918,"0"1"-2678,1 3-3943,-2-32-202,1 24-106,-3-24-28,3 35 72,0 10-5,0 1 6,1 29-34,0-4-6,0 24 1,1-18-110,1-9 0,0 0-579,0 14-102,0-15 0,-1 0-2900,-3 15-5104,-3-9 8800,-1-13 0,1-13 0,2-8 0</inkml:trace>
  <inkml:trace contextRef="#ctx0" brushRef="#br1" timeOffset="2.61674E6">20107 8389 9565,'-3'-1'7617,"1"0"-3416,2 1-3321,-57-17-119,43 13-436,-43-13 201,58 17-402,1 0-57,7 0 0,9 0-5,11 0-51,-2 0 62,30 1-40,-11-1-290,-9 1 1,-1-1 318,15-2-165,-11-1 0,0-2 232,12-2-90,-17 1 1,-1 1 4,1-1 18,-11 2-12,-17 4-50,-1-1-1579,-6 1 1723,-8 6 1,6-4 0,-6 3 0</inkml:trace>
  <inkml:trace contextRef="#ctx0" brushRef="#br1" timeOffset="2.63679E6">20882 8219 7106,'-1'4'5422,"0"-1"-1569,1-3-2979,6-4-135,-5 2 11,5-5-60,-6 3-399,1 1 460,-1-5-52,0 2-508,0-2 352,0-2-375,0 4 141,0-6-35,1 1-151,0 0 247,4-10-168,0 2-46,5-10-21,3 1-23,3 2-11,2 2-23,2 4-28,-3 6-38,-2 4-24,-2 6-10,-3 2 16,0 4 6,3 5 0,2 9 0,3 9-22,0 8-12,-2 9-3380,-6 19 3408,-9-14 3,-5-11 1,-4 2-275,-20 18 269,6-20 0,-3 0-1,-5 1 1,-2-1-282,-4-1 1,-1-3 311,0-3 0,1-2 23,3-7 0,3-3 151,-14 4 28,20-13 2837,14-13-2966,8-5 412,6-9-395,4-4 915,6 0-932,6 0-22,2 6-34,2 4-39,0 6 0,2 7-5,4 7 10,3 6-72,1 9-655,0 5-3126,-4 6 3848,-6-5 0,-11-9 0,-6-10 0</inkml:trace>
  <inkml:trace contextRef="#ctx0" brushRef="#br1" timeOffset="2.63908E6">21687 8167 17210,'2'-30'2812,"-1"7"-2286,0 22-83,-1 1-488,-3 5 62,1-1 11,-4 7 33,-5 6 1,-7 7 33,-16 17-61,8-12-1,-5 4 90,2-6-22,7-6 39,-13 11-112,18-15 45,-3 3-11,12-8-18,-1 3 18,5 0 16,2 0 63,6 6-18,6-3-50,3 0 34,12-3-46,3-3-44,14 2-174,6-1-3960,8 4 4117,-19-3 0,-8-2 0,-23-6 0</inkml:trace>
  <inkml:trace contextRef="#ctx0" brushRef="#br1" timeOffset="2.65137E6">24722 4764 8091,'1'-8'4717,"0"0"-3043,-1 8 813,0 0-1669,10-25-409,-7 19-393,8-20 91,-11 33-12,-1-2 62,-1 13-51,-1 0-50,1 8 6,0 1 23,4-3 88,3 1 152,3-7-157,-1-5 39,1-7 269,-1-5 34,3 0-79,5-5-129,4-6-39,3-8-50,2-8-62,3-8-32,0-4-41,2-2-27,0 2-96,4 0-56,-11 14-465,5 1-1232,-12 16 1798,6 1 0,-10 4 0,-1 2 0</inkml:trace>
  <inkml:trace contextRef="#ctx0" brushRef="#br1" timeOffset="2.65546E6">22100 8426 11256,'1'-3'6105,"-1"1"-2621,0 2-2487,1-64-481,-2 44-329,2-16 1,-1 4-31,-1 26-196,1 4-465,0 1 459,-1 10 123,0 4-27,0 12-23,-1 4 16,-1 4-27,-3-2-17,0-4 45,0-7 67,3-7 202,1-7 296,1-4 28,1-2-352,0-6-219,0-8-11,0-10-3431,0-13 3364,5-7-46,3-6 85,6 3-6,1 6-22,2 11-28,-1 9-11,1 11 3375,-3 6-3369,14 11 112,-6 6-124,13 13 23,-6 9 38,-1 6-21,-4 6-1,-4 2 1,-6 1-18,-6-2 18,-5-3 5,-6-9-6,-1-9 40,-3-11 167,3-8 51,2-6-162,2-10-68,0-10 1,2-13-23,7-10-12,10-5 24,10 0-40,10 6-12,-7 10 24,23 1 44,-17 15-56,15 0-23,-15 11-10,-4 9-35,-5 8-83,-4 9-118,-5 8-173,-6 4-247,-4 5-179,-3-1-292,1-3-514,5-6-404,7-7 100,2-8 813,4-7 941,1-7 471,3-10 234,3-8 264,2-8 314,3-7 123,0-4-17,-1-3-84,-4 0-118,-6 3-11,-6 6-55,-10 6-236,-4 7-325,-14 6-185,-6 5-50,-14 4 5,-20 13-67,11-2 17,-18 19-28,23-2-39,-1 7-6,11 2 29,12-3-1,14-5 6,10-6 27,13-7 29,10-6 11,7-11 84,13-15-78,-19 1 111,11-16 35,-25 7 49,4-8 46,-8 2 5,-8 4-34,-7 6 7,-4 6-57,-4 7-135,-1 5-167,-3 4 44,-3 8 12,-5 8 16,1 1-95,-5 27-67,10-17-493,-3 32-1366,8-10 2027,5-9 0,-1-1 0,1 3 0,3 3 0</inkml:trace>
  <inkml:trace contextRef="#ctx0" brushRef="#br1" timeOffset="2.6557E6">23876 8304 22403,'-32'29'126,"-1"1"1,-1 6 0,4 1-163,12-7 0,2 0-102,-2 6 1,1-1-485,-7 20 118,8-17-1434,3-3-4794,8-21 6732,1-2 0,4-9 0,0-3 0</inkml:trace>
  <inkml:trace contextRef="#ctx0" brushRef="#br1" timeOffset="2.65589E6">23573 8453 9934,'-2'-7'9360,"0"2"-7963,-10-24 0,-2-3-774,6 14-35,-7-17 0,1 6-432,12 24-105,-1 2-85,5 3 68,32 18-40,-8-5-1732,19 10 0,4 3 1559,0 1-6,-8-5 0,0 1-889,4 3 1074,-3-1 0,-2 0 0,-6-4 0,-6-3 0,0 0 0</inkml:trace>
  <inkml:trace contextRef="#ctx0" brushRef="#br1" timeOffset="2.66865E6">23080 7120 9654,'0'5'3042,"0"-1"2094,0-4-4666,4 2-319,-3-1 168,2 1 4073,-3-1-4229,-1-9-74,-2-5-5,-1-30-73,7 6 1,6-14-12,10 19-17,4 7 0,13 9 6,-10 7-34,16 8-22,-10 11 0,9 9-135,4 22-11,-16 1 101,-7 3-101,-20 4 85,-23-4-91,4-16 1,-5 2 220,-17 6 1,-4-1-563,4-6 0,0-2 588,-1-1 0,1-3 45,8-7 0,2-3 447,-10-1-296,10-6-106,11-8-45,19-6 229,6-2-286,5-1 1178,10 3-1239,19 3-61,2 8 11,3 1-275,7 9-414,-5 0-205,-18-6 1,1 1-3928,4 0 1,-2 0 3769,8 1 1,-8-1 0,-27-8 0</inkml:trace>
  <inkml:trace contextRef="#ctx0" brushRef="#br1" timeOffset="2.66928E6">23548 6755 9302,'-1'-4'4161,"-1"1"-201,2 3-3053,13-63-711,-6 44-17,3-18 1,3 3 285,12 21-353,-5 3 22,12 0-100,-5 7-45,-3 1-40,5 7-72,-13 6-22,2 6 10,-5 10 130,-6 0 49,-8 4-16,-2-10-3252,-8 2 3297,5-12 246,-8 8 17,6-13-123,-2 1 202,4-5 38,3-4-324,1 0 3548,1-4-3626,1 4-23,0-3-39,2 3-12,6 0 12,0 1-28,19 5 28,-5 3-12,7 3-10,0 7-18,-6-1 1,0 10 50,-10-6 11,-9 2-5,-9-10-46,-19 3-44,-4-7-106,-13 3-6,11-7-2330,-6-5 2526,20-6 0,-2 3 0,13-3 0</inkml:trace>
  <inkml:trace contextRef="#ctx0" brushRef="#br1" timeOffset="2.66954E6">24098 6528 14012,'0'-3'5484,"0"0"-3155,0 3-2267,-8-14 10,6 15-16,-2-5-44,7 18-12,6 13-258,4 11-403,-1 8-778,-1 13-2712,-11-5 4151,-9 5 0,3-27 0,-2-5 0</inkml:trace>
  <inkml:trace contextRef="#ctx0" brushRef="#br1" timeOffset="2.66989E6">24502 7192 20795,'-30'3'397,"17"-5"-436,25 0-151,17-8-269,1 3-1564,21-6-3124,-3 1-2448,-4 2 7595,-16 3 0,-19 5 0,-3 1 0</inkml:trace>
  <inkml:trace contextRef="#ctx0" brushRef="#br1" timeOffset="2.67011E6">25092 6866 23327,'3'-2'380,"-1"22"-380,-3 15-112,-1 25-464,-2 0-430,1-28 0,-1 0 1006,-1 2 0,0-2 0,0 4 0,-2-7 0</inkml:trace>
  <inkml:trace contextRef="#ctx0" brushRef="#br1" timeOffset="2.6738E6">21262 7631 17927,'-8'-36'-157,"2"11"594,8 38-185,4 8-90,4 8-44,8 2-17,3 0 191,8-5 228,-5-11-167,-2-6 325,0-16-230,2-10-56,12-18-210,-13 11 0,1-1-400,4-5 1,0-1 320,2-2 1,0 0-15,1 0 1,-1 1-12,-2 2 1,-1 2-32,-3 4 1,0 1-9,16-13-67,-3 10-3276,-10 9 3175,-4 8-639,-6 7-1376,-2 10 2261,4 7 1,-9-5 0,-1 2 0</inkml:trace>
  <inkml:trace contextRef="#ctx0" brushRef="#br1" timeOffset="2.6747E6">16095 7427 4024,'-2'-6'28,"0"1"7038,2 5-6125,-15 70-258,12-31-378,-3 9 0,4-1-59,9-12 1002,22-3-302,1-22 1132,17-9-1390,-1-20-83,3-16-336,-24 12 0,-1 0-51,13-16 31,-9 7 1,0-1-223,9-11 54,-11 13 0,0 0 662,9-8-760,-9 11 340,-11 13-1051,-1 6-476,-5 8-4174,6 8 5433,-2 3 0,-5 0 0,-2-3 0</inkml:trace>
  <inkml:trace contextRef="#ctx0" brushRef="#br1" timeOffset="2.6782E6">24364 7995 21993,'-18'-29'1081,"1"1"0,-11-18-890,28 43-141,0 1-44,2 2 16,7 1 6,12 5-5,19 7-15,-11-2 0,1 2-5,5 4 0,2 3-326,2 3 0,-1 3 320,0 4 0,-4 2-8,-3 3 0,-4 3-76,-7 2 0,-6 2-193,-11 3 0,-7 0-628,-12 2 1,-8 0 692,-2-11 1,-4-1 0,1-3 0,3-3-1,1-2 1,-4-3 0,0 1 0</inkml:trace>
  <inkml:trace contextRef="#ctx0" brushRef="#br1" timeOffset="2.71031E6">23517 5108 7710,'-10'3'3025,"2"0"-1765,8-3 662,0 0-1273,-49 20-240,37-14-247,-36 15 146,48-18 1099,0-2-203,2-1-700,1-1 353,8-4-437,10-9-67,32-18-879,-9 4 654,8-3 1,2-2-93,-26 16 1,1 0-2,8-4 1,5-3-1,-1 2-607,4-1 0,1 0 603,-9 4 1,3 0 0,-2 0 24,18-7 0,-2 1 22,2-2 1,-3 2-269,-13 6 0,-2 1 209,-6 2 1,-2 2 25,8-6 11,-16 8-196,-4 1-135,-7 4-1859,-9 4-1299,0 3 3741,0-1 1,-1 1 0,1 0 0</inkml:trace>
  <inkml:trace contextRef="#ctx0" brushRef="#br1" timeOffset="2.71117E6">23852 4233 8186,'-8'0'3703,"2"0"-1507,6 0 3819,0 0-5455,-19-27-218,14 8-219,-12-18 107,23 10 100,8 1-212,3 1-57,5 0-50,-7 14 1,4 2-35,10 11 12,-8 2-28,15 11 5,-16 6 29,-2 1 5,-4 13 16,-14 12-16,-11 3 6,0-19 0,-3-2-327,-22 18 344,5-12 44,-13 6-50,24-23-6,-10 12 6,22-21 106,1 1 57,13-8-24,6-3-94,3-2 393,24-8-382,4-3-68,1 0-21,9-4-80,-13 6-652,16-3-395,4 2-8688,-1 1 9502,-19 5 0,-14 3 1,-20 3-1</inkml:trace>
  <inkml:trace contextRef="#ctx0" brushRef="#br1" timeOffset="2.72983E6">21143 2643 9716,'-53'22'1900,"-1"1"1,12-5-1,3-1 391,-11 7-1624,31-14 1075,-5 2-1490,21-11 123,11-10-252,6-1 20,17-10 0,4-2-93,14-5-422,-14 8 1,7-2 0,1 0 395,4-1 0,3 0 0,0 0-11,3-1 0,1 0 1,0-1-483,0 2 1,-1-1 0,1-1 484,-8 4 1,1 0 0,-1-1 0,-3 2-17,-3 0 0,-2 2 0,1-2 5,14-6 1,2-1 0,-4 1-6,4-2 0,-5 2-270,-9 3 0,-2 3 208,12-9-1136,-8 2-421,-26 15 1619,5-5 0,-17 12 0,0 0 0</inkml:trace>
  <inkml:trace contextRef="#ctx0" brushRef="#br1" timeOffset="2.73019E6">22637 1761 22944,'40'-31'320,"1"0"0,-2 3 0,-1 3-98,17 4-178,-5 3-152,-8 6-502,-9 4-208,-13 5-3305,-7 2 4099,-10 5 1,-2-3 0,-2 3 0</inkml:trace>
  <inkml:trace contextRef="#ctx0" brushRef="#br1" timeOffset="2.73043E6">22823 1677 25327,'7'9'954,"-3"13"-652,-7 31 233,-1 10-353,2-21 0,1-1-27,0 14-135,1-18 1,0-3-1,0 3 56,1 4-30,3-8-508,3-9-884,0-9 1308,8-3 0,-10-8 0,5 0 0</inkml:trace>
  <inkml:trace contextRef="#ctx0" brushRef="#br1" timeOffset="2.73456E6">19840 2740 11301,'-7'0'4228,"2"0"-2368,5 0-964,15-46-2487,12 24 1,3-1 1710,-5-11 1,2 1 0,6 9 0,5 2 1,0 1-312,8-5 0,1 1 246,-6 2 0,2 0 0,1-1-302,1 0 0,1-1 0,1 1 283,0-1 1,0 1-1,-1 0-5,0 1 0,-1-1 0,0 2-8,-4 1 0,0 0 0,-2 2-139,13-8 1,-2 1 153,-10 5 0,-4 1 73,16-9-370,-27 14-2875,-22 11 3133,-16 10 0,1-1 0,2 0 0</inkml:trace>
  <inkml:trace contextRef="#ctx0" brushRef="#br1" timeOffset="2.73547E6">19727 1761 8990,'-6'1'8186,"2"1"-2584,4-2-4463,-28 4-498,27-7-663,-7-3-199,43-12 371,15-6 50,-21 11 1,1 1-197,2-1 0,1 1-239,7-2 1,-1 0 237,14-4-268,-21 7 1,-3 2-278,-6 2-4,-5 1-129,-29 6 482,-13 6 267,-10 1 60,-7 5-165,12-2 321,-4 1-71,14-5 1524,5-2-1643,10-3 216,1 0-197,3 1-225,0 4 79,4 7 119,6 19-146,1 7-225,0 4 140,1 10-34,-5-5 7,-1-11 0,0 2-2041,-1-6 1,-1 0 1563,0 0 0,-1-2 0,1 0 0,-3-15 0</inkml:trace>
  <inkml:trace contextRef="#ctx0" brushRef="#br1" timeOffset="2.7668E6">13264 10377 21909,'0'-41'1283,"0"0"0,0 0 0,-1 9-942,1 22-178,-2 0-119,2 8-228,-2 2 49,2 7 163,-1 12 28,-4 37-56,0-10-142,0-4 1,-2 3 147,1-13 0,-1 0-9,-1 6 0,0 1 22,-1 3 1,-1-2-20,-5 20-17,3-9 23,2-16 5,5-15 6,-1-1 134,3-9 124,1-5 21,2-7-206,0-2 294,1-8-340,2-7-32,11-17 10,3-1-16,10-4-3387,2 11 3386,-4 11 18,8 3-6,10 11-45,6 3 50,0 5-39,0 12-44,-14 3 38,4 9-16,-10 8 22,-14-9 62,-19 20-28,-7-24-17,-19 6 0,-6-2 33,-16-1 1414,9-6 1,-2-3-1487,-15-4-11,17-6-118,10-7-1204,12-8-5653,9-7 6219,2-6 0,9 7 0,2 4 1</inkml:trace>
  <inkml:trace contextRef="#ctx0" brushRef="#br1" timeOffset="2.767E6">14049 10568 27762,'-27'-6'-1873,"5"-2"1,22 13 0</inkml:trace>
  <inkml:trace contextRef="#ctx0" brushRef="#br1" timeOffset="2.76971E6">15016 10984 17020,'-1'-6'5511,"0"1"-4441,1 5-706,-6-60-246,4 46-118,-4-45 11,6 66 78,0 18-3441,-1 10 3357,-2 5-87,-5 15 110,-2-8 0,-5 11-17,0-8 6,2-13 174,6-14 27,3-13 3730,4-12-3802,4-11 153,4-12-170,5-12-56,0 4 67,8-16-28,0 7-17,8-9-28,1 8-17,1 10-27,-1 11-34,-1 10-1,-1 8 35,-3 13-46,-1 9-16,-3 14 28,-3 9 17,-5 7 5,-2 2-17,-4-6-3391,1-6 3380,-4-17-6,2-7 18,-2-12 5,5-8 5,2-5-5,5-13 6,0-9 3414,1-4-3398,0-1-10,-1 7-40,-4 9-12,-5 11-38,-4 9 72,-2 6 12,1 9 0,0 2-6,2 7 5,5 1-10,5-1-1,12-4-11,14-6-5,15-5 24,-24-8 1,2-2-1691,7-4 1,-1-2 1698,15-6 12,-1-9-83,-20-7 133,-12 0 11,3-14-6,-18-4-66,-8 16 10,-9-12 3349,-7 21-3349,-7-2 193,-4 10-192,-2 8-6,-1 11 16,1 7-33,-1 12-5,1 10-46,0 8-5,4 7 45,6 5-6,7 2-16,10-1-57,17-5-168,17-9-464,25-10-436,-20-19 1,3-4 163,7-3 0,1-3 151,5-3 0,-1-4-23,2-1 1,-1-5 291,4-5 0,-4-3 638,-16 7 1,-4-2 164,2-6 1,-5-2 576,-8-7 349,-2-8 144,-9 3-122,-4 4-242,-5 5-196,-4 6 634,-2 5-986,-3 5-163,0 5-124,-4 7-3464,0 8 3376,0 3-40,-7 24 16,9-13 24,-6 26-12,12-16-23,3 6 23,13-7 3426,9-10-3415,12-9-17,10-9 41,6-12-7,4-8 11,-21 0 0,-1-2 28,-3-1 0,-2-1 79,18-15 78,-19 7-3314,-18 17 3124,-7 6-45,-8 9 28,-7 7-12,-6 9-10,2 7-1,7 3 0,13-1 3415,19 3-3398,12-9-5,6-3-6,15-10-34,-2-7 37,-18-4 0,1-3 2,6-6 1,-2-2 11,11-8 22,-19 1 0,-3-1 124,-1-10 44,-1-7 0,-12 1 12,-13-2-152,-8 8-67,-5 5 28,-8 7-6,2 8-55,-7 1-679,0 8-2984,9 8 3696,5 4 0,8-2 0,5-3 0</inkml:trace>
  <inkml:trace contextRef="#ctx0" brushRef="#br1" timeOffset="2.77046E6">17364 11073 19154,'4'-6'4128,"0"2"-3770,10-26 1,0-7-1,-6 13 93,7-18 0,-2 3 25,-12 26-106,-1-2-241,-1 12-118,-3 8-22,-4 8 22,-3 4-11,-8 17-11,-2 3 11,-9 15 0,3-9 0,7-12 0,1-1 33,-4 3 34,-5 6 73,17-25-16,8-15-91,3-6 74,7-14 16,6-8-37,1-3 1,3-2-34,-1 1 1,1-2 18,5-8 1,0-1 45,-2 4 0,0 3-62,5-11-23,-4 9 107,-14 26-145,-3 7-35,-2 2 52,1 13-12,-1 2-62,7 30 40,0 1 33,3 11-14,-3-15 0,0-1 3,2 3 0,4 0 0,2-1-11,6-6-6,11 9 34,-11-26 17,-7-10-23,-6-8 17,-2-11 56,0-20-56,0-10-6,-1 6 1,0-2 10,1-10-16,-1 13 0,1 0-23,1-5 17,3-3-11,-4 13 0,0 7-257,8 8-499,6 3-824,14 4-1674,5 16 3254,7 9 0,-21-4 0,-4 3 0</inkml:trace>
  <inkml:trace contextRef="#ctx0" brushRef="#br1" timeOffset="2.77087E6">18371 10867 26603,'-43'-11'80,"0"0"1,1 3-1,3 7-72,9 14 1,3 6-15,-21 19 12,15 2 11,14 1-17,11-11-6,20 6 12,7-16-6,20 4 16,7-15 1,6-6 22,2-11 40,-6-7 38,-8-13 29,-11-4-6,-13-5-39,-10-3-6,-13 1-11,-8 2-50,-9 5-6,-4 7-6,0 8-44,2 6-29,7 7-16,7 7-6,7 3-795,8 20-936,10 1-5331,10 17 7135,2-8 0,-8-12 0,-7-10 0</inkml:trace>
  <inkml:trace contextRef="#ctx0" brushRef="#br1" timeOffset="2.77132E6">18872 11013 21097,'0'-5'3775,"1"2"-2637,-1 3-948,-4-60 174,-25 42-300,10-13 1,-3 4-12,-10 26 0,-4 10-11,-6 4 0,2 3-36,-16 9-460,22-4 0,5 3 437,7 8 308,4-1-296,18 8 151,17-17-135,16 3 29,17-15-29,11-16-3,-26 0 1,0-4-118,1-4 0,0-3 117,-8 3 0,0-3 40,11-14 0,-2-5-252,-13 7 0,-1-2 243,10-14 0,-2-5 14,-5-4 0,-5 1-33,-6 16 0,-2 1 47,1-9 0,-4 3 90,-5 6-17,-7 2-62,-5 15-33,-5 11 184,-3 10-223,-5 12 950,-2 14-978,-3 18 16,13-16 1,1 2-334,1 6 0,0 1 319,2 4 1,3 2-32,1 0 1,3-1-124,5-2 1,5-1-467,2-6 0,5-3-1013,25 17-1220,2-21-3894,1-14 6764,0-21 0,-20 4 0,-3-8 0</inkml:trace>
  <inkml:trace contextRef="#ctx0" brushRef="#br1" timeOffset="2.77169E6">19446 10923 13721,'8'-9'9522,"-2"2"-8867,-6 7 1664,0 0-1955,-55-18-308,40 15 22,-41-10-16,54 21 22,8 3 5,9-1-16,17-1 17,28-6-68,-14-6 6,-12-1 0,0-4 17,5-10 39,7-7-22,-11-6-40,-8 0 68,-12-1-40,-8 9 68,-11-3-57,-7 13 1,-11-2 11,-7 10-17,-7 4 11,-1 7-45,0 6-44,2 11 33,6 8 11,6 10-27,11 7-34,18 5-96,17 2-86,-4-28 0,4-1-339,4-2 0,1-1-474,1-3 1,1-3-4513,28 7 5546,-12-11 0,-19-9 0,-13-4 0</inkml:trace>
  <inkml:trace contextRef="#ctx0" brushRef="#br1" timeOffset="2.77192E6">20409 10718 24951,'44'-19'-391,"1"-1"1,4 2 0,-5 5-898,-9 13-6201,27 0 6208,-21 2 0,-6-1 0,-17 1 0</inkml:trace>
  <inkml:trace contextRef="#ctx0" brushRef="#br1" timeOffset="2.77209E6">20443 10985 20638,'-7'1'4111,"1"1"-2951,6-2-779,0 0-4778,24-17 4145,1 9-435,8-4 1,6-1 662,13 3 1,-1 2 0,10-2 0,-24 5 0,0-1 0</inkml:trace>
  <inkml:trace contextRef="#ctx0" brushRef="#br1" timeOffset="2.77278E6">21432 10719 25422,'-27'-21'378,"1"0"0,-16-14-334,42 35 281,0-1-174,2-1-106,1-3 0,1-1 61,4-3-55,0-1-29,4-2 29,6-5-46,1 3 18,0 1-23,6 4 22,11 7-5,-6-1-23,17 5 51,-13 9-62,-1 5-16,-4 4 21,-7 17-27,-14-6 11,-5 18 23,-19-6 10,-3-10 23,-16 3-28,7-14 23,-4 1 21,4-8-27,13-8 101,1-11-90,11-2 11,-1-11 28,11-1-33,2 1-40,10 0 23,6 11 11,-3 2-17,13 11-56,-2 8 37,-7 4 0,0 5 8,-1-1 0,-2 3-448,5 7 0,-3 2 453,6 13-10,-5 6-32,-29-13 48,-18-4-3268,-31-9 2681,-3-18 576,2-9 0,3-2 0,12 0 0,-23-2 0</inkml:trace>
  <inkml:trace contextRef="#ctx0" brushRef="#br1" timeOffset="2.77904E6">15541 12009 17787,'11'-50'1755,"0"0"0,-1 5 0,-3 7-1245,-5 15-225,-2 10-206,0 7-62,0 5 39,-3 17-23,-1 7-16,-2 9-6,1 23 0,3-14-11,3 7 23,14-1 10,5-21 23,12 6 62,2-20 16,4-12-10,3-14 10,1-11-539,2-11 500,-11 6 131,5-16-120,-22 24 152,6-12 34,-17 24-225,-2 3-73,-12 26 563,3-7-568,-8 31 104,10-25-104,4 16-6,19-10 22,9-1 18,21-2-23,-9-13 5,-5-8 1,0-4 22,14-11 3,-14 3 0,-2-4 58,14-21 23,-12-7 0,-10-1-61,-12 8 66,-6-4 51,-9 6-89,-4 3-46,-6 3-33,0 17 0,-3 4-61,4 5-690,-1 3-1730,7 10-1513,6 1 3994,10 7 0,-3-10 0,1 0 0</inkml:trace>
  <inkml:trace contextRef="#ctx0" brushRef="#br1" timeOffset="2.77929E6">17000 11795 26211,'23'-24'-1535,"24"3"-5,-8 16 0,7 3 0,-2 0-533,3 0 1,-1 0 2072,14 1 0,-8 1 0,-22 0 0,-2 0 0</inkml:trace>
  <inkml:trace contextRef="#ctx0" brushRef="#br1" timeOffset="2.77944E6">17186 12006 21327,'-44'19'1435,"0"0"1,4-2 0,12-5-1111,23-8-308,33-14-76,4-1 0,5 0-448,9-4 0,3 0-2459,-7 3 0,2 0 0,-1 0 2966,10-1 0,-5 1 0,-13 4 0,-4 1 0,4-2 0</inkml:trace>
  <inkml:trace contextRef="#ctx0" brushRef="#br1" timeOffset="2.78163E6">18617 11780 14325,'0'4'3943,"0"-1"416,0-3-4096,-6-10-151,5 7 17,-5-7-96,5 10 23,1 0 6,-3 3 33,-2 0 6,-4 4-28,-3 0 72,0 0 314,0-3-67,4-1-235,2-5 101,1-4-57,1-5-21,-1-20-96,2-4-45,5-4 23,5-1 33,14 2-78,-2 9 5,16-6 12,6 17-34,3 4 0,0 5 0,-2 16-22,-2 15 10,-7 0-16,4 23 17,-26 13 0,-6-8-353,-14-8 0,-7 1 358,-6-7 1,-5 0-711,-10 13 0,-4 2 712,11-16 0,-1 0 0,-1-1 2,-1 0 0,0-2 1,0-1 9,-14 9 1,1-4-157,5-8 1,2-6 169,7-8 0,2-5 146,-16-6-50,23-15 544,14-10-606,25-9 1427,5 5-1455,28-7-12,10 12-48,-19 10 1,3 3 11,9 5 1,1 6-681,-9 4 0,-3 4 221,-2 0 0,-3 6 479,-7 9 0,-6 1 0,-7-6 0,4 12 0</inkml:trace>
  <inkml:trace contextRef="#ctx0" brushRef="#br1" timeOffset="2.79047E6">21801 11540 9570,'-3'0'9354,"1"0"-7198,2 0-1596,-23-8-397,17 6-57,-17-6-140,26 7 12,13-2 22,17 0-17,-1 0 12,19 0-1,-18 2-5,8 0 0,-17 0 44,-9 0-22,-20 3-5,-6 1 22,-18 5-22,-22 4 5,-5 1-3,21-5 1,1-1 7,-17 4-10,16-3 28,6-2-12,20-4-56,0 0 12,10-1 50,7-1 6,10-1-23,3 0 11,10-3 1,5-1-7,22-4-16,-20 3 0,-1 0 34,12-2 73,-26 4-17,-16 3-57,-11 2 35,-32 10-35,-7 2-22,-10 3 6,6-2 56,5-1 17,7-3 5,4 0-62,15-5 152,17-3-134,6-2-203,19-3-9679,22-3 9051,-12 2 1,4-1-1,-32 5 1</inkml:trace>
  <inkml:trace contextRef="#ctx0" brushRef="#br1" timeOffset="2.79341E6">17494 13447 19182,'0'-7'3641,"0"2"-2073,0 5-1490,1-46-16,1 48-34,1-38 22,0 69-22,-2 0-84,0 13-605,-1 6-2268,0 1 2188,1-1 1,0-23 0,1-7 0</inkml:trace>
  <inkml:trace contextRef="#ctx0" brushRef="#br1" timeOffset="2.79379E6">17663 13224 13861,'0'-9'8514,"0"2"-8033,0 7-363,0 0-90,-15-28-11,11 29 11,-11-11-17,16 36-6,8 10 7,-1-13 10,12-1 79,-3-16 106,4-4 118,-1-12 420,-1-13-493,-9 1 151,-2-14-111,-11 10-46,-4-6-44,-5 1-46,-5 5 1,-5 6-134,7 9-18,-5 4-10,7 14-23,-3 7-443,-1 24-140,7-7-3455,2 26 4066,9-21 0,0-6 0,1-12 0</inkml:trace>
  <inkml:trace contextRef="#ctx0" brushRef="#br1" timeOffset="2.79401E6">18186 13178 23849,'-31'34'3,"1"-1"0,-1 1 1,2 10-1,3 4 1,8 1-23,12-7 0,6 2 0,1 1-1023,1 12 0,2 3 0,0-4 720,3 4 0,1 0-683,1-11 1,2 3-1,-3 1-2272,-3-1 0,-1 0 0,-1-2 2078,3 10 0,-1-3 0,-3 1 0,-3-11 0,-2-29 0</inkml:trace>
  <inkml:trace contextRef="#ctx0" brushRef="#br1" timeOffset="2.79416E6">17912 14615 10881,'-8'-1'3276,"-11"-25"1,-5-20 0,6 1-2053,11 4 0,2-3-1797,-6 1 1,-2-6 0,0 0-1,7 3 903,13-17 1,6 6-216,-3 11 0,4 2-1116,12-14 0,1 5 1074,4 1-48,-2 9 1,5 0 10,-2 14 0,1 3-73,-7 3 1,2 1-601,14-6-1,2 2-468,-13 9 1,1 2 947,10-5 1,-2 1 0,5-2 0,-8 5 0</inkml:trace>
  <inkml:trace contextRef="#ctx0" brushRef="#br1" timeOffset="2.7945E6">18771 13382 22313,'14'-46'934,"1"0"0,0 0 0,5-12 0,-5 10-251,-9 13-173,-4 17-130,-1 3-195,-2 8-151,0 4 33,-6 14-45,-5 15 12,-12 25-28,2 2-109,6-9 1,1 4 85,2 11 0,4 3-1122,4-20 0,1 0 0,3 2 989,2 6 1,4 1 0,6-2-925,8-5 0,6-2 1,2-3 702,16 9 1,1-5 0,-8-8 0,-2-6-1,12-2 1</inkml:trace>
  <inkml:trace contextRef="#ctx0" brushRef="#br1" timeOffset="2.79605E6">19744 13201 22484,'6'-43'782,"0"0"1,0 0 0,1-14 0,1 5-183,2-3-242,-6 21 57,-1 12-320,-3 16-67,0 7 9,0 20-26,0 22-11,0-11 0,0 2-345,-3 10 1,-2 2 321,-2 6 1,-2 3-682,-2 6 0,-3 2 317,5-20 1,-2 1-1,2-1-33,-3 9 0,2-2-552,-1 5 1,3-3-444,5-16 1,0-3-60,-4 23 528,1-21 576,-1-38 544,2-25 39,2 2 1182,4-24-331,2 13 95,0-10 1020,1 5-1299,-7 5-123,-3 7-292,-5 5-90,-1 5-134,1 5-112,3 6-101,4 4-56,4 1 22,11 1-33,9-2-17,14-2 11,9-3 23,4-2 11,3-1 11,1-4-245,-1-1 256,-2-2 23,-7 2 33,-11 1 12,-10 5 33,-8 4 95,-7 4-11,-3 2 22,-2 2 155,0 7-260,2 4 5,6 13-6,8 6-68,9 11-44,8 6 23,-1 6-209,-17-25 0,-2 1 226,5 27-7,-12-3 34,-12-9 12,-7-10 16,-8-11 45,1-11-17,1-10-44,6-12 393,5-9-416,4-10-3398,17-18 3359,-2 13-115,5 6 1,3 2 109,17-11-10,-12 14 1,2 1 11,2 0 0,0 2-20,-1 2 1,2 0-9,-1 2 0,0 1 20,26-11-6,-5 5 0,-8 5 22,-12 4 17,-11 3 12,-8 3 150,-5 2-89,-2 1 3380,-2 2-3341,-1 1 224,-4 5-364,-4 9-3397,-8 24 3386,3-5-6,-3 22-5,10-16 0,3 7-17,13-6 17,10-10 11,13-11 11,9-10 11,6-17 6,4-10 11,-2-14 34,-3-5 62,-11-1 3408,-12 4-3431,-12 3-39,-8 5-12,-9 2-55,1 10 5,-5 0-39,6 11-84,1-1-196,1 6-437,2 7-963,4 8-4005,5 9 5713,2-1 0,-3-8 0,-3-8 0</inkml:trace>
  <inkml:trace contextRef="#ctx0" brushRef="#br1" timeOffset="2.79638E6">21167 13424 26178,'-39'17'285,"11"-2"-195,41-12-23,13-1-56,16-9 20,-10-2 0,1-1 2,14-8 12,-13 2 0,-2-2 89,7-10 96,2-10 123,-12 1 84,-19 2-269,-19 12-107,-6 6 68,-18 11-39,4 6-6,-7 8 0,-4 16-34,8 9-15,3 3-35,7 12-13,13-8-155,7 13-694,14-23 0,4-2-909,11 11 1771,6-15 0,0-4 0,-10-9 0,12 1 0</inkml:trace>
  <inkml:trace contextRef="#ctx0" brushRef="#br1" timeOffset="2.79736E6">22153 13525 22043,'27'-41'954,"1"0"0,-3 4 1,-6 7-451,-13 17-95,-2 4-297,-1 1-5,-2 8-96,-1 4 11,-2 12 17,-6 8-5,-7 12 5,-12 8-3380,-13 4 3352,4-10 11,8-14 1,-1-2-163,-19 5 232,14-13 1,1-3 75,-12-6-89,9-11 150,26-38-156,11 13-3,9-15 0,5-5-519,1 13 0,3-1 474,9-16 0,3-2 3,-1 10 0,2 2 1059,-2 4 1,1 2-1049,-4 4 0,-2 3 246,10-12-95,-8-1-117,-19 26 106,0-7-123,-13 20 1370,-5 3-1421,-1 8 865,-6 10-859,4 7-11,-2 11 11,4-1 12,5 29-23,4-25-12,4 10 1,2 4-350,-1-16 0,0 0 358,4 17 1,1 1-1,-3-16 0,1-1-290,5 18 1,4 2-397,1-5 0,1 0 98,0-1 0,0 0-3761,5 6 1,-2-4 4351,0 0 0,-4-8 0,-9-22 0</inkml:trace>
  <inkml:trace contextRef="#ctx0" brushRef="#br1" timeOffset="2.79786E6">22602 13629 18936,'3'-3'3875,"-1"0"-1881,-2 3-1736,13 48-57,-13-17-125,3 3 0,-2 2 148,-23 8-151,4-16 72,-13-2-38,15-19 262,-13-8-229,16-5 252,-7-28-190,17-2-56,9-26-93,2 31 0,3-1-264,3-1 1,4-1 240,0 0 1,2-1 3,0 2 0,1-1 5,0 2 0,0-1 0,-2 2 0,0 0 14,-2 1 1,-2 0 63,7-27 46,-9 7 22,-11 10-118,-6 14 106,-11 5-83,-3 14-68,0 2-5,2 10 511,10 9-510,2 9-18,1 12 0,10 14 0,0-5 0,9-2 0,5 1-397,-1-9 1,2 1 396,10 15 0,4 2-40,-10-17 1,1-1-1,-1-1-92,0 1 1,-1 0-799,2 11 1,-7-3-3737,-17-4 3883,-14 13 1,2-32 0,-4-2-1</inkml:trace>
  <inkml:trace contextRef="#ctx0" brushRef="#br1" timeOffset="2.81398E6">23669 13360 11581,'0'-3'8245,"0"1"-7400,0 2-755,-5-15-68,3 12 51,-7-9 34,1 22 38,-13 16-122,5-3 5,-1 3 0,1 4-6,-4 21-22,1 7 11,15-1 0,9-30 157,19 3-33,-9-23 218,19 1 347,3-20-212,1-6-231,0-7 264,-9-11-51,-13 1 51,-3-25-772,-6 17 458,-10-19 24,-5 27 15,-13-11-156,0 17-51,-3 4-39,8 16-56,3 4 268,6 4-476,-5 12-173,1 9 11,1 5-3007,3 29-5495,14-13 8510,2 12 0,2-27 0,-3-13 1</inkml:trace>
  <inkml:trace contextRef="#ctx0" brushRef="#br1" timeOffset="2.8142E6">24299 13242 18072,'0'-4'4678,"0"0"-3978,0 4-672,-17-9 17,7 23-40,-14 2-5,13 32 0,4-6-137,3-4 0,2 0-171,1 4-1249,1 6 0,1 1-7280,4 5 8837,-2-18 0,1-2 0,0-3 0,-1-15 0</inkml:trace>
  <inkml:trace contextRef="#ctx0" brushRef="#br1" timeOffset="2.81439E6">24029 13696 19316,'37'-29'-766,"-1"-1"1,1 1 0,1 0 0,1 2 0,-1 7-512,7 8 1,2 4 143,16-4 1,-6 1 0,-15 3 0,16-3 0</inkml:trace>
  <inkml:trace contextRef="#ctx0" brushRef="#br1" timeOffset="2.81492E6">24688 13360 22453,'7'-31'106,"1"0"1,11-20-62,10 47-51,4 4 0,1 8-27,0 7-6,2 19-6,-12 1 11,-6 2 1,-11 1 49,-12-8 35,-7 5-18,-3-9 107,-22 7 0,6-14 236,-23 6-180,24-14 296,-4-4-83,24-6-179,2-5-85,7-4-122,5 1-12,7-6-11,7 7 22,11-1-27,6 4-23,4 6 22,1 5-11,1 9 1,0 6 16,-3 2-62,-7 2-11,-12-2 28,-14 0-5,-20-1-23,-14-1-100,-13-3-191,-10-5 28,11-5-1967,-20-7-3780,25-10 5235,-8-3 0,27 0 0,11 3 0</inkml:trace>
  <inkml:trace contextRef="#ctx0" brushRef="#br1" timeOffset="2.81522E6">25415 13311 12672,'3'0'3781,"0"0"586,-3 0-4008,-49 49-51,20-23-179,-5 7 1,-2 2 150,-3-1-73,3 0-100,4-2 167,11-5-263,8-9 466,13 5-377,11-9 18,12 5-34,16-6-90,13-3-162,-21-6 0,2-1-2229,1-1 0,1 0 2397,25 1 0,-23-3 0,-16 0 0</inkml:trace>
  <inkml:trace contextRef="#ctx0" brushRef="#br1" timeOffset="2.81848E6">25824 13516 16605,'0'-3'1798,"0"0"414,0 3-1792,13-26-84,-9 19-33,10-19-152,-13 26-129,-1 0 40,1 4 50,0 5-10,-1 10-2,0 5-21,-1 5-23,-2 2 22,0-4 29,-2-3 49,1-9 46,0-5 106,2-6 151,1-3-95,0-1-134,-2-7-180,0 1 34,-4-14 0,0-2-5,-1-9-7,0-4 46,2 1 22,1 5 0,2 4-28,1 5-56,4 0-50,5 1 10,8-3 18,18-2-28,-9 8-23,16-1 6,-17 13 5,5 3-5,-1 16 0,-10-3 11,4 18 16,-10-5-27,0 9 17,-5 1-1,-5-1 1,-7-2 5,-4-3-11,1-9 39,-4-2 80,8-11 93,-1-4-139,5-11-34,2-9-16,2-2-6,6-11-6,5 5 39,7-6 12,1 5 33,3 4-61,-8 9 16,5 1-44,-6 9-1,0 1 51,15 10-39,1 12-56,0 0 5,6 14 6,-17-8-145,2 10-1312,-10 4-8346,-16 0 8168,-3-11 0,-4-9 1,6-15-1</inkml:trace>
  <inkml:trace contextRef="#ctx0" brushRef="#br1" timeOffset="2.82098E6">26540 13139 20554,'-8'-24'1787,"1"3"-897,3 15-660,1 2 140,-3 0-118,2 2-62,-1-1 40,1 0-202,2 2-12,1 0 18,9 12-12,4 8 18,11 21-24,-10-12 1,1 2-474,2 7 1,0 4 461,1 4 1,0 3-1,0 2 1,0 2-3,-3-2 0,-2 1-17,-2-2 0,-4 1-42,-5-3 0,-6-1-123,-4-3 0,-7-1-1314,-17 5 0,-4-5-938,9-12 1,-2-3 2430,-15 5 0,3-6 0,13-10 0,0-2 0</inkml:trace>
  <inkml:trace contextRef="#ctx0" brushRef="#br1" timeOffset="2.82751E6">25078 12870 19630,'-8'-47'703,"-1"0"1,0 6 0,4 8-143,5 20-522,0 9-162,1 4 218,-1 13-61,0 3-1,0 19-22,0 0 6,5 20-6,4-12 12,7-2 5,-2-20 84,6-6 319,9-14-257,-3-3 72,28-19-112,-16-1 1,2-2-597,5-3 0,0 0 501,0-1 0,2-1 41,-11 6 0,2-1 1,-5 3-20,19-13-2,-9 5 0,1 0-71,5-2 18,-7 3-113,-6 8-89,-23 13-2588,-4 7-7047,-7 8 9055,0-1 1,-2 1 0,0-5-1</inkml:trace>
  <inkml:trace contextRef="#ctx0" brushRef="#br1" timeOffset="2.82916E6">20272 12827 20638,'-4'-47'-106,"1"11"128,5 42 123,3 6-72,2 11-22,4 9-7,1 4-10,0-2 5,0-8 0,-2-7 241,-3-10 437,-1-5 23,0-6-493,0-4 201,14-21-191,0-5-134,-3 6 1,2-2 16,6-9 0,0 1-446,12-16 359,-8 15 0,0 0 9,9-2-40,-1 1-94,3 7-287,-24 21-873,2 5-292,-15 13 1524,-10 21 0,5-16 0,-6 9 0</inkml:trace>
  <inkml:trace contextRef="#ctx0" brushRef="#br1" timeOffset="2.83628E6">25283 5501 15059,'7'-12'1765,"-2"2"-1133,9-1-268,3-2-22,16-9 39,11-4-196,-13 8 0,1 1-303,-4 2 0,3-1 254,7-3 0,5-3 0,-1 2-868,10-3 1,0 0 777,-1 1 1,2-2 0,-1 1-3,-7 3 1,-2 2 0,0-1-345,-2 1 1,0 0 0,-1 0 343,15-8 1,-1 0-314,-5 1 1,-2 1 298,-5 2 1,-1 0-14,-4 2 0,-2 1 116,-4 3 1,-2 1-206,15-7-432,-16 10 1321,-14 7-3399,-9 7 2094,-11 11 1,5-6 0,-6 4-1</inkml:trace>
  <inkml:trace contextRef="#ctx0" brushRef="#br1" timeOffset="2.83869E6">25848 4326 11458,'-3'-3'3231,"2"1"-973,1 2-1021,-6-60-615,14 33-501,-9-8 0,4 1 271,21 9-45,10 1-263,-3 4-28,-1 5 0,2 2-51,12 2-13,-12 3 0,0 2-15,8 2-94,13 8 61,-31 2-84,13 10-62,-26 9 180,-5 3 50,-11 9-6,-4-12 17,-9 6-16,2-9 33,-7 7-28,9-12 162,0 0 101,12-13 124,0 0-203,4-4 975,0 0-1181,6-3 0,2 0 16,9 0-28,6 1-10,5 5-7,5 5 6,-1 7 6,-8 1 0,-1 6-6,-11 5 45,-2 0 34,-11 4 33,-10-7-11,-12-1-22,-10-4-62,-12-2-62,6-6-1033,7-5 1,1-2 1094,-3 0 0,-4 1 0,26-4 0</inkml:trace>
  <inkml:trace contextRef="#ctx0" brushRef="#br1" timeOffset="2.84214E6">23362 3022 15900,'-18'-2'3624,"2"-4"-2947,11-2-447,1-2 66,4-6-105,7-4-34,8-8-34,13-9-11,13-5-295,-15 16 1,0 0 215,-3 4 1,2 0-358,8-8 0,4-2 377,8-6 0,3 1-353,-15 11 1,1 0 0,1-1 312,6-3 0,2-1 0,-4 3 1,2 0 0,-1 2 5,13-9 1,0 1-6,-21 14 0,-1-1-3,10-6 1,0-2-37,-11 4 0,-4 2 53,1-4 332,-3-2-657,-23 24-2625,-1 1-1805,0 3 4727,0-1 0,0 1 0</inkml:trace>
  <inkml:trace contextRef="#ctx0" brushRef="#br1" timeOffset="2.8428E6">23935 1395 32767,'40'-22'0,"4"0"0,7 2 0,7-2 0,-8 5 0,-9 5 0,-2-1 0,2 1-249,-1 0 1,0 1-1907,-9 1-552,5-1-1016,-26 8 942,-12 1-3826,-11 7 6472,-19 6 0,14-4 1,-8 3-1</inkml:trace>
  <inkml:trace contextRef="#ctx0" brushRef="#br1" timeOffset="2.84311E6">24257 1267 9397,'-6'-1'5852,"1"1"-3734,5 0 901,0 0-2857,-6-4-100,4 5 223,-5 2 147,4 15-24,-1 13-217,1-1 123,-2 10 0,-1 2-107,-2 14-472,2-15 0,1-1 366,-2 6 98,0 6-59,5-13-17,-2 12-11,6-24 22,1-8-78,1-9 735,0-4-685,-4-4-3576,2-1 3482,1-1 0,-3 0 0,3 0 0</inkml:trace>
  <inkml:trace contextRef="#ctx0" brushRef="#br1" timeOffset="2.85161E6">17236 15509 22699,'5'-41'601,"1"1"0,0 2 1,-5 12-334,-9 23-139,-3 2-95,-8 6-45,-14 8 39,-12 13-20,17-7 0,0 1-289,0 4 0,0 1 284,3 0 0,1 2-31,-11 26-122,15-15 88,12 12-44,14-18-84,12 12-242,16-13-497,13-4-673,11-6 168,-26-13 0,0-1-2481,1-2 0,0-2 3121,22 1 1,-21-4 0,-17 0 0</inkml:trace>
  <inkml:trace contextRef="#ctx0" brushRef="#br1" timeOffset="2.85212E6">17691 15665 23707,'-47'34'185,"10"-6"-134,36-20 16,4-1 39,3-1 29,5-2 38,4-2 18,3-2-18,1-4 79,-2-2 51,-3-4 224,-4-4-197,-4 2-173,-4 2 11,-1 4 196,-7 3-319,3 1 16,-10 0-10,-2 8-40,2-3-6,-6 8-10,10-3-6,2 4 5,7-2 23,7-2-28,9-4 33,6-3 6,4-6 28,1-3 95,-1-7-16,-10 0-57,-5 0 45,-8 4-50,-5 6-303,-12 1-2391,-8 11 2621,-8 3 0,10 0 0,7-3 0</inkml:trace>
  <inkml:trace contextRef="#ctx0" brushRef="#br1" timeOffset="2.85969E6">27411 13964 7279,'-53'2'530,"-1"-1"0,0 1 0,6-1 0,1 0 0,5 1 332,3 1 1,4 0 515,-21 3-1040,22-3 1,0 0 1684,-15 3-1491,31-4 201,-5 1-699,19-1 5,2 0 420,2 4-44,0 3 55,4 7 147,10 3-7,19 2-392,-4-10 1,5-2-875,13 0 0,6-3 701,-7-1 0,3-2 0,1-1-770,11 0 0,2-1 0,2-1 741,-10 0 1,1-1 0,2-1 0,0 0-414,-7 0 0,1 0 0,1-1 0,0 0 0,1 1 410,3-2 1,2 0-1,0 0 1,0 0 0,1 0-6,-7 0 0,0 1 1,0-1-1,1 0 1,0 0-1,0 0-243,2 1 0,0-1 0,1 0 1,0 0-1,0 1 0,-1-1 244,1 1 0,1-1 1,-1 1-1,0 0 1,0-1-1,0 1-107,-2 1 1,0-1-1,0 1 1,0-1-1,-1 1 1,0 0 107,6-1 0,1 1 0,-2-1 0,0 1 0,-1 0 23,6 0 0,0 0 0,-2 0 1,-3-1-1,-8 1 1,-1 0 0,-3 0-1,-2 0 376,3-1 0,-3 1 0,-4-1-42,2-1 0,-7 0 2163,3-1-1914,-25 2 2077,-11 2-2670,-5 1 2111,-2-1-2672,-2 0-7,-3-1-3702,-3 1 4247,-2 1 0,5 0 0,2 0 0</inkml:trace>
  <inkml:trace contextRef="#ctx0" brushRef="#br1" timeOffset="2.979E6">27528 12653 22750,'-12'-30'526,"-5"13"-375,-7 30-27,-4 9-52,-2 6-27,1 2-34,8 1 6,8-5 6,8-2 5,12-6 50,14-1-50,6-6-17,2-3 17,0-4-5,-10 0-12,1-1-17,-6 1 23,-8 1 0,-2-1 22,-3 11 23,-11 9-46,3-2 24,-11 5 4,-1-3 7,-6 2-1,-9 10-5,-2 0-11,3-3-6,8 0-28,12-12-3387,7 1 3393,10-15 16,5 6-16,11-4-1,0 1 1,7 2 5,-12-5 0,1 3 3387,-7-1-3364,2 13 5,-4 4 39,-2 14 1,-3-9 33,-7 14-45,1-8-34,-4 10-27,3 2-23,6-14-95,3-6-1764,14-15 1028,0-11 0,-2 0 0,-5-3 0</inkml:trace>
  <inkml:trace contextRef="#ctx0" brushRef="#br1" timeOffset="2.98167E6">27765 13024 15025,'0'-3'6234,"1"0"-3578,-1 3-2225,12-33-370,-9 24 18,9-22 22,-15 39 11,-4 9-73,-1 3 62,-10 23-85,9-19 40,-7 30-33,12-31 10,5 21 29,9-26 44,8 5 68,5-15 73,2-7 235,7-14-331,-10 3 95,5-14-50,-14 4-39,2-5-23,-4 3-10,-5 6-46,-3 7-78,-2 5-6,-2 4 12,-1 9 5,0-1-5,-1 7 5,2-5 0,3 14-28,5-6 1,6 10 27,7-12-11,3-5 17,-1-4 27,-4-5 18,-5-7 0,-1-6 5,-2-6 28,-2-4-11,-1-1-22,-3-1-18,-2 1-10,-1 4 5,-1 4-28,0 6-16,-1 4-113,0 2-380,0 2-1418,7 0 1916,15 0 0,-10 0 0,8 0 0</inkml:trace>
  <inkml:trace contextRef="#ctx0" brushRef="#br1" timeOffset="2.98188E6">28349 13012 24665,'48'-17'-481,"-1"-1"1,-14 2-1,-4 4 1,-4 12 0</inkml:trace>
  <inkml:trace contextRef="#ctx0" brushRef="#br1" timeOffset="2.98207E6">28364 13190 26710,'42'-10'-2458,"1"-1"0,0 0 1,17-4-1,-6 4 266,-9 5 1,-15 3 0,-22 3 0</inkml:trace>
  <inkml:trace contextRef="#ctx0" brushRef="#br1" timeOffset="2.9841E6">28875 12937 21987,'0'-46'1524,"1"7"-1361,2 24-46,4 1-33,5-2-16,4 1 4,3 2-60,0 5-52,-4 4 40,7 6-5,-6 7-12,8 8 28,-9 9-5,-5 8-1,-11 8 7,-12 4 16,-12 3-6,-8-3-50,6-13 45,-6 2 0,18-18-17,-2 2 16,13-12 7,3-3-12,1-2 6,0-1 16,1 1 7,9 1-136,6-1-329,17 0-1183,12-2-4698,11 0 5458,-5 0 0,-17 0 0,-17 0 0</inkml:trace>
  <inkml:trace contextRef="#ctx0" brushRef="#br1" timeOffset="2.9843E6">29343 13116 25931,'-12'44'-1428,"-7"5"1428,4-15 0,-1-2 0,-3 4 0,0 0 0</inkml:trace>
  <inkml:trace contextRef="#ctx0" brushRef="#br1" timeOffset="2.98747E6">29460 12848 21411,'25'-50'1865,"-5"5"-1322,-20 36-111,0 0-248,-1 3-16,-1 3-156,-6 3-18,1 0 0,-12 7 12,2 5-12,-1 2-16,1 7 11,8-4-23,1 9 23,6-5-6,10 2 51,1-12-1,5-2 85,-3-7 22,-2-6-11,3-5-73,-2-2 101,3-12-34,-2-1 85,6-23-46,-4 6 28,1-6 51,-7 14-45,-2 10-112,-3 9 67,-2 7-145,0 5-68,0 1 23,-3 12 39,0-2 6,-3 17-45,3 7-146,2 6-17,3-1-1338,9 12 330,-3-21-3706,0 4 1,1 1 4905,-2 1 1,0 4-1,-5-24 1</inkml:trace>
  <inkml:trace contextRef="#ctx0" brushRef="#br1" timeOffset="2.98769E6">29704 12827 20834,'31'-28'-2230,"-1"1"1,0 1 0,-2 8 2229,5 14 0,-12 2 0,-9 0 0</inkml:trace>
  <inkml:trace contextRef="#ctx0" brushRef="#br1" timeOffset="2.98787E6">29759 12872 19451,'30'-11'-1967,"0"0"1,13-4 0,-24 9 0,-14 5 0</inkml:trace>
  <inkml:trace contextRef="#ctx0" brushRef="#br1" timeOffset="2.98826E6">29957 12643 22918,'21'-49'560,"0"10"-588,-6 37-23,2 8-21,-1 6-35,-2 11 12,-7 11 45,-10 7 38,-11 7 52,-13 1 4,-8 0-4,-2-8 10,6-7-11,10-10 6,10-9 112,6-7 168,9-5-17,8-2-202,11 0-156,14-5-382,10-2-128,-5-1-4340,-7 0 0,0 1 4900,5-2 0,6 0 0,-30 5 0</inkml:trace>
  <inkml:trace contextRef="#ctx0" brushRef="#br1" timeOffset="2.9892E6">30116 12422 10741,'-3'-4'5696,"0"1"-2419,3 3-3036,54-37-191,-25 26-36,7-8 0,1 1-19,-6 17-40,-4 7-28,-5 4 6,-8 7 72,-7 6 79,-11 5-33,-2-4 66,-21 16-27,3-12 5,-10 12-5,10-12-34,6-6 0,9-5 22,4-5 68,5-3 156,5-2 28,3 0-78,8-1-89,6-1-74,5-2-3419,9 3 3330,-13-1 11,4 6 6,-17 2 28,-2 8 44,-5 7 19,-11 6 99,-10 14-123,2-16 0,-6 7 117,4-1-111,4-7 3364,-2 12-3415,8-10-28,5-13 11,7 3 1,3-9-6,5 1-12,1-1 6,-4 0-5,-4-5-6,-6 3-420,-20 2-4610,-7 1 4182,-12 3 0,17-9 0,9-4 0</inkml:trace>
  <inkml:trace contextRef="#ctx0" brushRef="#br1" timeOffset="2.99242E6">27604 11571 20649,'-53'-4'986,"10"2"-902,31 6-96,5-2 12,4-1 56,4-1 12,3 3 21,5 3-72,-2 0 22,2 7 17,-6 1-5,-1 8-6,-3 2-17,0-3 62,-4 6 44,0-10 62,-4 6-5,1-5-51,-3-1-79,0 0-16,1 0-23,3-1-27,3-3-1,2-5 12,2-4 16,0-3 85,1 0 5,2-1-17,0 0 34,2-1 78,-3 1 168,-1 0-420,-6-2-106,0 2-510,-5-2 112,4 1-1882,-1 0 2431,4-1 0,1 1 0,1-1 0</inkml:trace>
  <inkml:trace contextRef="#ctx0" brushRef="#br1" timeOffset="2.99316E6">27592 11616 21439,'9'-32'1574,"-2"6"-1210,-8 19-140,-2 1-118,-8 3-100,1 0 0,-5 3-6,-7 6 22,3 2 12,-7 7-29,10 1 18,4 3-23,6-5-23,4 4 23,3-6 23,8 6-7,-2-5-16,14 3 23,-1-7-1,6 2-22,1-3-17,-6-1 12,-8-1 55,-8 4-27,-7-3 33,-10 9 11,-7 0 6,-9 6 11,-1 1-40,5-6 46,-1 4-56,13-9-18,-2 4-21,8-6-18,4 0 23,1-4-5,1 2-1,4-3 17,5 0 6,6-2-6,8 1-11,-4-2-11,-2 0-6,-10 1 40,-5 3 33,-10 12-11,-7 6 16,-12 13 18,-6 3-40,6-8 0,-1 5-33,12-13 5,3 4-11,13-12 5,5-4-16,14-7-235,7-3-1619,16-4 1865,18-3 0,-26 1 0,1-1 0</inkml:trace>
  <inkml:trace contextRef="#ctx0" brushRef="#br1" timeOffset="2.99656E6">27991 11884 22442,'4'-32'896,"1"1"0,3-21-583,-7 46-122,-1 1-191,-1 6 39,-3 8 11,-5 10-38,-5 13-1,-4 17-11,7-14-28,2 11-17,15-24 34,4 3 22,9-9 23,5-6 27,2-6-10,2-7 72,4-10-73,-10 1 157,6-15-128,-19 15 252,3-11-202,-9 15 72,-2-1-27,-3 7-157,0 1-23,-2 3-11,-7 13 12,4-3-18,-7 18-33,7-5-84,3 14 84,6-12-67,18 13 67,5-21 50,16 5 23,-10-15 67,11-13-50,-20-3 55,15-14 113,-10-12-129,-5 5 95,2-17 95,-16 4-185,-2 6 141,-11-16-102,-4 27-89,-3-3 23,-2 9-51,2 9-3616,2 1 3330,3 3-2022,4 5 343,3 1 1965,4 7 0,-3-4 0,3 4 0</inkml:trace>
  <inkml:trace contextRef="#ctx0" brushRef="#br1" timeOffset="2.99679E6">28623 11819 19249,'-3'0'4201,"1"0"-3462,2 0-1131,9-19-50,2 13-3961,36-19-5428,-7 19 8985,7 0 1,-22 4 0,-18 2-1</inkml:trace>
  <inkml:trace contextRef="#ctx0" brushRef="#br1" timeOffset="2.99698E6">28687 11933 22845,'36'-15'-3277,"-1"-1"0,3 0 0,-4 4 2934,-4 4 0,-6 1 0,-11 4 0</inkml:trace>
  <inkml:trace contextRef="#ctx0" brushRef="#br1" timeOffset="2.9975E6">29052 11659 23360,'17'-39'143,"0"0"1,-1 1 0,0 12-138,-7 23 0,3 5-12,-3 7 0,-2 3-22,0 22-5,-6-2 10,-6 18 23,-6-5 17,-7-1 17,-4-4-12,3-11 40,-9 6-23,12-16-17,-2 5 12,10-14 5,5-4 191,12-4-174,0-1 11,26-4-106,-3-1-258,19-3-946,-3-2-589,-8 2 1832,11-4 0,-33 7 0,8-2 0</inkml:trace>
  <inkml:trace contextRef="#ctx0" brushRef="#br1" timeOffset="2.99879E6">29509 11816 18644,'6'-7'5013,"-1"1"-4240,-5 6-314,0 0-431,-18 38-207,-8 5-655,3-2 1,-3 3 833,-6 1 0,2-3 0,-4 6 0,1-4 0</inkml:trace>
  <inkml:trace contextRef="#ctx0" brushRef="#br1" timeOffset="3.00085E6">29865 11608 20274,'2'-41'1005,"0"1"1,1-22-827,-22 56-100,-3 9 21,-6 11 1,-4 4-84,-20 16-17,20-11 0,1 1 0,-6 12-45,12 0-4296,13 3 4319,5-6 876,20 1-815,14-21-17,12-3 51,5-13 61,4-11 40,-5-13-6,-20 4 0,-3-3-62,6-11 34,-11-2 0,-5-1-67,-3-1-165,-3 0 0,-1-2 249,0-16-51,-2 24 0,-1-1 168,1 0 1,-1 2-152,0-4 3215,-1 5-3220,1 29-219,-1 2 45,1 19 56,1 10 0,2 10-28,4 19-129,3-2-22,0 2-1540,3-7 1,0-3-914,1-3 2632,4 1 0,-1-4 0,-7-23 0,5 5 0</inkml:trace>
  <inkml:trace contextRef="#ctx0" brushRef="#br1" timeOffset="3.00108E6">30250 11403 15227,'-3'-1'5965,"0"0"-4519,3 1-1429,-14-18-107,24 12-72,-12-13-780,40 16-2480,5 1 3422,-10 3 0,-2 1 0,6-2 0,-3 3 0</inkml:trace>
  <inkml:trace contextRef="#ctx0" brushRef="#br1" timeOffset="3.00127E6">30192 11598 21545,'57'-24'-1062,"0"-1"1,-7 3 0,-6 4-1,-6 7 1,-17 5 0</inkml:trace>
  <inkml:trace contextRef="#ctx0" brushRef="#br1" timeOffset="3.00177E6">30773 11324 14370,'-11'-11'6738,"3"3"-6217,8 8 891,0 0-1350,21-61-40,1 41-17,-1-13 1,4 3-17,19 26-28,0 9-6,-3 7-67,-8 17 56,-14-7 6,-8 9-51,-27 6 101,-5-7 17,-16 11-1,2-13 63,3-8 89,8-5 151,5-7 140,7-4-229,4-3 307,5-4-374,1-1-107,4-4-11,3 1-34,5 2 6,5 2-6,7 2-6,5 6 23,4 4-28,-5 2-33,10 14 16,-18-4 17,4 10 6,-16-9 5,-24 6-50,-9-10-90,-22 5-336,-2-10-1349,-1-5 1814,0-10 0,25 1 0,4-3 0</inkml:trace>
  <inkml:trace contextRef="#ctx0" brushRef="#br1" timeOffset="3.00253E6">31241 11168 23758,'-13'-28'252,"14"2"-213,50 11-33,-11 4-12,-6 5 0,-1 2 1,-2 1 10,28 2 1,-24 4-40,10 4 6,-21 5 12,-12 4 16,-11 3 5,-7-2 12,-22 16 5,-1-8-5,-14 11 11,7-11 6,7-4-34,6-5 5,7-5-10,7-2-18,5-1 18,2-2 5,3 1 0,5 1 11,3 0 17,8 0-11,3 0-12,3 0 7,0 0-18,-5 2-22,-6 0 39,-6 4 6,-9 4 5,-8 6 1,-9 4-12,0-3 56,-14 11-56,13-13-16,-7 9 10,14-11-38,5-2 10,3-3 7,4-2 16,2-1 28,9 3-34,8 4-5,-2-4-17,5 3-62,-14 0 40,-4-2-51,-12 5-453,-17-5-5552,-15-2 5258,0-2 0,13-5 0,13-5 0</inkml:trace>
  <inkml:trace contextRef="#ctx0" brushRef="#br1" timeOffset="3.03722E6">18509 15587 17322,'0'-4'4430,"0"1"-3018,0 3-1233,0-23-139,0 18 212,0-14-12,0 42-66,-1 5-34,-4 19-90,0-13 85,-15 24-113,12-32 17,-10 19 118,14-33 17,0-2 756,3-7-773,4-17-51,1-3-5,5-18-34,2-4-5,3-8-17,4-6-12,4-1-10,3 5-18,3 11-22,-2 12-44,0 12 50,-1 9 11,2 13-23,1 8 34,0 15-11,-6-2-5,4 27 5,-10-17-17,4 17 6,-7-19-17,-3-10-6,0-9 29,-2-9 5,1-6-17,2-9 11,1-6 34,0-10 6,-2-5-17,-1-3 5,-3 0-11,1 2-5,-1 6-34,-1 7-11,-1 8 39,1 7-12,2 7 12,5 5-5,3 6-1,-2-2 1,15 4-1,0-9-11,17 1 17,1-8 0,1-11 17,-2-5 17,-6-10-1,-7-7 18,-10-2-1,-9-1 23,-7 1 0,-7 2-17,-5 3 16,-6 6-21,-3 6-1,-4 6-11,-2 5-27,-1 5 21,-1 5-44,1 7 11,5 0 0,-3 19-45,10-5 23,-2 15-101,11 5-96,11-10 12,2-3-494,16-8-407,5-11-270,18 1 375,9-9 671,-28-8 0,0-3 338,0-2 0,-1-3 145,24-14 123,-9-7-83,-15 5 521,0-15-248,-16 14 40,4-10 23,-11 14-35,-4 7-72,-3 6 166,-3 5-519,-1 5-50,-4 5-6,-2 8 17,1 7-56,1 7 0,3 1 0,9-1-22,8-6 28,12-6-12,9-7 68,14-11-18,-15-3 18,11-13 39,-20-1-23,3-10 23,-5 0 123,-5-2-118,-7 12 124,-4 3-56,-6 13-96,-1 1-39,-5 5-11,-5 5 11,-2 8-39,1 4-5,5 4-1,8-2-16,10-4 50,10-5-6,11-6 6,11-4 17,5-10 5,1-6 6,-3-11-5,-8-5 44,-10-1 23,-8 0 10,-10 4-4,-6 2-24,-9 2-21,-2 3-29,-3 6-16,-2 0-62,5 8-112,-1-1-207,3 8-409,3 4-841,1 8-2620,8 4-4773,6 6 9018,6-4 0,-5-6 0,-4-8 0</inkml:trace>
  <inkml:trace contextRef="#ctx0" brushRef="#br1" timeOffset="3.03777E6">20478 15453 13407,'2'-3'8811,"0"1"-6280,-2 2-2245,20-15-90,-17 25-68,14-4-43,-25 32-40,-1 3-12,-1 3-5,-2-1-44,0 1-24,-3-3 108,-3-6 10,6-19 17,1-16 40,9-23 44,0-14 6,4-13 22,3-8-121,-1 26 1,1 0-155,1 1 0,1 0 197,9-24-50,1 11-35,1 12-32,3 10-12,-5 11 0,2 5 11,5 18 270,0 7-292,12 19-3,-17-9 0,-2 1 3,7 14-9,-8-12 1,0-1-26,6 4 34,0-3 11,12-6-3342,-7-21 3348,-1-2 11,0-21 5,-11-11-33,4-18 72,-2-8 23,-1-5-11,-2 2 0,-1 7-34,-3 10-5,-2 12-34,-3 13-151,-1 7 61,0 6 3185,5 5-3761,6 6-656,13 8-633,13 10-2961,-8-7 1,0 1 3093,10 6 1,1 0 0,-34-21-1</inkml:trace>
  <inkml:trace contextRef="#ctx0" brushRef="#br1" timeOffset="3.03818E6">21485 15461 17585,'7'-3'6352,"-1"1"-5394,-6 2 437,0 0-1295,-34-25-55,21 22 56,-41 0-79,36 27-10,-6 9-12,9 3-28,10-8-79,20 10-10,18-15 94,6-4 23,15-16 0,-15-11 67,15-14 17,-15-6 28,-4-12-50,-20 11 106,-6-7 50,-9 0-106,-6 0 12,-10-2-1,-10 14-45,-7 6-16,-2 8-57,8 5-16,-7 10-67,14 6-202,-6 9-426,11 8 96,7-4-1323,4 12-6760,18 2 8693,-2-5 0,4-5 0,-7-20 0</inkml:trace>
  <inkml:trace contextRef="#ctx0" brushRef="#br1" timeOffset="3.03862E6">22011 15441 19518,'2'-4'5164,"0"1"-3668,-2 3-1160,-37-31-275,17 27-28,-12-6 1,-3 6-6,3 28-25,6 1 0,1 1-14,0 9-12,0 8-33,16-13-67,7 3 95,4-7-45,17-1 29,9-18-3343,14-4 3384,6-25 1,1-11 7,-17 5 1,-2-4-142,1-1 1,2-2 0,-6 1 143,-9-2 1,-5 1 22,0-2 0,-1 1 103,2-18 70,1-5 115,-8 14-61,-6 16-68,-4 12-89,-1 9 3083,0 5-3172,1 2 617,0 6-657,-7 15 33,0 11-10,-2 6-12,5-3 0,2 2-162,0 21-160,3-15 0,2 2-1537,7-2 0,4-2-7955,10 17 8034,3-8 1,-10-33 0,-10-12 0</inkml:trace>
  <inkml:trace contextRef="#ctx0" brushRef="#br1" timeOffset="3.03902E6">22625 15458 25892,'-60'-9'246,"13"4"-229,47 9 0,4 0 28,19-1-28,6-3 5,19-8 17,-3-7-16,-10-3 38,5-19-33,-21 10 28,3-14 28,-14 13-33,-5 7 111,-8 1-72,-3 10-6,-9-1 28,-3 7-51,-5 5-38,4 2 33,-5 8-68,0 19 7,0 8-6,-2 18-29,12 2-523,11-26 0,2-1 294,0 18-671,10-17 0,5-1-1810,12 2-4817,20 6 7567,-7-24 0,-13-10 0,-10-4 0</inkml:trace>
  <inkml:trace contextRef="#ctx0" brushRef="#br1" timeOffset="3.03924E6">23175 15328 20308,'-5'0'3556,"2"0"-2811,3 0-2033,48-15-258,-20 9-3370,12-4 1,1 1 3113,-9 4 0,-1 1 0,-23 3 0</inkml:trace>
  <inkml:trace contextRef="#ctx0" brushRef="#br1" timeOffset="3.03943E6">23192 15483 22319,'-5'2'2262,"1"-1"-2111,4-1-1114,42-3-1535,4-8-1457,-4 4 0,1-2 3955,-9 0 0,-4 0 0,9-2 0,-19 5 0</inkml:trace>
  <inkml:trace contextRef="#ctx0" brushRef="#br1" timeOffset="3.0398E6">23935 15174 20072,'3'-10'4834,"-1"3"-4504,-2 7 869,0 0-1115,-59 20-45,33 6-25,-8-11 0,3 7-8,19 25 0,13 4-34,11 0 25,-9-7 0,5-4-8,23-15 28,-5-22-1,10-12-4,5-9 60,3-10 74,-3-2 112,-3 2 78,-9 6-56,-9 8-107,-6 6-78,-6 8-16,-3 12 10,-3 13-33,-1 21-56,-4-14 0,-2 1-689,-2 7 0,-2 2-288,-5 9 0,-4 2 599,1-9 0,-2 2 0,2-4 0,2-4 1,0-2-1,-2 1 0,0 1 0</inkml:trace>
  <inkml:trace contextRef="#ctx0" brushRef="#br1" timeOffset="3.04383E6">18640 16401 17563,'1'-5'5215,"0"2"-3714,-1 3-1160,6-58-61,-4 42-101,4-44-128,-7 59-18,-2 3 7,-4 8 10,-6 13 6,-10 17-25,0 0 0,0 3-31,-5 10 0,7-16 0,4-2 5,8 0-10,6-5-29,11 4 51,12-10 11,26-9-16,-9-10 21,-6-7 1,1-3 50,16-13-37,-18 4 1,1-3-135,-3 0 1,0-2 231,18-20 51,-10 3 28,-16 10 11,-9 10-139,-9 9-91,-8 11 6,-14 16 269,4-1-263,-10 17-34,15-9 0,4 6 17,11-3-39,20-4 34,-3-11 16,25-3 11,-7-10 17,13-9-5,-1-8 13,-23-2 1,-3-3-9,7-10 73,4-21 34,-22 13 11,1-10-12,-8 4 46,-7 2-113,-8 14-55,0 7 16,-6 9-45,3 7-403,-5 1-1170,5 6-8252,3 6 9157,5 1 1,3-2 0,0-4 0</inkml:trace>
  <inkml:trace contextRef="#ctx0" brushRef="#br1" timeOffset="3.04429E6">19457 16494 24654,'42'-27'-1824,"-1"0"1,0 1 0,14-9 0,0 8 1823,1 16 0,-3 7 0,-2-1 0,-7 4 0</inkml:trace>
  <inkml:trace contextRef="#ctx0" brushRef="#br1" timeOffset="3.04444E6">19612 16732 20072,'-5'2'4851,"2"1"-4375,3-3-650,59-31-1064,-7 8-348,-8 2 1,2-1 1585,2 3 0,-5 3 0,-10 3 0,15-6 0</inkml:trace>
  <inkml:trace contextRef="#ctx0" brushRef="#br1" timeOffset="3.04995E6">20472 16470 14118,'0'-7'5378,"0"2"-4331,0 5-325,-2-65-179,3 42-445,-3-14 0,2 4 189,3 23 32,-1 4-218,-1 3-40,0 1 158,-2 23-74,-8 17-117,2 3-17,-7 7 34,0 2-45,5-19 11,-3 28 1,10-38-1,0 14 11,2-24 107,1 1 196,0-9-45,1-5-146,-1-7-39,1-7-22,-1-11 17,0-7-34,0 4 45,0-7 139,2 0-88,-1 4-63,1 4-72,-1 18-73,-2 7 62,0 25-6,0-4-6,-1 45 0,-2-14-153,1-13 0,1 1 148,-1 19-6,6-8 6,1-11 33,4-13 90,-2-11 12,0-12-29,-1-13-50,2-13 17,-1-12-23,-1 2 11,-2 5 1,-1-1-29,0-2 45,-1-1 1,1 0 105,0 4 369,-1-5-418,-1 23-102,-1 8-33,0 4-68,0 8 107,-1 6-44,0 9-119,0 8-229,0-5-4733,-1 13 4249,1-10 0,0-4 0,1-10 0</inkml:trace>
  <inkml:trace contextRef="#ctx0" brushRef="#br1" timeOffset="3.05101E6">17020 17587 14740,'0'-5'7320,"0"2"-6423,0 3-729,0-9-22,-7 24-34,-3 1-96,-4 17-36,-1 2 1,2 4-1034,-2 20-695,5-20 1,2 1 1747,12 14 0,-2-32 0,7-7 0</inkml:trace>
  <inkml:trace contextRef="#ctx0" brushRef="#br1" timeOffset="3.05139E6">17396 17123 16544,'-46'22'179,"1"0"0,3-1 0,10 2 1890,17 16-2024,8-1 759,8-10-731,16-2 487,5-17-392,13 0 1440,-4-18-1317,-1-8 152,-6-12-191,-8 3-2765,-7-25 2675,-6 29 130,-6-24-57,-5 27-73,-6-2-50,-1 7-84,-1 8-33,-1 3 3374,2 8-3554,-2 10-660,3 16-331,3 2 1176,7 6 0,3-1 0,-1-11 0,3 25 0</inkml:trace>
  <inkml:trace contextRef="#ctx0" brushRef="#br1" timeOffset="3.05163E6">17895 17186 25203,'-46'17'7,"0"1"0,5-2 1,6 7-14,18 26 1,8 9-1799,-2-4 1,-1 4 1751,2-2 0,-2 5 0,2-1-171,3-6 1,0 0 0,1 1-495,1-1 0,0 0 1,1-1-1642,0-1 1,0-2-1,0 0 2358,-2-1 0,-1-1 0,1-5 0,1-3 0,0-4 0,-10 21 0</inkml:trace>
  <inkml:trace contextRef="#ctx0" brushRef="#br1" timeOffset="3.05179E6">17304 18459 19983,'-6'-44'658,"0"0"0,1-1 0,0-18 0,10 6-476,11 22 0,7 4-1080,6-5 0,3 1 987,6-2 1,3 0-37,6-1 1,0 1-52,-9 8 1,2 1-82,-2 2 1,3 0 0,-3 2-1499,0 0 1,-1 1 1576,11-6 0,-3 2 0,-5 3 0,-20 13 0</inkml:trace>
  <inkml:trace contextRef="#ctx0" brushRef="#br1" timeOffset="3.05236E6">18396 17426 17538,'0'-5'5590,"0"1"-3902,0 4-1503,2-44-56,-4 46-50,1-32 234,-10 73-173,-6 16-115,4-15 1,0 5-662,-2 8 1,0 3 627,6-16 1,1 0 0,1 1-33,2-1 1,1 0 0,3 0-300,5 16 0,8-3-974,5-9 0,7-4 1313,10-8 0,1-6 0,7 3 0,-1-15 0</inkml:trace>
  <inkml:trace contextRef="#ctx0" brushRef="#br1" timeOffset="3.05515E6">19145 17456 12337,'-2'-5'6396,"0"0"-5525,-2-27 1,1-8-77,2 11-468,-3-14 1,2 4-47,4 23 133,0 6-330,-1 11 50,-1 27-100,-1-3-20,0 7 0,-2 5-28,1-5 0,-2 3-6,-2 22 1,0 2-445,2-16 0,0-1 372,-1 19 0,0-1-217,2-21 1,1-2-426,-1 7 1,0 0-842,0-6 0,0-2-5824,-4 23 7399,0-20 0,2-18 0,2-12 0</inkml:trace>
  <inkml:trace contextRef="#ctx0" brushRef="#br1" timeOffset="3.05597E6">18994 17832 19182,'30'-39'24,"0"-1"0,3 2 1,4 5 0,6 13 0,3 5-812,1-3 1,0-1 800,-2 0 0,-2 1 14,-4-1 0,-1 0-3,-6 2 1,-3 0 530,17-13-338,-16 9 441,-14 8-284,-9 6-22,-10 5-157,1 1 1192,-8 1-1069,5 0-27,-1 1-275,4-1-6,2 2 12,0 4-23,4 5 0,-1 2 0,13 19 0,-4-2-3403,10 28 3391,-9-19 63,-3 19-108,-10-19 34,-12 9 7,-9-3 44,-10-8 140,-2-9 128,5-13-16,7-11-84,8-14 3317,8-10-3407,13-9-106,10-5-11,14-3 22,10 1 1,6 1 16,4 2-145,3 3 139,-26 15 1,0 0-12,1 0 1,-1 0-4,0-1 0,0 0 54,23-14-3353,-8 1 3297,-18 14 44,-10 2-16,-13 11-12,-5 4-22,-3 5 198,-4 7-204,-3 8 3398,0 4-3380,2 9-24,5-11-49,3 8 50,5-19-1,11 10-4,4-12 32,12 0 24,2-10-7,3-9 29,0-8 50,-4-8 112,-3-13-140,-12 10 162,-2-12 17,-12 17-27,0-3-57,-2 7-90,-1 6-32,0 5-108,-2 4-576,2 2-4949,7 13 4130,-1-4-4961,11 16 6407,-3-9 0,-2-2 0,-4-5 0</inkml:trace>
  <inkml:trace contextRef="#ctx0" brushRef="#br1" timeOffset="3.05633E6">20607 17547 23730,'-4'-22'17,"2"5"-1,9 18 24,6 0-1,7-1 6,6-5 55,10-10-38,-4-4-34,-2-2 90,-7-3 150,-11 6 108,-2-5 32,-5 2 103,-6 2-293,-5 5-123,-3 4 17,-7 7-17,-3 5-39,-7 7-11,-10 16-50,7 7-18,2 3-10,12 8 21,9-5-234,9 10-2672,26 2 2918,20-16 0,-13-9 0,-1-16 0</inkml:trace>
  <inkml:trace contextRef="#ctx0" brushRef="#br1" timeOffset="3.05792E6">21612 17478 13351,'0'-3'5977,"0"0"-4074,0 3-1684,0-9-12,-6 19-112,1-9 152,-18 40-129,-1-8-65,5-7 0,-2-1 76,-24 18-54,21-23 1,-1 0-33,-2-2 1,-1-2 393,-23 7-230,12-10 325,-4-28-492,28 0 10,-4-30 23,23 2-51,1 13 1,2-3-188,3-3 1,2-1 211,3-3 1,1 0-280,1-1 1,0 0 315,1 3 0,-1 0 2,-2 4 1,-1 1-66,7-18 69,-9 18 162,-7 7-89,-4 16 319,-3 0-448,-1 7 762,-4 3-819,-2 5 202,-1 5-190,1 7-28,2 4 33,5 5 17,9 3-16,10 6-1,11 4-22,12 5-273,-15-20 1,1 1 291,2 2 1,2 0-26,7 10 1,0 1-4,-12-13 0,-1 2-251,8 11 0,-5 3-1768,-6 15-2413,-11-21 0,-2 2 4469,-5 25 0,-4-25 0,-4-16 0</inkml:trace>
  <inkml:trace contextRef="#ctx0" brushRef="#br1" timeOffset="3.05846E6">21934 17585 21399,'24'43'237,"1"0"0,-1-2 1,-9-5-2,-17-16 55,-7 2-45,-5-5 12,-5-7 39,-1-7-6,2-11-67,4-10-56,4-12 33,6-10-3413,11-18 3256,0 15-8,3 11 1,2 0-193,9-17 189,-8 16 1,1-1 2,0-2 1,-1 0-1,0-1 1,-2 1 24,-1 1 1,-1 1 140,2-25 11,-8 14-34,-10 11-67,-6 9 17,-6 10 3290,0 5-3358,1 5 326,5 2-359,3 2-28,6 1-11,2 3-6,3 1 29,5 11-63,6 6 40,11 17 33,-6-12 1,2 2-385,5 6 0,1 2 362,3 4 0,2 2 3,-1 2 0,1 1-1,-3-1 1,-2-1-25,-4-2 0,-5 0-158,-3-3 1,-5-1-1053,-6-3 0,-5-2 1232,-6 1 0,-1-4 0,-4 4 0,-3-8 0</inkml:trace>
  <inkml:trace contextRef="#ctx0" brushRef="#br1" timeOffset="3.06587E6">23021 17365 13138,'-6'-9'3114,"2"2"-1400,4 7-235,0 0-1378,-35-18 33,17 28 40,-31-4 28,23 36-46,-1 8-49,1 3-57,7 0-72,9-4-17,9-6 33,10-6 45,8-10 34,10-8 50,8-10 28,4-11 40,3-11 27,-3-10 0,-5-11 51,-9-7-22,-9-5 27,-9-3 35,-10 3-18,-5 5-56,-8 7-84,-4 8-44,0 7-68,0 8-45,1 6-10,2 9-63,2 5-38,2 7-337,4 5-1059,4 4-2542,11 3 4055,11 1 0,-6-12 0,4-3 0</inkml:trace>
  <inkml:trace contextRef="#ctx0" brushRef="#br1" timeOffset="3.0661E6">23645 17247 23035,'-20'56'28,"5"-12"-33,13 3-96,7-10-425,4 10-4191,9 7-88,-5-19 4805,4 2 0,-13-28 0,0-1 0</inkml:trace>
  <inkml:trace contextRef="#ctx0" brushRef="#br1" timeOffset="3.06631E6">23464 17537 9358,'-5'-1'9830,"1"0"-6890,4 1-2637,40-35-119,2 22-106,-3-7 1,3 0-184,-5 14 1,0 3 121,-1-1 0,0 0-14,3 0 0,-1 0-4211,18-2 1598,-10 1 2056,-20 1 0,-18 2 1,-1 0-1</inkml:trace>
  <inkml:trace contextRef="#ctx0" brushRef="#br1" timeOffset="3.06948E6">24461 17322 13485,'1'-10'4419,"0"2"-3410,-1 8 201,0 0-4510,1-60 3547,0 42 532,1-17 1,0 1-387,1 25-80,1-5-61,-2 4-56,-1 2-95,-1 0 3554,0 3-3559,0 2 83,-2 0-157,1 3-11,0 0 6,-1 11-11,1-2-23,-3 31 51,0-7-46,0 10-10,0 6 39,1 1-23,-1 1 29,1 3-51,1-17 0,1-5 33,3-8-5,0-9 67,3-7 6,-1-5 28,3-6 0,0-8-62,1-2 23,-1-15 33,-4-2-34,-1-20 18,-6 2 5,-2-8-23,-1 20-3273,-4-14 3256,8 25 91,-5-24-113,7 30 57,-2-18-57,5 21-22,0-5 34,3 10 3363,2 4-3363,1 3-23,0 2-22,-1 2 33,3 6-33,-5 7 22,1 12-22,-4 13-28,-3 9 44,-4 9-33,-2 3 45,-3-3-299,1-8 277,3-16-37,2 2 42,4-22 28,-1 6 72,1-17-55,0 0 40,2-14 268,1-5-297,1-16 49,0-18-49,-1-8-1733,-2 26 1,-1 1 1716,0-12-2247,-3 9 2246,1 24 11,-1 1-33,1 7-17,1 3 45,0 10 2207,-3 7-2269,0 16-263,0 23-337,2-13-3517,1-10 1,0 0 3798,1 4 1,0-7 0,0-14-1</inkml:trace>
  <inkml:trace contextRef="#ctx0" brushRef="#br1" timeOffset="3.07221E6">25089 17212 7408,'2'-6'6089,"0"2"-1743,-2 4-2559,51-65-1009,-32 46-428,11-16 0,-2 5-215,-18 26 55,-1 4-33,-5 0 16,-1 3 102,-1 3 0,-7 8-90,-9 9-73,-26 21-95,7-10-161,4-6 0,-1-1 172,-7 7-28,-5 7 16,3 1-4,11-6-7,5-4 12,8-1 0,8-8 22,3 9 17,13-10 28,14-1-50,3-11-6,24-3 0,1-4-90,-15-2 0,2 0-490,2 0 0,1-1-4364,7 0 1,-1-1 3128,11 0 0,-9-1 0,-41 1 0</inkml:trace>
  <inkml:trace contextRef="#ctx0" brushRef="#br1" timeOffset="3.07777E6">25696 17277 14605,'-2'-44'1894,"0"10"-937,2 42-374,0 22-303,0-1-62,0 15-106,3-13-50,0-4 44,1-4 63,0-5 257,-2-7 397,-1-5 229,-1-4-844,0-11-35,0-4-27,0-13-12,0-6 46,3-7 33,5-6-11,8-1-12,4 3-28,1 7-50,1 6-44,-2 8-24,0 6-27,0 6-50,1 4 33,2 4 0,1 7-12,1 6 18,1 9-12,1 5 29,-2 5-23,-4 2 22,-8 1-5,-6-1-11,-13 2 22,0-12 56,-12 1 28,5-16 44,-2-1-27,6-12-17,3-19-73,5 1 62,8-23-22,8 10-12,10-10 39,5 7 45,9 5-134,-13 15 6,9 5-7,-11 12-10,7 4-6,1 8 17,9 12-23,-13-2-100,12 13-370,-13-8-1681,6 9 1309,-4 5 0,-13-18 0,-6 0 0</inkml:trace>
  <inkml:trace contextRef="#ctx0" brushRef="#br1" timeOffset="3.07909E6">26804 17078 20755,'-17'-19'286,"5"5"-34,25 37-106,5 3-29,10 22-22,3 7-587,-14-20 0,-1-1 503,9 24-28,-9-12 0,-3 2-160,-7-16 1,-3 1-804,-3 15 0,-6 0-3109,-8-9 0,-6-3 4071,-2-4 1,-1-4-1,-10 7 1,11-17-1</inkml:trace>
  <inkml:trace contextRef="#ctx0" brushRef="#br1" timeOffset="3.07983E6">24772 16600 13816,'0'-3'4374,"0"1"-3533,0 2-556,4 22 158,4-10 178,9 15 62,9-18-89,8-5-157,6-9-128,2-4-74,-2-6-50,-2-5-40,0-4 12,2-5-84,-7 2 41,-5 2 1,0-1-441,15-16 376,-13 12 1,1 0-9,-7 6 0,-1 1-9,17-14-166,-9 11 139,-10 13-57,0 6-50,-8 11-901,6 8-5260,-7 12 5545,-3 4 1,-4-8-1,-3-8 1</inkml:trace>
  <inkml:trace contextRef="#ctx0" brushRef="#br1" timeOffset="3.08286E6">27077 5589 17552,'-3'-39'1456,"15"-5"-1136,23 15-136,2 1 1,3-1-475,-12 9 0,3-1 374,12-6 0,5-4 0,-4 4-399,-10 6 0,1 1 341,9-5 0,5-3 0,-2 2 7,2 0 1,-2 1-15,0 1 1,2-2 19,-7 5 1,2-2-1,-4 3 14,-3-1 0,-1 1 53,17-9 1,-3 1-17,-5 0 173,-8 2-89,-30 18-488,-2 3-3903,-9 2 4217,-2 4 0,0-1 0,2 1 0</inkml:trace>
  <inkml:trace contextRef="#ctx0" brushRef="#br1" timeOffset="3.08578E6">28021 4383 6764,'0'-4'8082,"0"0"-6625,1-55-309,-1 34-678,1-11 1,0 2 280,1 17-482,0 6 106,-1 4-470,-1 5-40,0 2 158,0 7 44,0 7-22,-5 22-12,-2 3-22,-1 3 12,-2 3 27,2-9 1,-2 6-29,3-12 56,0-1 113,4-17 413,1 1 231,1-11-365,1-5-391,2-2 22,4-23-50,2-4-7,4-20-4,0 2 21,-1 0-22,-2 4-22,1 7-6,-1 7-16,-1 9-12,-1 8-28,-4 8-190,-1 4 213,-1 11 33,-1 9 6,-2 14-17,-4 11 5,-2 5 1,-2 3-1,0-2 1,2-3-17,1-8 33,2-9 34,2-10 185,2-9 190,1-6-252,0-4 17,2-13-162,2-6-17,0-7 16,3-14 12,1-8-28,0 0 22,1-5-22,-4 25 28,0 2-51,-3 17-139,-1-2-12,0 11 134,-2 10 23,-3 11-28,-2 16 17,-3 11 22,0 9-5,-1 0 0,2-2 10,-1-11 1,4-11 90,0-13 206,2-10 40,0-11-353,1-5 39,1-15-5,0-8-34,5-16 22,4-6-22,5-1 0,-1 12-5,5-2-12,-8 22-157,2-2-408,-8 15-1642,-1 14 2224,-2 13 0,0-8 0,0 6 0</inkml:trace>
  <inkml:trace contextRef="#ctx0" brushRef="#br1" timeOffset="3.0926E6">25152 2588 17932,'-53'26'1519,"7"-1"-1234,40-19 40,-4 7-235,5-6 50,-2 7-11,3-5-34,-2 3 22,3-5 230,1-2 914,1-3-813,2-2 101,1-4-387,6-8-111,7-12-29,12-12 23,12-11-477,-13 20 1,2-1 442,6-4 0,3 1-548,5-3 0,2 1 537,5-3 0,1 1 0,2 0 0,1 1 0,-13 9 0,1-1 0,-3 3 0,2-1 0,-3 1 3,7-4 0,-4 3 2,-7 2-27,-3-1-880,-15 6-1450,-12 5-164,-6 4 2516,-10 0 0,7 5 0,-3-1 0</inkml:trace>
  <inkml:trace contextRef="#ctx0" brushRef="#br1" timeOffset="3.09377E6">25557 1237 17386,'-9'3'4755,"2"0"-3816,7-3 3097,0 0-5377,9-6 427,0 1 269,19-12 232,14-2-835,-5 2-13,9-1 718,-14 10 1,1 2-282,12-2 107,-9 2 0,-2 2-1681,-3 7 931,-14 1-5105,-16 14 4797,-14-2 1775,-6 6 0,4-11 0,4-4 0</inkml:trace>
  <inkml:trace contextRef="#ctx0" brushRef="#br1" timeOffset="3.09404E6">25733 1260 21668,'-12'-28'522,"2"6"-522,9 27 106,0 8 23,-1 15 17,0 16 33,0 14-95,0-24 0,1 0-6,-1 3 1,0-1-18,-1 21 23,1-18 0,-1-2-45,2 8-11,-2 13-5,3-24-23,0-7 0,1-10-510,3 4-3158,2-10 2820,2 4 0,-4-10 0,-3-3 0</inkml:trace>
  <inkml:trace contextRef="#ctx0" brushRef="#br1" timeOffset="3.09887E6">27538 10341 15429,'5'-21'2985,"-2"3"-2419,-2 17 11,-1 0-526,-3 1-46,-4 3 18,-10 5 5,-6 7-17,0-1 34,-7 7-1,2 0 1,1 2-22,1 1-7,12-8-27,5-5 0,4-4 22,4-2 152,6-2 5,4 0-12,10-1-27,8-1-17,4-1-28,2-2-22,-3 0-46,-8 0-10,-9 1 11,-7 1 61,-5 2 85,-1 4-1,-5 5-28,-5 5-38,-8 4-40,-6 4 5,-1-1-33,2-2-28,4-3-11,5-4-17,5-2 17,5-4 5,3-3 40,6-1-6,3-2-23,7 0 12,0 2-11,1 0-23,-4 3 11,-4 3 18,-4-1 38,-4 12-28,-7-1-10,-5 11 16,-4-2-23,-3 0-16,1-3 28,3-2 11,4-4 5,5-4 1,2-5 22,4-1 73,4-4 34,4-1-51,10-2-342,10-1-5466,11-4 5696,1 0 0,-13-1 0,-10 1 0</inkml:trace>
  <inkml:trace contextRef="#ctx0" brushRef="#br1" timeOffset="3.12123E6">30739 12744 18655,'6'0'1244,"4"0"-1026,8 0-89,9 0-90,0 0 23,13 0 5,-7 0 0,1 0-56,14 0 9,-6 0 0,-1 0-620,9-3 628,2-1 3,-20 1 0,0-2 19,24-3-11,-13-2 0,0 0-5,16-4 36,-10-4 0,-1-1-31,-6 0-3,-3-1 1,1-3 53,11-11-46,-12 5 1,0-2-14,-6 3 0,0-2-15,4-5 1,-1-1 5,-6 4 1,-3 1-9,-5 7 0,-1-1 14,11-17 0,-2 1-11,2-3 13,-10 10 0,3-6 0,-3 3-2,-3 3 0,-1 0 0,8-18 0,-1 2-17,-10 17 0,-2 2 14,2-7 0,-1 1 31,5-20-34,-5 12 1,1 0-306,-3 8 0,-1 1 294,2-5 0,-1 2 1,2-10 24,-5 15 0,-2 0 15,-1-12-26,-3 13 1,-2-1 2,-9-18-23,-3 12-1268,-5 8 1,-2 1 1278,-4-3 18,1 2 0,-3 0-46,6 5 0,-1 2 35,-19-25-26,17 22 0,1 3 419,-11-11-433,7 11 11,-8 1-5,-2 6-9,4 5 1,-3 0 13,2 3 1,0 1 1482,-10-2 1,1 1-1472,-15-1-6,20 5 0,-2-1 5,-4-1 1,-2 0 2,-1 0 1,-2 0-9,-5-2 0,0 2-9,10 2 1,4 2 173,-19-1-168,20 4 0,1 1-2,-7 5-1,-9-1 23,4 17 22,13-2-33,-8 6 10,-5 4 18,-3 5-17,0 1-12,23-15 1,2 0 0,-9 10-1,6-2-10,6-5 5,5-2 352,4-6-380,6-3 28,3-3 17,3-4 145,4-2-33,7-2-11,10-4-40,7-5 6,16-17-61,-12 6-12,6-9 0,-3 3-3397,17-11 3394,-24 17 0,2 0-2,3-3 0,0 1 10,-2 1 1,-2 1 6,14-11 27,-1-6-16,-24 18 50,-4-8-45,-11 14 3370,0-3-3387,-2 7-67,0 5-44,-2 1 44,-1 2 34,-6 3 22,-6 2-11,0 3 5,-19 6-5,6 0-11,-16 7 22,1 1-11,-3 4 6,-6 2 11,2 3-28,3-1 16,8-1 6,10-3-22,5-2 6,5-4 21,1 0 7,-1-2-29,-2 1-16,-1-2 22,-1 1-6,1-2-11,3 0 6,4-3 11,7 0 0,3-3-5,4-3 44,1-1-17,2-3 6,2 0-17,4 1-16,-1 0-6,4 5 16,-5-2-5,4 4 0,-4-2 11,1 0 12,0-1 16,1-1 6,6-1-45,-4-2 0,9 1 0,-6-2 0,5 2 5,-4 1 1,-2-1-6,-6 0 0,-1-2 0,-3 1 6,-2-2-6,2 1 800,-2-3-766,0-5 16,-6-12-38,-2-7-1,-5-10 0,-1-1 11,1-2 12,-1-3-40,4 3 18,4 0 10,3 1-33,6 2 11,4 0 11,6-1-11,6 1-17,2 0-11,1 7 28,-3 5-11,0 6 5,-5 6 6,0 3-22,-4 3 11,-1 1 11,-2 2-11,-2 1-1,-2 0-27,0 0-84,-3 0 129,-5 4 5,-3 1 0,-8 5-11,-5-2-17,-4 3 17,4-3 23,-15 9-23,9-3 16,-14 8 1,9-1-22,1 3 5,4 1-12,6 2 1,5 3-17,6 3 23,5 3-12,7-1 17,11 5 33,-1-14-27,13 7-34,-5-17 28,6 2 0,-4-6-347,7-3 347,11-5 0,-17 0 0,6-2 0</inkml:trace>
  <inkml:trace contextRef="#ctx0" brushRef="#br1" timeOffset="3.12561E6">28199 13587 7542,'0'-5'3535,"0"1"139,0 4-3108,-35-15-39,14 12-96,-30-9-134,22 19-118,2 5-67,1 2-56,7-1 50,-6 8-61,10-7-39,-2 6-1,9-7 141,7 2-12,3-6 230,10 1-11,6-7-107,11 0-66,7-5-63,2-3-22,0-3 52,-8 0 150,-10 2 39,-10 3-157,-7 1-106,-4 2-45,-6 4-17,-1-1 17,-10 7-11,0 1-12,-4 3-3397,-2 6 3387,9-6-12,-1 8-11,10-6 17,0 5-17,3-1-2246,4 2 2268,1-8 2280,4 2-2218,6-9-39,-2-1 22,7-2-11,-7-4-62,1 1-16,-3-1 3386,-4 0-3314,-2 3 62,-6 4-33,-3 4-3398,-7 8 3358,3-6-34,-4 4 7,9-7-7,1-2 135,13 3-84,7-7-129,16 1 2771,6-4-10064,21-5 6869,-13 0 1,-5-1-1,-24 2 1</inkml:trace>
  <inkml:trace contextRef="#ctx0" brushRef="#br1" timeOffset="3.12627E6">28499 13744 11239,'0'-5'5047,"0"1"-2476,0 4-2537,4-17 50,-3 15 0,3-10 0,-3 19 61,-1 7-27,0 6-28,-1 9-34,1 4 16,3 6-32,3-14 100,9 2 16,5-15 52,7-1 150,13-10-162,-3-10-101,-1-3 90,-3-12 28,-9-2 44,3-8 191,-5-8-133,-8 10-164,-6 5 168,-5 12-263,-3 10-45,1 0-352,-1 4 346,0 7-5,1 0 17,4 10 0,6 5-23,0-3 12,19 11 16,-2-14-11,6 2 40,6-8 33,-9-9 28,4-8 61,-7-13-128,-14 1-3269,-4-22 3275,-9 22-2219,-10-28 2202,4 28 61,-15-21-28,9 21-39,-3-2 11,4 9 2230,6 8-2521,1 1 3414,2 2-3868,2 8-207,3 0-8918,16 13 7906,-9-10 1,8 4-1,-15-12 1</inkml:trace>
  <inkml:trace contextRef="#ctx0" brushRef="#br1" timeOffset="3.12649E6">29394 13583 11575,'-3'0'5361,"0"0"-4320,3 0-1091,27-9-118,-10 5-1294,33-6-4889,-12 9 6351,4 0 0,-15 1 0,-13 0 0</inkml:trace>
  <inkml:trace contextRef="#ctx0" brushRef="#br1" timeOffset="3.12671E6">29447 13768 20940,'31'-14'-694,"6"0"-763,9 0-2396,6 0-85,-12 3 3938,0-1 0,-30 9 0,-3 1 0</inkml:trace>
  <inkml:trace contextRef="#ctx0" brushRef="#br1" timeOffset="3.1274E6">29892 13537 22492,'5'-34'484,"0"0"1,3-21-519,-8 54 12,0 5 22,0 5 11,-1 10 6,1 9 0,-1 7 22,1 5-28,1 1-16,3-2 10,1-3-5,-1-6 0,0-7 0,-3-6 39,0-7 152,-1-5 486,0-3-593,-2-14-28,-1-11-44,0-2 10,-3-19-16,5 19 16,-1-35-5,1 28 16,2-4 1,0 0 33,3-1 56,1-10 1,0 21-1,-1 10-50,-3 8-57,0 5-172,-1 3 144,0 8 29,0 7-17,0 15 0,1 10 11,2 5-16,0 1 5,0-3 5,-1-7-5,0-12-16,-2-3 77,0-15 124,0 2-16,0-10-130,0-2 11,1-19-39,2-5-5,1-8 5,7-25 6,-2 20-17,5-17 17,-5 26 28,-3 12-45,-4 10-45,-1 5-45,-1 5 17,-2 11 62,1-2-6,-4 19-39,1 1-465,0 15-2021,1 9 2542,1 8 0,2-26 0,0-3 0</inkml:trace>
  <inkml:trace contextRef="#ctx0" brushRef="#br1" timeOffset="3.12771E6">30544 13692 17064,'1'-3'3854,"1"0"-1061,-2 3-2754,22-30 192,-19 29-175,13-15 66,-27 42-122,-7 11-532,-3 10-5568,2 5 6100,6-6 0,7-17 0,5-14 0</inkml:trace>
  <inkml:trace contextRef="#ctx0" brushRef="#br1" timeOffset="3.12882E6">31163 13563 17193,'4'-45'1538,"-1"0"1,2 4-1,-9 9-6940,-21 23 5446,5 4 1433,-24 6-1443,9 10-34,-5 1-1381,-9 21 1386,26-14-16,-16 23 11,23-10-5,3 18 5,9-16 22,15 9-11,14-19 2286,13 2-2241,8-10 89,11-10-50,-8-13-50,-6-6 45,-5-16 22,-10-5 11,5-18-42,-16 12 0,-3-1-25,6-18 17,-7 14 0,-2 0-137,0-13 176,-4 24 0,-1 0 101,3-25 3300,-4 7-3300,-1 19-112,-2 8 28,-2 16-152,0 7-33,0 2 56,-1 12 368,-4 8-362,0 7 5,-4 17-39,2 0 28,2 0 0,1 3-17,2-11 0,1-1-22,0 6 0,2-1-527,10 17-111,-1-25-2287,13 17 2964,4-15 0,-9-9 0,0-8 0</inkml:trace>
  <inkml:trace contextRef="#ctx0" brushRef="#br1" timeOffset="3.12904E6">31738 13384 19960,'45'-17'-875,"1"-1"1,-1 0-1,15-6 1,-9 7-1,-21 17 1,-13 1-1</inkml:trace>
  <inkml:trace contextRef="#ctx0" brushRef="#br1" timeOffset="3.12926E6">31761 13575 22291,'53'-21'28,"1"0"0,4-1 0,-6 5-696,-18 9-7072,16-2-488,-23 6 8228,-7 2 0,-13 2 0,-3 0 0</inkml:trace>
  <inkml:trace contextRef="#ctx0" brushRef="#br1" timeOffset="3.13069E6">32462 13249 20492,'16'-44'711,"-1"0"1,-1 4 0,-4 8-304,-8 19-128,-1 5-196,-1 3-100,-2 3 38,-6 10 0,-7 7 6,-16 24-22,8-9-12,-10 22 23,17-16-6,0 10-16,8-4 5,8-4 0,7-8 61,8-3-33,-2-12 62,9-4-6,-4-12-28,7-7 28,5-8-6,2-9-16,-2-4 28,-2-3 38,-5 1 68,-6 7 0,-6 7-61,-6 8-141,-3 6-50,-2 4 67,0 7 1,-2 9-12,1 10-12,-1 8-10,3 3-17,4 4-180,5 0-27,0-9-1496,13 8-2095,-4-19 3837,12 5 0,-17-18 0,0-4 0</inkml:trace>
  <inkml:trace contextRef="#ctx0" brushRef="#br1" timeOffset="3.13155E6">33043 12971 19255,'-6'-36'1601,"1"7"-1326,2 28-163,1 1-40,-2 0-38,1 3-17,-2-1-6,0 3 6,3 0 5,-1 1 57,0-2 55,1 0 17,-1-2-5,-3 0-51,-1 0 7,1-1 4,1 1 62,2-2 403,2 0-341,6 0-197,0-2 35,16-3-57,-9 2 22,12-3-21,-12 4-24,12 1 7,-3 2 22,5 3-12,-5 3-5,-9 0-17,-4 2 29,-5 1 60,-13 10-27,-10 1-28,-18 6 5,5-7-10,-10 1 4,14-4 1,0 6-17,14-4 6,8 2-6,10-8 11,7 1 11,6-2 12,9 3-28,14 0 38,3-4-4,-3-3-1,-11-4-28,-18-3 6,-6 0-12,-3 0 7,-1 0 21,-6 3 40,-8 3-56,-11 4 22,-14 8-33,5 0 22,7-1-45,12-3 0,13-8-11,0 2 22,12 9 6,4-2 6,13 11-6,3-3 0,-4-5-11,6 5-17,-6 2 22,-4-1 17,-7 2 12,-22-8-3393,-10-1 3376,-5-5-23,-16 3-1036,-8-1 1053,-2 1 0,11-4 0,17-5 0</inkml:trace>
  <inkml:trace contextRef="#ctx0" brushRef="#br1" timeOffset="3.21155E6">29092 5346 14975,'-57'21'1123,"-1"1"1,1-1 0,11-5-1,2 0 1,8-2-956,-5 10 190,29-15 376,6-5 348,5-1-254,12-8-3973,3-1 3414,26-15-135,-5 5 0,5-1-810,-3 0 0,3-1 1,-1 0 711,14-5 1,0 0-239,-5 1 0,3-1 1,-6 2 223,-5 2 1,0 0-3,5-2 1,4-1-1,2-1-7,0 0 0,2 1 1,0 0-3,-2 0 0,1 1 0,-1-1 6,3 0 0,1 0 0,-6 2 5,-1 0 0,-7 2 6,12-4-22,-21 6 1409,-24 11-3084,-4 2-1359,-11 5 3028,-4 2 0,2 0 0,2 0 0</inkml:trace>
  <inkml:trace contextRef="#ctx0" brushRef="#br1" timeOffset="3.21247E6">29517 4205 13581,'-1'-4'6598,"-1"0"-5204,2 4-508,8-66-265,-1 40-425,-1-13 0,2 3 17,4 19-140,3 5-45,17 2-28,-7 5-28,25 2-11,-11 10 39,13 7 0,-6 10-34,-8 8 17,-15 3 56,-12 2 23,-21-1 28,-11-2 5,-13-3-11,-1-5 11,5-6 95,11-9 85,11-5-12,5-4-33,3-2-169,14 0-50,-3 0 12,22 0-12,-3 3-11,11 5 6,4 7-6,-1 7-17,-1 5 28,-7 3 0,-13-1 51,-16-2-3302,-36 4 3262,1-11-118,-7-5 1,-4-1-989,8-5 1,-2 0 1083,-12 2 0,2 0 0,-6 2 0,10-4 0</inkml:trace>
  <inkml:trace contextRef="#ctx0" brushRef="#br1" timeOffset="3.21412E6">26937 2840 23379,'39'-22'104,"0"-1"0,0 0 0,3 0 1,0-1-1,0 3-29,9-1 1,-1 1-1296,4-2 1,2-2 1223,-13 6 0,1-2 0,-2 1-60,10-7 0,-2 0-488,-2 1 1,-3-1-2244,-3 0 1,-4 1 2786,-7 4 0,-4 2 0,5-5 0,-17 11 0</inkml:trace>
  <inkml:trace contextRef="#ctx0" brushRef="#br1" timeOffset="3.21452E6">27588 1559 13049,'-6'0'6032,"1"0"-4570,5 0-337,-64 0-362,46-1-483,-17 1 0,5 0 235,29 0-118,5-2-184,10-4-123,19-8-17,23-5-43,-20 7 1,3 0-439,5-1 1,1 0 418,2 0 1,0 1-15,-1 0 0,-2 1-17,-3 2 1,-2 0-65,13-2-1165,-8 5-280,-31 7-1255,-6 6-2845,-23 6-1708,-14 8 7337,-4-1 0,11-8 0,9-5 0</inkml:trace>
  <inkml:trace contextRef="#ctx0" brushRef="#br1" timeOffset="3.21483E6">27747 1530 8886,'-4'1'9830,"1"-1"-4183,3 0-5026,-2-25-172,3 17-186,-2-17-263,1 24-34,0 1-66,1 4 139,3 9 0,4 14 23,4 13-1,4 13-16,0 4 5,-1 3-8,-7-27 0,-1-1-14,1 12 40,0 5-7,-6-24 6,-1 0-11,-1-5 0,0-6 0,0-3-28,0-4-16,0-2-46,0-3-112,0-2 1,0 0-1</inkml:trace>
  <inkml:trace contextRef="#ctx0" brushRef="#br1" timeOffset="3.22392E6">27883 10475 23276,'0'-41'339,"-1"-1"1,0 5 0,1 9 69,5 16-252,-3 7-146,0 1-33,-2 3 11,-2 9 27,0 0 12,-6 26-5,-1-4-6,-1 16-23,4-17-11,5 10 23,4-22 33,15 20-28,-7-26 40,15 7-1,-14-14 152,13-3-124,-12-4 74,18-14-79,-12-3 11,10-13-51,-10 10 62,0-2 213,-9 11-257,-1 3-23,-5 5-45,-6 8 11,0 2 12,-10 12-23,4 3 12,-3 3 5,7 7-6,7-11 12,10 8 5,13-12 0,1-5 3,7-7 0,1-2 3,-2-3 11,1-3 0,-2-3 33,-7-11-27,-2-2 89,-3-21-22,-13 10 0,-1-16-28,-12 11-23,-5 4 6,-8 6-45,0 7 0,2 5-67,6 8-156,6 3-399,2 4-1293,5 6-248,3 0 1304,18 11 0,-14-10 0,11 3 0</inkml:trace>
  <inkml:trace contextRef="#ctx0" brushRef="#br1" timeOffset="3.22415E6">28576 10277 23103,'60'-20'-3277,"0"0"0,-3 2 0,-6 4 3124,4 13 1,-22 1 0,-16 0-1</inkml:trace>
  <inkml:trace contextRef="#ctx0" brushRef="#br1" timeOffset="3.22433E6">28692 10446 22891,'45'-17'-369,"-1"0"0,1 0 1,4-3-1,-8 4 0,-11 9 1</inkml:trace>
  <inkml:trace contextRef="#ctx0" brushRef="#br1" timeOffset="3.22479E6">29049 10123 19048,'16'-45'95,"-1"0"0,-2 4 0,4 10 1991,11 24-2069,1 5 836,3 9-870,2 6 22,-1 10-5,-5 6-22,-7 13 22,-10-11 463,-14 12-480,-13-15 1583,-11 3-1532,-5-5 5,0-7 68,4-6 139,6-6 163,8-4-11,5-5-118,6-3-118,1-3-89,7-1-28,4 1-17,8 2-11,9 4 0,6 4 5,5 6 0,2 9-16,1 6 5,-5 6-39,-8 12 17,-13-14 11,-17 13-73,-19-16-885,-21 8 366,10-16 1,0-1-1,-6 2 1,-1-3 0</inkml:trace>
  <inkml:trace contextRef="#ctx0" brushRef="#br1" timeOffset="3.22565E6">29886 10269 18532,'0'-8'5612,"0"2"-5360,0 6 90,0 0-342,-5-9 11,4 12 11,-5 4-27,6 20-130,0 16-1494,-8 8 980,-11 9 1,7-26 0,-4-5 0</inkml:trace>
  <inkml:trace contextRef="#ctx0" brushRef="#br1" timeOffset="3.22641E6">30432 10025 17014,'28'-55'1258,"0"1"1,-8 12 0,0 0 0,-4 6-569,-2-10-377,-4 14 1,-3 2 151,-6-5-320,-6 14 152,-41 11-258,17 11-5,-29 5 8,27 8 0,2 3-25,-22 18-302,20-13 0,1 1 296,4 4 0,3 0 0,-5 19-47,14-14 1,4 1 2,11 15 49,20-3 1,8-25 6,18-9 105,12-19-83,-28-1 0,0-3-28,-1 1 0,-1-5 30,4-15 1,-6-3-15,0-6 32,-5-2 1,-3-4-30,-9 10 1,-2-2 35,4-22 1,0-3 8,-3 13 1,-1 2 64,0-5 0,-1 4 65,0 1 58,-5 15-124,-2 18-117,0 4-22,0 28 16,0 0 473,0 39-498,0-18 1,0 3-7,2 1 1,0 2-330,1 9 1,2-1 255,3-9 1,2-3-264,1-3 1,3-2-536,2-2 1,4-3-4037,6-2 1,1-3 3324,7 4 1,0-9-1,-28-17 1</inkml:trace>
  <inkml:trace contextRef="#ctx0" brushRef="#br1" timeOffset="3.22662E6">31065 9563 23707,'30'-36'-250,"1"1"0,3 3 0,1 8-809,27 21-3333,-21 4 1,0 1 4391,12 2 0,-9 0 0,-21-1 0</inkml:trace>
  <inkml:trace contextRef="#ctx0" brushRef="#br1" timeOffset="3.2268E6">31208 9743 17496,'-3'1'5752,"0"0"-3304,3-1-2403,62-17-45,-9 6-667,1-2 0,2 1 619,-23 5 1,-2 1-1844,10 0 1,-4 1 1202,-4 0 1,4 1-1,-31 4 1</inkml:trace>
  <inkml:trace contextRef="#ctx0" brushRef="#br1" timeOffset="3.22849E6">32242 9297 13855,'48'-25'2109,"0"0"1,-4 2 0,-9 3-1438,-19 10 1087,2-7-1277,-9 9 571,1-6-728,-9 11-197,-7 0-111,-1 1 56,-26 4-67,-5 3 8,7-1 0,-2 1 16,-1 2 1,0 1-12,-2 0 1,0 0 2,1 0 1,1 0 11,-25 5-17,20-4 123,11-4-17,20-4-62,0 0 51,9-1-16,4-1-23,5 0-62,1 0-11,0 1 23,-2 4-7,-3 3-10,2 8 11,-5 7 22,-1 6-5,-4 6-12,-3 1 28,-5 0-10,-2-2-7,-2-3-16,2-4 0,2-9 56,1-2-12,7-10 191,-1 0 23,3-6-119,3-12-100,5-3-22,8-12-6,6 1-17,5 3-28,2 6 12,0 7-6,-6 5 11,5 6 44,6 14-49,1 5-12,4 15 6,-15 4 5,-10-7-67,-10 14-111,-16-16-343,-11 8-941,-14-15-3533,-4-8 5001,5-6 0,15-5 0,10-3 0</inkml:trace>
  <inkml:trace contextRef="#ctx0" brushRef="#br1" timeOffset="3.2293E6">32826 9005 14656,'-6'-1'5456,"0"0"-4980,6 1 750,0 0-761,82-40-381,-53 28-170,20-10 0,0 3 158,-26 16 50,2 1-110,-7 5-1,-8 4 34,-5 6-12,-5 0 163,-15 16 51,-7-3 72,-21 14-45,-5-4-95,-4 0-22,5-2 163,10-3-292,14-5 22,11-6 29,9-6 49,11-3-10,8-4-51,11-1-28,7-1-11,3-1 34,-4 0-34,-10 1-6,-11-1 12,-7 0 84,-8 7-40,-5 4-44,-6 8-6,-4 3-6,1 3-11,4 3 40,4 12-46,5-14-5,4 14 11,3-16-16,3 7 10,2-4-10,2-2-12,-2-2 28,-1-2 6,-3-3 28,-2-2 50,-8-4 23,-5-4-28,-11-4-40,-9-4-381,-9-4-5801,-4-6 6132,6-2 0,14 1 0,12 3 0</inkml:trace>
  <inkml:trace contextRef="#ctx0" brushRef="#br1" timeOffset="3.27702E6">27166 13846 6815,'-3'-2'2755,"0"0"-1674,3 2-689,6 0-33,2-2-18,10-1 225,14-2 22,24 0-470,-14 1-23,-8 2 0,0 1 68,13-1-85,2 2-3,-14-1 1,1 1-422,-4 0 0,0 0 396,10 0 1,2 1 16,11-1 1,0 1-40,-8 0 0,0 0-1566,8 1 0,-3-1 1543,-20 0 1,0 1 11,11 0 0,-3 0 0,-1 1 11,1 0 0,0-1 17,4 1-12,-12 0 1,1-1 27,25 1-27,-10 1 22,-10-3 0,1 1 11,18-1-28,-16 0 1,2 0-18,-8 0 0,-2-1-11,-1 0 1,1 0 18,4 0 1,-2 0-14,12 0 28,14 0 0,-24 0 5,11 0 516,-11 0-499,24 0-16,-14-1-32,-11 0 1,0 0-3,25-1-1,0-1-4,-1 0 3380,-15 2-3392,-13 0 0,0 0 0,10 0 5,17 0-5,-14 0 6,0-1-1,-11 0 7,21-2-1,-26 1-9,4-1 1,2 0-3,7 0 6,20-2 5,-14 2-5,-2 1-1,-5 0-10,-2-1 16,18-2-11,-21 2 8,0-1 1,0 1-37,5-2-6,21-3 40,-8 1-12,1 2 1,-11 1-18,18 0 29,-22 3-1,15-3-5,-16 1 6,-1-2-12,0-1 12,-8 1-12,19-2 6,-12 2-22,17-1 5,-7 1 17,2 1-11,-9 1-11,21-1 5,-10-1 17,2 1 5,1-3-5,-19 3-5,9-2 5,-1 1-11,-1 1 5,0 0 0,0 1-5,1 1 11,1 1-22,0 0 5,-1 1 6,0-1 0,-2 0 11,-10 0-6,14-1 12,-15 1-1,12-3-5,-8 2 17,-1-1-11,-1-1-6,0 1 11,0-1-11,0-1 0,2-1-6,-2-1 12,1 0-6,1 0 0,0-1 5,0 1-5,1 0-11,-1 1 6,-2 2-1,1 0-5,-3 1 11,-1 0 5,-1 0-5,-8 1 17,9-3-11,-9 1-17,11-3 16,-7 3-5,2 0 11,-1 0 12,-2 1-18,-1 0 18,-3 0-6,2-1-29,3-1 35,4-1 10,4-2 7,3-1 16,1-1-6,2 0 23,-3 0-34,-8 3 90,5-2 17,-14 4 84,5-2 106,-12 3 100,-3 1-16,-4 0-173,-2 2-214,-1 0-1091,0 1-768,-3 0 1008,0 0-3158,-6 1 3976,0 0 0,2 0 0,1 0 0</inkml:trace>
  <inkml:trace contextRef="#ctx0" brushRef="#br1" timeOffset="3.58131E6">27099 13334 8326,'-10'0'6683,"2"0"-5596,8 0-432,0 0-414,-29 0-163,22 0-28,-21 0 79,28 0 795,0 1-83,5 2 559,17 0-1047,1 0 145,36-3-344,-24-3 0,3-2-870,17 0 0,5-3 749,-13 2 1,3-2 0,1 1-10,6-2 0,2 0 0,1 0-16,-10 1 1,1 0-1,0 0 1,1-1-564,4 0 0,0 0 1,2 0-1,0-1 557,3 0 1,0-1 0,2 1 0,-1-1-413,-10 2 0,0-1 0,1 1 0,-1-1 0,1 1 406,1-1 1,0 0-1,0-1 1,-1 1 0,-1 1 4,1-2 0,-2 1 1,0 0-1,2 0-261,6-2 1,2 0 0,0 0 0,-1 0 254,-2 1 1,-1 0 0,-1 0 0,1 0 9,-2 1 1,1-1 0,-1 1-1,0 0-4,2 0 1,2-1-1,-3 2 1,-4 0 3,-1 0 1,-5 2 0,-2 0 196,12-1 1,-4 0-167,-12 2 1,-4 1 1422,10-2-1129,-23 4 2384,-14 2-2445,-7 1 394,-2 0-663,0 5 0,0-4 0,1 4 0</inkml:trace>
  <inkml:trace contextRef="#ctx0" brushRef="#br1" timeOffset="3.59982E6">27094 12026 8702,'-57'5'909,"0"1"1,0-1 0,8 0-1,3-1 1,5 0-14,-18 3 387,26-2-1104,16-2-258,8-1 410,17-1 280,10 1-331,7 0 173,29-1-268,-9 0 0,3-1-951,5-1 1,4-1 811,-8 1 1,3-1 0,0-1 3,1-1 1,0 0-1,-1-1-20,-7 1 0,-1-1 0,3 0 5,0 0 0,3-1 0,2 0 0,2-1-2,-3 0 1,1 0-1,2 0 1,2-1 0,5 0-381,-7 1 0,4-1 1,2 0-1,2-1 0,1 1 1,1-1-1,-2 1 1,-1-1 349,-4 2 1,-1-1-1,0 0 1,0 1-1,0-1 1,1 0-1,0 0 1,2 0-215,-1 0 0,3-1 1,1 1-1,0-1 0,1 0 1,-2 0-1,-2 1 0,-2 0 1,-5 0 208,12-1 1,-6 1 0,-2 0 0,0-1 0,5-1-143,-6 1 0,2-1 0,3-1 1,0 0-1,-1-1 0,-1 0 0,-2 1 148,0-2 1,-1 1 0,-2-1 0,-1-1 0,1 1-1,0 0-95,1 1 0,0-1 0,0 0 0,0 1 1,-1-2-1,0 0 94,0 0 1,1-1 0,-1-1 0,-1 0 0,-2 1-1,-4 0 10,16-5 0,-5 0 1,-1 1 154,1 0 0,0-1 1,-1 0-156,3-1 0,0 0 0,-2 0 5,-8 4 1,-2 1 0,0 0-18,-2 0 1,-1 0 0,0 1-26,-1 1 0,-1-1 0,-5 3 1178,21-9-5204,-7 1 3957,-27 9 1,-3 2-1,-13 4 1</inkml:trace>
  <inkml:trace contextRef="#ctx0" brushRef="#br1" timeOffset="3.60868E6">26622 10911 12152,'-52'11'903,"0"0"1,-1 1 0,58-9-2590,32-10 1,26-12 0,2 1 1714,-14 6 1,1 0 0,3 0 0,3-2 19,-5-1 1,4-2-1,2-1 1,0 0-1,-4 1 1,-5 1-315,9-1 0,-6 1 1,7-1 294,-7 2 1,6-3 0,4 0 0,1 0 0,-1-1-1,-3 2-103,0 0 1,-3 1 0,0 0 0,0 0 0,4-1 79,-7 2 0,2-1 0,2 0 1,0-1-1,1 0 0,0 1 1,0-1-146,-5 2 0,1 0 0,0-1 0,0 1 0,0-1 0,1 1 0,0-1 1,0 1 131,1-1 0,1 0 1,0 0-1,0 0 1,0 0-1,1 0 0,-1 0 1,1 1-5,-1-1 1,2 0 0,-1 1 0,0 0 0,0-1 0,1 1 0,-1 0 0,-1 0-3,0 0 1,0 1 0,0-1 0,0 1 0,-1 0 0,1 0-1,-1 0 1,0 0 13,-2 1 1,0 0 0,-1 0 0,1 0 0,-1 1 0,1-1 0,0 0 0,1 0-8,4-1 1,1-1 0,1 1 0,0-1 0,0 0 0,-2 1 0,-1 0 0,-4 1 1,1 0 0,-4 0 0,-1 1 1,-1 1-1,1-2 0,3 0 0,1 0 1,2-2 0,2 0-1,-1 0 1,0 0 0,-4 1-1,-3 1 52,9-4 0,-5 2 1,-1-1-1,2 0-42,-3 1 1,1 0 0,0-1 0,1 0 0,-3 1 3,9-3 0,-2 0 1,-2 0-1,0 1 7,-6 1 0,-2 1 1,0-1-1,-2 1 15,7-3 1,-2 0 0,-3 1 535,12-5 1,-4 0-492,-6 2 1,-5 1-29,8-4 96,-6 1 1111,-36 16-2377,-2 1-2031,-12 4 3151,-4 3 0,0-1 0,1 1 0</inkml:trace>
  <inkml:trace contextRef="#ctx0" brushRef="#br1" timeOffset="3.62751E6">29857 3846 24575,'-8'-3'0,"-6"1"0,-1 1 0,-10 1 0,5 0 0,-7 0 0,7 0 0,-1 0-6784,-9 0 6784,7 0 0,-6 0 0,-10 0 0,13 0 0,-14 0 0,18 1 0,1 2 6784,1 2-6784,1 1 0,3 1 0,-1 0 0,1 1 0,0 0 0,1 1 0,0-1 0,-5 4 0,5-2 0,-3 5 0,6-4 0,-6 7 0,0 3 0,-1 0 0,5-1 0,5-7 0,2 1 0,0-1 0,-1 6 0,2-2 0,0 9 0,3-8 0,-1 6 0,2-5 0,1 1 0,0-2 0,1-1 0,0 0 0,0 1 0,0-1 0,0-1 0,0-2 0,0 2 0,0 0 0,0 0 0,0-1 0,0 2 0,1-5 0,2 5 0,9-3 0,2 0 0,13 12 0,-8-10 0,6 9 0,0 0 0,-7-5 0,5 4 0,-7-7 0,0-1 0,0 0 0,-1-2 0,-4-5 0,5 8 0,-6-6 0,7 7 0,-3-5 0,1-1 0,0 0 0,-1-1 0,-3-3 0,2 0 0,-1-1 0,0-1 0,-1 1 0,0-2 0,1 0 0,5-3 0,0 1 0,3-3 0,1 0 0,4 0 0,6 0 0,3 0 0,20 0 0,-15 0 0,11 0 0,-20 0 0,-3 0 0,-4 0 0,2 0 0,-9 0 0,4 0 0,-10-1 0,0-2 0,0-1 0,-2-1 0,2-1 0,1-2 0,0-3 0,4-3 0,2-3 0,1-1 0,3-1 0,1 0 0,8-8 0,-11 10 0,4-6 0,-12 12 0,0-3 0,-2 6 0,-2-1 0,-4 4 0,-1-1 0,-1 1 0,-1-1 0,0 0 0,0 1 0,0-3 0,0-3 0,0-5 0,0-5 0,0-4 0,0-6 0,1-2 0,1-2 0,0 3 0,0 4 0,-2 5 0,0 4 0,0 5 0,0 4 0,0 1 0,0 3 0,0-4 0,0 3 0,0-2 0,0-3 0,-1 0 0,-2-3 0,-1-2 0,-3 2 0,1-1 0,-2 1 0,-1 1 0,-2-4 0,2 6 0,0-5 0,1 5 0,0-1 0,0 2 0,0-1 0,1 1 0,-2-1 0,-2-1 0,0 0 0,-2 1 0,0 0 0,-1 0 0,1 0 0,-1 0 0,1 2 0,1 0 0,1 2 0,0 0 0,-1 0 0,-1 1 0,-3-1 0,2 1 0,-13-2 0,8 3 0,-9 0 0,-4-1 0,8 2 0,-8 0 0,2 0 0,8 2 0,-5-2 0,10 3 0,5 1 0,1-1 0,4 2 0,0 0 0,3 0 0,1 0 0</inkml:trace>
  <inkml:trace contextRef="#ctx0" brushRef="#br1" timeOffset="3.82564E6">15198 5970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1T09:49:49.98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1267 1498 23437,'12'-33'3684,"1"0"0,-3-12-2703,2 0 0,-1-1-981,-8-10-49,-5 14 98,-8-16-610,-5 23-94,-11-11-1443,-7 23 1043,3 12 973,-4 15 1,-2 7 70,5 1 1,0 4-226,-17 10 0,0 2 368,14-5 0,2 2-141,-1 3 0,0 3 0,3-1 338,1 4 0,3 1 38,-9 13 0,5 0-304,16-13 1,7-2-867,18 18-258,27-20 293,5-16 503,3-19 1,2-7-258,-10-1 0,-1-4 463,19-10 0,0-4-109,-12-2 0,-2-3 41,-3-2 0,-2-3 152,-5-4 1,-3-2 40,-5-4 0,-3-1-113,-6 9 1,-3-1-70,0-12 0,-3-1-82,-4 7 1,-2 0 0,0 2 1,-1 1 180,-2 2 1,-2 4 922,-5-3-965,0 16-57,2 14 148,3 8 941,0 7-1064,2 21 79,0 14 14,1-5 0,0 4-72,-1 6 0,1 3 75,0 8 0,-1 0 5,1-9 0,-1 2-47,1-1 1,0 3 0,1-3-277,1 1 1,2-2-434,1 20 1,5-2-940,1-19 1,3-4 1683,6-3 0,0-4 0,3 4 0,2-13 0</inkml:trace>
  <inkml:trace contextRef="#ctx0" brushRef="#br0" timeOffset="317">1925 1268 22772,'-36'8'210,"1"0"0,-22 13-171,54-8 68,4 7 257,11-6-17,4-4 28,9-4 96,4-17-326,-9 2 191,6-14 46,-14 5-91,-2-2-84,-7 3 0,-12 0-184,2 8 10,-10 1-257,6 8-4840,-4 12 5064,4 4 0,4-1 0,4-4 0</inkml:trace>
  <inkml:trace contextRef="#ctx0" brushRef="#br0" timeOffset="4286">3175 1799 30013,'-3'-43'-58,"-1"0"0,1 1 1,-1 11-647,1 25-474,0 1 447,2 15 1119,0 12-238,1 5-26,-2 21-640,0 0 624,0-17 1,0 2 57,-2 4 1,-1-1 399,-4 17 7,1-9-554,3-26 432,4-13-47,1-5 206,7-18-309,2-8-186,4-7 232,3-16 103,0 4-326,-5 15 1,3 0 36,5-4 0,2 2 276,10-10-437,1 15 0,1 3 0,-1 9 0,0 4 0,1 3 0,11 8-831,-11 8 1,-1 3 715,10 6-234,-14 10 1,-5 2-542,-8 2 319,-5 0 1,-2 3-1142,-6 26 542,1-12 492,0-11 1,5-4 2625,16-6-2623,4 1 830,6-26 1043,3-35 483,-11-3-563,3-9-3,-14 5-375,-7 20 562,0-12-1143,-4 19-159,-1-2 0,-3 12 0,1 2 0,1 2 0,5 4-85,13 6-257,8 1 134,6 0 69,24-5 248,-26-5 121,27-2-909,-25-8 1219,3-5 34,-8-13-574,-13-1 0,-6 1 0,-14-3 0,-4 7 0,-8-4 0,-4 5-326,-10 9-774,1 6 294,-1 7 629,0 10 732,2 17 312,1 18-8,6-4-731,11 18-128,10-29 0,7 2 0,4 0-548,4 1-359,10 0 1,7-1-151,-5-16 0,1-3 206,5 5 1,3-2-95,6-6 0,2-4 208,2-5 0,1-4 728,-2-2 0,0-3-1224,0-4 1,-4-2 2388,0-12 721,-13-20-921,-18 19 151,-1-26 154,-7 10-955,-6 2-160,-2 2-539,-3 18 2745,0 10-3339,3 5 830,-1 5 465,0 17-150,2-3 69,1 33-79,11-12-201,1 8 248,18-6-308,19-11 228,5-5-459,-17-13 0,1-3 432,24-10 106,-3-10 311,-6-11 382,-8-6-165,-4-10 3,-17 14-313,-2-1-228,-17 22-503,-3 3-355,-25 21 753,7-3-178,-19 23-12,25 11-173,7-15 378,28 12-772,24-30 769,4-2-132,-11-8 0,4-3-157,4-3 1,0-4-318,1-1 1,0-1 446,-3 0 0,-2-3 271,-4-10 1,-5-3 87,1-13 92,-14 10 1,-5-2-3177,-15-25 2559,-8 20 27,-16 0-334,-24 14 215,3 8-1,13 4 0,0 2-1758,-9 5 2246,17 8 1,14-4 0,9 3-1</inkml:trace>
  <inkml:trace contextRef="#ctx0" brushRef="#br0" timeOffset="5096">5957 1977 22564,'16'-52'526,"1"0"0,-3 6 0,-2 6 1939,-6 11-2538,-3 11 970,-2 10-1061,-1 7 1299,0 10-1376,0 12-266,0 17 338,-2 0-522,-5 9 0,-3 0 700,-1-2 47,-3 2 1,-1-2 88,-1-13-341,2-1 740,5-17 14,7-19-847,1-3 287,5-32-4,4-3 30,-2 7 0,2-3-8,2 0 1,1-1-31,1-2 1,1 0 22,-1 4 1,0 1-117,9-21 693,-6 21-210,-5 17 34,-1 12 245,2 12-489,6 11-401,8 17-177,6 16 152,-13-17 0,-1 0-37,3 4 0,0-1 1543,0 1 0,0-2-1623,1-4 0,-1-1-672,19 14 590,-5-19 564,-9-12 349,-4-20 751,-4-13-345,-1-19-235,-1-14-738,-8 22 0,-1-1 283,0-2 0,0-1-50,-1 1 1,1 1 238,3-25-489,-1 17-743,-3 18 354,-2 13 197,3 11 218,7 10-329,9 9-1355,13 11-2006,8 10 3628,-16-14 1,-1 0 0,4 3 0,-3-1-1</inkml:trace>
  <inkml:trace contextRef="#ctx0" brushRef="#br0" timeOffset="5461">7094 1833 32767,'-42'5'0,"0"1"0,2 2 0,6 5 0,-1 38 0,23-20 0,6 0 0,12 10 0,9-3 0,13-23-5729,26-7 5010,-15-4 339,0-5 1,1-3 776,11-12-388,-21 3 0,-2-3 601,14-22 262,-14-6-146,-14-3-619,-13 1 442,-16 3-1105,-23 3 13,6 15 139,-21 2 259,19 18 3751,-3 3-2980,10 11 559,10 7-1026,9 15-735,11 9-3310,11 8 3762,17 5 1,-15-22 0,5-7-1</inkml:trace>
  <inkml:trace contextRef="#ctx0" brushRef="#br0" timeOffset="6221">7735 1896 32767,'17'-43'0,"0"-1"0,-2 5 0,-10 8 0,-21 20-65,-17 11 130,-12 13-65,-6 13 0,25-8 0,2 3 0,-16 27 0,26-14 0,5 0 0,2 8 0,12 5 0,18-30 0,9-7-133,16-6-33,-14-12 1,-1-4 513,15-8-290,-10-11 0,-3-5-58,-5-2 0,-5-4 0,-2-3 0,-10 11 0,-2-3 0,-2-4 0,-1-3 0,-1 2 0,-1-2 0,-2 3-51,-1-7-1,-3 6-1407,-8 11 135,-3 14 251,1 4 151,0 3 77,5 9 544,0 23 64,3 0 42,-2 37 189,3 3-74,1-7 1,0 4-234,2-6 0,2 0-975,1 10 0,3-3 943,-1-22 1,2-2-473,6 1 1,4-4-3923,18 7-2448,13-2 2566,3-19 4625,0-21-28,-2-16 3050,-5-15 2748,-9-8-1305,-9-3-1615,-11 1-1023,-8 6 581,-10 10-1848,-7 11-6,-9 9-344,-3 10 176,0 7-98,4 9-55,8 11-69,7-9-38,13 7-38,12-14 135,17-1-126,11-7-105,6-12 61,0-10 171,-6-16 70,-11-8 49,-14-6 22,-13 0-261,-15 5-133,-14 7-116,-11 9 54,-11 11-33,-3 7 36,2 11 434,1 7 555,-1 22-228,14-7-5,-5 26-133,18-5-2342,7-9 1,2 2 1248,5 16-2012,7-17 1,4-1 2419,11-1 0,-3-4 0,-8-17 0</inkml:trace>
  <inkml:trace contextRef="#ctx0" brushRef="#br0" timeOffset="6635">9286 1784 24800,'-6'-3'4428,"2"2"-3507,4 1-438,63-41-882,-24 31-780,5-2 1,10-2 0,-6 5-1519,-14 10 1,-2 3 2690,26 2 1,-4 0-1,-23 0 1,-2-1-1</inkml:trace>
  <inkml:trace contextRef="#ctx0" brushRef="#br0" timeOffset="6796">9492 2024 27185,'-4'0'4184,"0"0"-2791,4 0-2060,41-15-2947,15 4 3656,-14 1 0,0-1 1,12 3-1,-22 3 1</inkml:trace>
  <inkml:trace contextRef="#ctx0" brushRef="#br0" timeOffset="7345">10726 1529 25365,'-53'-6'236,"0"-1"0,6 1 0,3 4-136,-17 17-1367,7-2 1366,12-3 518,-3 0-217,9-4-285,11-2 328,4-2-309,19-2-69,0 0-100,2 5 673,1 9-809,1 10 59,1 10 67,-1 5-4,0-6 9,-2 10 86,-4 0 68,-2 1 198,-4 2 88,-1-18 24,2-11 254,0-5 1,6-10 246,0 0 152,3-17-1033,4-4 52,0-6-50,9-5 27,12 0 135,5 3-29,13 1-3,0 16-174,-7 5 321,15 13-323,-20 4 0,0 2 0,20 12 0,-8 3 0,-3 4 0,-4 8-275,-13-11 1,-5-1-653,-7 8-1271,-41 13 863,4-25-3581,-13-4 1,-2-3 3443,7-7 0,-12-1 1,38-9-1</inkml:trace>
  <inkml:trace contextRef="#ctx0" brushRef="#br0" timeOffset="7562">10774 1442 19216,'6'-1'3909,"-1"0"-2666,-5 1-784,66-15-223,-40 11-175,13-3 1,-1 0-34,-17 6-235,-1 2-2353,0 2 2560,-4 1 0,-6-1 0,-4 0 0</inkml:trace>
  <inkml:trace contextRef="#ctx0" brushRef="#br0" timeOffset="8645">3513 3276 20316,'3'-45'1139,"1"0"0,-2 5 0,1 7-775,-2 16-220,-1 9-128,-1 10 34,-4 14-5,-12 44-28,3-15-317,2 0 0,1 3 316,2 12-5,5-24 1,1-1-7,5 18 63,14-5 61,22-22-11,8-8 10,16-20-330,-6-21 278,-28 6 0,-2-3-4,13-15 43,-16 7 1,-3-3 153,0-16-163,1 0 107,-13 14-96,-8 27 516,-3 3-616,-8 21-6,0 7-5,-1 7 347,9 14-353,15-15 0,3 6 11,32-10-6,1-18-209,-10-2 0,3-3 209,-2-6 1,1-3 8,7-4 0,-1-6 16,-7-4 1,-3-4 11,-4 0 0,-5-4-6,-10-1 1,-8-2 58,-10-21 12,-12 0-57,-10 3-16,-5 9-17,7 14 22,-8 7-67,13 13-11,-3 6-62,11 10-549,14 9-1574,18 5 2224,28 1 0,-20-11 0,6-4 0</inkml:trace>
  <inkml:trace contextRef="#ctx0" brushRef="#br0" timeOffset="8852">4946 3247 20308,'-5'0'4200,"1"0"-3275,4 0-948,53-47-1206,5 28 655,-6-9 0,4 3-1112,-9 17 0,-2 7 1686,-3 1 0,-3 1 0,4 0 0,-15 5 0</inkml:trace>
  <inkml:trace contextRef="#ctx0" brushRef="#br0" timeOffset="9002">5060 3474 26290,'40'-17'-229,"-1"-1"0,0 1 0,3-1 0,1 1 0,-6 3 0,14-3 0,-2 2 0</inkml:trace>
  <inkml:trace contextRef="#ctx0" brushRef="#br0" timeOffset="14912">6002 3214 22677,'11'-44'104,"0"1"1,6 1 0,6 8-44,30 19-499,-15 7 0,1 2 444,3 1 0,0 4-6,-1 3 0,0 4 2,-5 2 1,-1 3 121,20 20-124,-20 10-17,-18 4 11,-21 1 23,-17-2-6,-16-3 17,-9-5 0,-3-5 17,0-7 90,4-8 308,10-8-51,12-8 79,11-4-146,8-3 274,8-1-532,9 2 129,27 0-190,-7 4-3,1 3 0,2 2-768,25 8 773,-20-1 0,3 3-1530,5 4 1,-2 3 1529,-16-7 1,-2 2 5,3 4 0,-11 1-20,-24 8-22,-33 9-157,1-17 1,-6-1-2594,-15 3 1,-3-3 2777,0 0 0,5-3 0,-4 0 0,36-10 0</inkml:trace>
  <inkml:trace contextRef="#ctx0" brushRef="#br0" timeOffset="17071">1966 4889 18728,'14'-60'1510,"0"0"1,-1 2-1,-4 13-1123,-8 31 184,-4-1-515,0 18-34,-4 11-5,2 7-11,-3 23-6,2 3-163,3-15 1,0 1-1107,1 2 0,2 1 418,4 3 1,1-3 0,-2 5 0,6-5 0</inkml:trace>
  <inkml:trace contextRef="#ctx0" brushRef="#br0" timeOffset="17453">2317 4399 15081,'-5'-2'4728,"2"0"-4325,3 2 202,-63 26-207,37 0-261,-11-2 0,4 3 53,21 14 96,20 2-174,2-17 113,21-4 10,0-17 6,13-9 0,4-11 39,-3-13-42,-22 4 0,-2-2 30,4-22-144,-6 0 72,-22 5-34,-10 15-5,-18-1-135,7 15 34,-26 10-50,29 10-1,-22 20-27,26 0-275,-1 17-1372,20 1-6805,12 2-96,2-11 8570,2-7 0,-10-20 0,-4-2 0</inkml:trace>
  <inkml:trace contextRef="#ctx0" brushRef="#br0" timeOffset="17663">2901 4397 19848,'0'-5'3753,"0"2"-3613,-25-10 0,-11 4 207,-1 19-1164,-6-8 1,1 4 855,8 32-17,16-4 1,3 6-7,5-2 1,2 4 0,0 3-10,1 3 0,1 4 0,0 1 0,0-1-935,-1 8 0,1-1 1,1 4 843,2-15 0,1 4 0,0 1 0,1-1 0,0-3-824,1 15 1,1-4 0,-1 1-341,1 1 1,-1-1 0,0 1 1247,1 3 0,0 0 0,-1-10 0,0-19 0,0-4 0,0 0 0,0 0 0</inkml:trace>
  <inkml:trace contextRef="#ctx0" brushRef="#br0" timeOffset="17803">2262 6302 16012,'7'-58'933,"0"0"1,0 0 0,-1 0 0,3 1 0,0 0-1,2 1 1,2 3-701,6-9 1,3 4-1,3 0-1955,1 2 0,2 0 0,0 4 1763,-5 10 0,0 4 0,2 0 5,3-1 1,1 2 0,0 2 107,11-8 1,0 4-183,-7 6 0,1 0-1010,-1 5 1,2 0-1,-3 5 1038,15-7 0,4-3 0,-32 22 0</inkml:trace>
  <inkml:trace contextRef="#ctx0" brushRef="#br0" timeOffset="18285">3825 4511 18683,'8'-43'1246,"0"0"0,1 0 1,3-20-1,-2 12-501,-5 23-392,-1 6-241,-3 20 45,-6 25 44,-5 28-134,0-10 1,-1 5-1145,0 6 1,-1 5 0,0-2 1092,2-14 1,2-1 0,-2 3 2,0 5 1,-1 4 0,0 1-1,2-5-368,2-2 0,1-2 0,1 0 332,0 9 1,1 1-1,5-2-127,4-6 0,3-2 0,5-2-951,12 11 1,8-7 1031,15-7 0,2-7 0,-22-13 1,0-3-1,30 3 0</inkml:trace>
  <inkml:trace contextRef="#ctx0" brushRef="#br0" timeOffset="20436">4789 4721 20190,'-1'-60'1353,"0"1"1,0 8 0,-2 11-1181,-2 25-223,-1 13 55,2 16-4251,2 24 4263,2 13-17,1 6 50,2-20 1,-1 1-65,1-1 0,-1 1-252,1 13 0,0 3-841,-2 4 1,0 1-2171,0-13 0,-1 2 0,-1-4 3078,1 7 0,0-4 1,-1-5-1,0-7 1,1-11-1</inkml:trace>
  <inkml:trace contextRef="#ctx0" brushRef="#br0" timeOffset="21210">4622 5252 18308,'-7'-43'966,"0"0"0,-1 0 1,0-15-1,6 11-938,17 26-22,31 0-79,10 5-790,-15 6 0,1 2 748,-10 2 0,1 1-608,24-6 1,-2-1 414,-5-1 201,-7 3 1,-4-2-67,-10-9 806,-8-8-498,-4 5 507,-10-4-48,-12 15 173,0 2 370,-4 1 125,4 6-1144,2 0-107,2 4 17,23 17-17,2 3 0,21 24-288,-13-10 283,-1 19-45,-20-1-31,-8-19 0,-4 2-56,-9 5 0,-5-1 123,1-9 0,-2-3 98,-24 20-27,19-33 83,2-14-3243,11-21 3160,4 1 44,21-34-28,9 13-50,9-7-20,-12 24 0,2 2-20,4 2 1,1 3-41,1-1 0,2 1 37,5-1 1,0 3-3,8-1-40,6 1-33,-11 4 62,-5 1 33,-8-1-11,-19 6 3223,-6-4-3223,-5 5 134,0-1-78,-3 0 411,1 3-473,-1-1-5,2 7 16,2 8-5,-1 2 6,7 23 0,0-15-1,20 30-16,1-22-6,6 4 17,18-8 34,1-16-23,0-2 23,-1-12 44,-2-19 23,-14-2-45,7-8 117,-21-13-117,-15 22 124,-3-27-91,-12 27-10,-5-6-51,0 19-45,-5 4-39,10 9-146,-1 6-688,9 9 890,26 23 0,-17-21 0,18 10 0</inkml:trace>
  <inkml:trace contextRef="#ctx0" brushRef="#br0" timeOffset="21562">6519 4920 17736,'7'-10'4296,"-2"2"-3713,-5 8 465,0 0-763,-60 12-156,39-1-84,-12-1 0,4 2 27,24 2 382,24 6-353,-4-12 67,30 3-28,-5-15 5,14-7-3379,0-9 3407,-6-10-66,-14 3-577,-16-4 1,-4 0 587,-4 2 134,1-31-56,-19 35-67,-6 0-17,-11 11 2713,-6 11-2747,-7 11-27,-1 11-40,7 2 991,12 3 0,2 5-1019,0 18-14,7-11 0,5 2-466,10-4 0,6-1-685,5 2 0,6-2-3050,10 1 1,5-3 3583,-1-3 0,0-5 1,14 7-1,-18-15 0</inkml:trace>
  <inkml:trace contextRef="#ctx0" brushRef="#br0" timeOffset="22512">7460 5164 21550,'44'-41'521,"0"-1"0,-5 4 0,-8 12-375,-18 26 239,-7 11-200,-7 12 35,-10 9-108,-10 9-17,-12 2-22,-10 2-252,-4-3 325,-1-8 67,4-12 133,7-15-117,8-17-82,7-17-41,8-17-474,7-17 382,8 23 0,4-2-433,4-5 1,3-2 432,5-5 0,2 1-9,-3 10 1,2-1 25,9-15 0,-1 1 5,-11 22 1,0 2 30,4-12 1,-3 2 88,-4-6-38,-14 15-45,-9 12 367,-11 11-429,-7 17 896,-4 13-907,1 17 12,5 11-18,7 9-108,13-26 0,3 2 117,2 2 0,5 0 0,3 2 0,5 0 2,5 2 1,3 0-12,6 2 1,4-1-12,4 1 0,2-1-473,3 2 1,0-1 441,0-1 1,-1 1-141,-4-3 0,-3 2-333,-8-3 0,-5 1-706,-9-1 1,-6 0-2884,-10 0 1,-5-1 4109,-3-3 0,-1-4 0,-10 10 0,9-17 0</inkml:trace>
  <inkml:trace contextRef="#ctx0" brushRef="#br0" timeOffset="23010">7998 5220 23450,'21'26'873,"-9"3"-682,-20-10 10,-6 2 119,0-6-130,4-8 259,3-12-231,5-22-179,2 1 17,9-34-5,7-1-437,-5 17 0,1-4 419,1-2 1,1-2 20,-4 10 0,0-1 1,-1 2-22,1 0 1,-1 1 53,0-8 0,-3 4-6,-8 3 3,-9-2 17,-8 12 39,-10 9-107,10 11-10,-5 5 803,11 12-804,-3 7 72,3 14-72,9 27-16,7-11-20,8-6 0,6 1-704,2-6 1,3 0 719,7 13 1,3 1-9,3 5 1,2 0-312,-12-15 1,-1 0 0,2 0 302,4 8 1,1 0 0,-2-2-29,1 1 0,0 0-182,-6-6 0,2 1 0,-4-3-1045,-4-3 1,-2-2-1031,0 0 0,-3-1 1648,4 24 0,-14-41 0,-2-3 0</inkml:trace>
  <inkml:trace contextRef="#ctx0" brushRef="#br0" timeOffset="25916">9221 4849 22834,'-58'-4'330,"-1"0"0,4 4 1,6 8-292,19 15 0,6 6-284,1 1 1,3 2 261,4 0 0,4 0 33,3 29 23,25-9-28,6-18 107,9-17 0,6-6-80,23-2-24,-16-8 0,1-3 67,-7-3 1,-4-8 430,7-27 1,-10-9-413,-18 16 1,-5-2-218,3-18 1,-10 3 121,-18 21 0,-6 5 0,-22-6-28,6 14-22,-21 14-50,23 15-88,-9 12-2036,27 14 2185,21 14 0,0-22 0,8-1 0</inkml:trace>
  <inkml:trace contextRef="#ctx0" brushRef="#br0" timeOffset="26348">10013 4978 21543,'-6'-50'1152,"1"-1"0,0 6 0,0 10-877,-1 22-115,4 12-104,1 37-11,3 8-40,1-5 1,-1 4-548,3-1 0,0 0 340,0 5 1,0 1-763,-1 2 1,1 1-2445,-2-1 0,0-2 3408,-1-7 0,-1-4 0,0 8 0,-1-23 0</inkml:trace>
  <inkml:trace contextRef="#ctx0" brushRef="#br0" timeOffset="26557">9868 5192 25085,'50'-31'26,"-1"-1"0,1 3 0,1 8-20,-4 19 0,0 6-875,1-3 0,-1 0 819,-2 1 0,-2 0-597,-3 0 0,-3-1 613,-3 2 1,-4-1 0,3 0 0,-10 0-1</inkml:trace>
  <inkml:trace contextRef="#ctx0" brushRef="#br0" timeOffset="28466">10770 5009 13844,'-5'-3'5518,"1"2"-3633,4 1-1219,-21-60-128,29 21-488,-15 2 1,2 1 16,27 2 17,4 12 491,5 2-559,14 0-21,6 9 16,7 9-11,4 12-68,-30-2 1,0 3 53,0 2 0,-2 3-59,21 19 721,-16 5-704,-19 0 39,-24 3 23,-18 0 11,-18 0-199,-6-7 255,1-7 78,10-11 528,11-9-298,10-7-90,9-3-5,6-6-258,5-1-39,10-4 231,13 3-270,31 5 33,-12 4-317,-8 5 0,0 2 323,-1 5-158,-2 2 0,0 3 107,4 10-22,7 15 11,-31-3 17,-22 3 11,-19-4-61,-19-4 64,18-21 1,-1-2-360,-4-1 1,0-3-681,-2-2 0,0-2 1081,-3-3 0,3-1 0,-4 0 0,7-3 0</inkml:trace>
  <inkml:trace contextRef="#ctx0" brushRef="#br0" timeOffset="28986">12366 4746 22683,'-35'39'358,"13"-16"0,-4 0-294,-8 7 1,-3 0-592,-1 0 1,-1-1 618,4-2 1,1-1-40,7-5 0,4 0 439,-5 11-274,25-8 29,27-4-113,26-3-106,-14-8 0,4-1-514,6 1 1,2 0-447,2 0 0,1 1 932,2 2 0,-3-2 0,5 3 0,-10-2 0</inkml:trace>
  <inkml:trace contextRef="#ctx0" brushRef="#br0" timeOffset="31636">11970 5282 13127,'1'-6'7640,"-1"2"-6324,0-36 0,-2-8-571,-2 12-474,2-16 1,-1 4 59,-3 26-163,4 9-90,1 6-55,1 5-12,0 1 11,3 1-27,-2 0 21,2 0-100,-2 1-252,-3 3-1551,-4 4-2033,-1 2 3920,-3 4 0,6-8 0,0 1 0</inkml:trace>
  <inkml:trace contextRef="#ctx0" brushRef="#br0" timeOffset="32677">13482 5098 22811,'-8'-47'575,"1"0"0,0 5 0,1 9-429,3 23-146,1 6-11,2 9 16,3 10-10,2 15 10,4 12-5,0 9 6,-3 5 16,-4-2 12,-9-3 27,-7-6 35,-6-9 88,-2-12 68,2-13 91,2-22-243,8-1 74,0-25-23,6 0-16,1-21-68,3 24 0,0-1 8,2-1 1,0 0-20,0 1 0,1 0-1688,1 3 1,2 1 1653,1-5 1,4 2-23,0 23-17,8 2-11,9 4 11,14 12 6,9 8 11,-22-2 0,0 3-113,0 3 0,-1 2 93,-2 3 1,-4 2-15,-3 9 1,-4 0 27,3 14-6,-23-6 0,-4-3 24,-2-12 10,-16 14 45,14-35 191,3-10-191,2-10 3341,5-16-3403,10-16 18,10-11-18,-3 26 1,4 1-165,1 0 1,3 1 180,2 4 1,2 3-21,0 2 1,3 5 0,6 3 0,1 3-14,13 3-6,-14 9 0,0 4-22,9 20-3,-18-7 0,-1 3-177,-4 3 1,-3 3-1670,-5 13 1,-5 0-4543,-5 19 6430,-8-19 0,-4-5 0,-1-14 0,-1 0 0</inkml:trace>
  <inkml:trace contextRef="#ctx0" brushRef="#br0" timeOffset="33457">14462 4495 19832,'-28'-54'1551,"0"0"0,1 3 1,9 14-1367,16 30 55,9 2-167,11 10 0,23 13-34,-10 1 0,2 3-813,-3-1 0,2 3 799,15 14 0,1 6-14,-13-7 1,-1 4-1,-2 1-11,0 4 0,-2 1 0,-1 2-10,0-2 1,-2 0 0,-8 5-589,-12-1 0,-7 5 1,-4 0-1,-2-7-2483,-6 10 1,-6-2 3080,1-9 0,-3 6 0,-1-3 0,2-10 0,0-10 0,1-5 0,-2 0 0,-1 0 0</inkml:trace>
  <inkml:trace contextRef="#ctx0" brushRef="#br0" timeOffset="43102">12387 4740 8522,'3'-5'5075,"-1"1"-1535,-2 4-2593,5-3-371,-4 3 556,2 0-6,-15 11-723,-5 4-129,-13 8-190,4-4 84,-15 8 34,-9 8-135,24-15 1,-1 0-126,-5 4 1,2 0 208,-17 15-6,8-4-5,7-4-61,13-11-3101,1 1 3106,12-11 190,-7 5-134,7-8-100,0 0 60,3-1 195,2-3-122,5 4 3398,4-2-3498,2 1 39,8 2-33,2-1 33,15 4-45,1-2-17,11 1 1,2-6-35,-8-1 1,-3-3 0,2-1-17,22-4-6,-26 3 1,2 0-278,4-3 0,-4 0-1660,4-1-5557,9-1 7500,-34 2 0,-11 2 0,-6 2 0</inkml:trace>
  <inkml:trace contextRef="#ctx0" brushRef="#br0" timeOffset="43519">12291 4788 14113,'-1'-6'4704,"0"2"-2413,1 4-1776,-11 3-285,4 3 387,-36 28-544,20-12-186,-5 3 0,-4 2 202,-13 8-39,15-13 1,0 1 5,1-1 0,1-1 101,-21 18-84,17-11 61,8-1 68,15-1-40,4-1 45,13 3 17,13-10-50,18-2-79,21-6-638,-21-7 0,3-2 380,7 0 1,3-1-1617,3 0 1,0-1 1778,-6-1 0,-3 1 0,12-1 0,-27 1 0</inkml:trace>
  <inkml:trace contextRef="#ctx0" brushRef="#br0" timeOffset="44061">15532 4784 23556,'-7'-42'444,"1"0"0,0 0 1,2 18-445,4 25 28,0 13-11,0 14 5,2 14-22,2-3 19,3-7 1,3-1 14,11 9 28,13 13 100,4-24 74,8-13-40,17-17-671,-20-8 1,3-4 500,-8 1 0,2-2 1,4-2-17,0-1 0,5-2 0,3-1 0,-1 0 0,-3 2-586,2-1 0,-1 0 1,-2 1-1,3 0 578,7-4 1,3-1 0,-2 1 0,-6 3-13,-8 4 1,-5 2 0,-1 0-254,8-1 0,-3 2-2398,18-2 2661,-26 13 0,-21 1 0,-30 11 0</inkml:trace>
  <inkml:trace contextRef="#ctx0" brushRef="#br0" timeOffset="123994">834 7379 18672,'0'-6'3691,"-1"1"-3268,1-25 0,1-5 255,-1 9-538,1-11 0,-2 3 246,-4 20-274,-11 10-129,-18 3 45,-25 14-28,11 3 0,-2 3-193,14-5 0,1 2 168,-13 9 0,6 1-65,9 8 51,6 7 39,22-4 11,20-3 0,6-9 6,7-7 0,6-1-335,-5-4 0,3 0 315,14 7 0,2 0-5,-4-3 0,-3-1 5,-1 0 0,-3 1 0,-7-3 0,-3 0 15,7 10 38,-29-2-2830,-51 8 2786,3-8 3,7-9 0,-8 1 1,2-2-570,2-1 0,0-1 554,-9 2 1,0 0 43,11-5 0,5-1-1068,-3-4-4381,7-13 5411,24-7 0,6 1 0,6 4 0</inkml:trace>
  <inkml:trace contextRef="#ctx0" brushRef="#br0" timeOffset="124211">1210 7185 25091,'9'41'123,"-1"1"0,2 19 1,-1-4-147,-4-2-81,-1-1 1,-2 4-513,-3-8 0,0-2-2356,0 2 0,0-2 1188,-1-2 0,0-4 1784,4 13 0,-2-37 0,2-2 0</inkml:trace>
  <inkml:trace contextRef="#ctx0" brushRef="#br0" timeOffset="125161">1198 7667 24850,'38'-38'-34,"-5"19"1,4 4 24,6 10 1,1 4-12,7-4 1,0-1 16,-8-1 0,-4-2 59,18-7 6,-9-4 10,-29 7 46,-9-1 134,-9 3-50,-7 2 0,-7 3-79,-2 5 235,-18 9-290,14-1 38,-19 14-95,25-5 0,-2 7-16,22-5-1,10-3 23,15-6-17,-1-4 11,21-7 28,-19-5 68,10-7 27,-21-5-72,-10 1 67,-6-7-40,-9 4 40,-9-10-34,-4 8-5,-8 2-57,6 13 35,-11 8-57,12 5 28,-17 18-33,17 3-6,-2 17-84,12 2-219,11 6 68,3-10-376,9-11 1,4 0-471,20 6 168,-8-11 0,2-3 644,18-1 154,-10-14 1,0-3 119,1-6 166,-3-5 1,-3-5 377,-12-11 123,2-13 6,-24 4-387,-6 9 219,-5-3 151,-1 9 423,1 3-855,-1 4-127,5 14-90,-2 12-7,3 4-30,0 10 0,2 4 19,3-2 1,1 3-397,0 17 0,1 4 374,1-2 0,0 0-687,0 2 0,-2-3 709,0-13 1,-2-1-4,0 2 1,-2-5 2,-3-6 79,-1 0-28,-4-35-56,-1-17 673,0-6-643,1-7 1,1-7-15,2-6 1,1-1 398,-1 2 1,1-2-385,1-14 0,3 1-4,3 22 1,2 2-12,-3 0 1,3 0 19,5-9 1,3 4-247,7-10 204,-5 18 0,2 2 1,15-8 27,3 13-17,2 12 6,5 15 23,3 14 5,5 14-40,-1 13-4,-10 7 4,-21 2-16,-30-2-20,-19-17 1,-10-5-130,6-6 1,-4-3-406,-16 2 0,-1-4-3785,13-8 1,4-5 3838,5-2 1,4-1 0,-8-1 0,20-2-1</inkml:trace>
  <inkml:trace contextRef="#ctx0" brushRef="#br0" timeOffset="125654">2794 7554 16196,'-3'0'5971,"1"0"-2863,2 0-2586,-65 1-169,46-1-258,-17 0 0,6 0-56,26-1-89,4 0-90,10-2-291,17-3-623,27-3 153,1 0-4015,0 0 1,0-1 4762,-23 4 1,-2 0 0,8 0-1,-4-1 1,-10 2 0</inkml:trace>
  <inkml:trace contextRef="#ctx0" brushRef="#br0" timeOffset="126026">3101 7360 20548,'-2'-5'4055,"1"1"-3411,1 4-329,-9-70-192,14 43-104,-5-14 1,4 3-3,23 23 0,12 7-17,12 5-12,9 12-335,-10 2 327,-17 6 0,-3 6-24,-1 16 24,-11-9 0,-5 3-2,-18 28-25,-7-30 0,-5 0 52,-16 5 1,-4-3-241,11-11 0,-2-1 249,-13 7 0,-1-3 25,-5 1 6,-5 2-12,18-8 290,16-10-307,11-5 189,20-5-183,13-3-33,26-2-43,-18 0 1,2 0-514,6 1 0,1 0 309,5 1 0,2 1-291,3 0 1,-2 1-43,-9 1 0,0 1 6,18 4 0,-6 0 0,-16-1 0,22 6 0</inkml:trace>
  <inkml:trace contextRef="#ctx0" brushRef="#br0" timeOffset="126379">120 8603 13015,'-34'18'3517,"1"1"1,-20 10-2835,53-14 56,0-8 1412,0-4-1669,21-18-328,15 5 0,10 0-801,-4-2 0,5-2 1,5 0 679,-1 3 1,8-1 0,2 1-1,0-1 1,-4 2-680,-1-1 1,-4 1-1,2-1 1,4 0 645,-2 1 0,4-2 0,3 1 0,1-1 0,-1 1 0,-4 0-361,-1 1 0,-3 1 1,0 0-1,0 1 1,4-1 369,0 0 0,2-1 1,2 1-1,0 0 1,0 0-1,0 0-151,-1 1 1,0-1 0,-1 1 0,1 0-1,1 0 1,1 0 117,-4 1 0,2 0 0,2 0 0,-1 0 0,-2 0 0,-1 1 0,-3-1-84,2 1 0,-4 0 0,-2 0 1,1 0-1,3 0-16,-1 0 1,3 0 0,0 0 0,0-1 0,-3 1 0,-6 1-1347,12-2 1,-6 1 0,0 0 1464,4-1 1,-1 1 0,-5 0-1,-2 0 1,-9 1 0,1 0 0</inkml:trace>
  <inkml:trace contextRef="#ctx0" brushRef="#br0" timeOffset="128528">5536 7585 24693,'-56'6'121,"-1"-1"0,3 5 1,6 8-103,19 15 1,4 6-396,0 0 0,1 2 381,4 0 1,3 0-17,5-3 0,3-1-6,7 23 257,19-16-195,34-19-22,-7-14-15,-5-13 0,2-6-142,-9-2 0,0-4 142,8-5 1,1-2 2,-3-3 0,-2-2 17,-3-1 0,-4 0 6,-4 0 0,-3 0 73,10-18 77,-12 9 85,-10 14 288,-6 12-545,-5 7-35,-10 13 12,-5 8 407,-14 27-412,11-1-7,2 11 12,27-7 11,2-19-6,23 3 12,3-21 33,14-3-6,-20-12 1,1-5 11,0-4 0,-2-3 22,-1-3 0,-3-3 87,-4-5 0,-4 0-36,-2-6 50,-8-8-3420,-12 19 3353,-3-1-62,-4 6-28,1 6-61,3 6-163,2 2-498,3 5 263,1 2 1952,8 7-10511,9 3 8159,4 1 0,-8-7 0,-9-6 0</inkml:trace>
  <inkml:trace contextRef="#ctx0" brushRef="#br0" timeOffset="128869">6306 7689 17909,'-4'-3'4694,"0"1"-2691,4 2-1997,-4-8 364,23 19-370,2 2-12,22 26-32,-5 11-40,-22-15 0,-3 2 5,2 23 57,-10 3 238,-9-34-115,-8-9 638,-3-13-392,-8-3-3504,5-11 3275,2 0-2084,5-17 2016,6 11-5,-1-16-101,8 13 6,3-3-107,14 0-196,11 2-414,17-5-975,10-1-3174,-17 10 1,0-1 4455,19-5 1,-8 3 0,-33 10 0</inkml:trace>
  <inkml:trace contextRef="#ctx0" brushRef="#br0" timeOffset="129194">6831 7674 27018,'-25'-19'-264,"15"19"231,48 48-32,-18-20 1,0 2-12,2 1 1,-2 1-284,-2 12 1,-4-1 168,-4 4 128,-5-6 0,-6-1 180,-19 2 78,-6-9-34,-4-14 158,-1-22-24,8-12 1,-3-13-50,7-20-236,12 2-39,16-8 0,6 20-34,10 5-403,27 0-235,-18 17 0,3 1-651,7-1 1,2 1-2302,5 5 0,-2 2 3652,-10 3 0,-3 0 0,12 1 0,-21 0 0</inkml:trace>
  <inkml:trace contextRef="#ctx0" brushRef="#br0" timeOffset="130084">7456 7818 26855,'-37'-7'-17,"15"4"-5,44 10 33,1-1 12,26-2 27,-16-7-5,7-2 145,-15-13-123,-17 6-5,1-7 207,-13-5-230,0 11 0,-21-15-16,8 20 77,-27-2-60,16 9-18,-4 2-11,7 10-28,10 7-11,0 23-33,10 4-161,13-9 1,5 0-525,7 8 326,19 5-751,6-18 339,-13-15 0,3-3 462,10-3 1,1-5 461,-7-3 1,-2-5 86,23-16 689,-26-30-140,-17 6-375,2-9 656,-8-7-302,-7 32-264,1-17-96,-2 29-302,-1 1-40,4 10 12,4 11-6,13 10-11,-1 2-22,20 28 11,-18-7-9,-7-11 0,-2 1-13,0 17 22,-7-8 50,-5-14 95,-1-12-55,-2-10 55,5-14-89,2-7-40,1-5 35,10-14 4,-3 10-21,3-2 5,0 9-28,-1 19 0,0 1-6,9 17 17,-2 3-11,9 7-16,4-3 38,16-3-11,-16-11-11,24-4 28,-12-15-6,-18 1 1,0-3 2,-1-6 0,-3-4 9,0-5 0,-2-5 22,2-18 0,-2-4-388,-7 14 0,-1 0 347,-2-2 0,0-2 0,-2 3 41,-3 1 0,-1 3 36,0-7 1,-3 0-34,-4 10 0,-3 2-59,-7-16 0,-5 18 0,0 12 0,1 13 0,-2 16 0,-2 16 0,-3 25 0,10-18 0,3 4-29,0 9 0,2 0 29,3-7 0,3 1 0,5 2 0,4 5 0,2-5-17,8 3 0,3-2-622,-1-3 1,3 3 0,1-5 190,12 5 0,4-5-235,-1-6 0,2-5-1152,-3-8 0,-1-5 1835,-4-10 0,-3-3 0,4-2 0,-16-12 0</inkml:trace>
  <inkml:trace contextRef="#ctx0" brushRef="#br0" timeOffset="130251">8621 7683 27578,'40'-20'82,"0"0"1,1 0-1,16-7 1,-1 5-97,-12 14 0,-3 4-112,-3 0 0,-2 1-1963,20-1 2089,-21 3 0,-17 1 0,-11 0 0</inkml:trace>
  <inkml:trace contextRef="#ctx0" brushRef="#br0" timeOffset="138921">9762 7586 23791,'46'-16'-1599,"0"0"1,-1 0-1,-1 1 1,-2 1-1,-4 6 1599,22 10 0,-23 0 0,-19 1 0</inkml:trace>
  <inkml:trace contextRef="#ctx0" brushRef="#br0" timeOffset="139061">9804 7881 23668,'46'-17'-408,"-1"1"1,1-1-1,8-3 1,-3 3 0,-13 4-1,-5 3 1,-1 1-1</inkml:trace>
  <inkml:trace contextRef="#ctx0" brushRef="#br0" timeOffset="139686">11263 7274 21265,'-5'-3'3282,"1"1"-2172,4 2-819,-77-28-89,36 23-132,-11-7 0,-1 3 19,2 23-44,2 9-34,6 6-16,14 3 5,13-1 5,17-3 12,14-6 11,15-3-6,12-6-5,6-4 6,5-5 10,1-2-10,2-5-21,-19 2 1,-1-1-3,7-1 0,4 3 17,-39 5 0,-10 7 5,-16 8 6,-20 9-28,8-11 0,-3 1-256,-4 1 0,-2 1 281,-2 1 0,1-1-25,4 0 0,1-1 0,7-3 0,2 1-28,-7 8-5,20-4 44,12-11-33,18-1 27,12-7 23,13 0 501,5-1-506,-6 0-12,-9 14-6,-19-5-5,-18 20 12,-32 12-7,4-8-128,4-6 1,-1 1 133,-9 9-5,-2 7-6,14-12 17,13 2-17,26-16-11,-2-1-107,33-10-520,4-13-1158,-11-1 1,0-2 1133,0-1 0,-3-1 0,13-4 0,-20 4 0</inkml:trace>
  <inkml:trace contextRef="#ctx0" brushRef="#br0" timeOffset="141186">11850 7671 20554,'-1'-49'1497,"-1"1"0,1 2 1,-1 14-1269,0 27-206,0 6 38,-1 11-15,0 4 88,-9 37-83,1-3-49,3-13 1,-1 2-6,4-6 1,0-2-4,1 24-5,12-11 16,11-16 46,13-13 55,9-21 40,8-15 67,3-15-239,-27 15 0,-1-2 261,17-23-34,-9 4 7,-12 5 38,-8 11-162,-8 12 22,-11 13-83,-7 14-23,-9 12-17,1 9-11,7 4 0,11-1 326,13-3-320,12-5 0,13-8 22,11-9 11,7-11 17,3-12 28,-4-11 17,-7-11-1,-10-10 24,-10-8 10,-10-1 6,-7 2-6,-10 10-50,-5 11-28,-6 12-22,-1 8-17,3 6-84,-2 8-79,7 5-442,-1 9-1389,14 6 2005,17 4 0,-9-12 0,6-3 0</inkml:trace>
  <inkml:trace contextRef="#ctx0" brushRef="#br0" timeOffset="141395">12901 7565 23019,'-6'0'3153,"0"0"-2963,6 0-16,0 0-275,-4-24-296,30 16-590,7-16-340,-2 21 0,3 5 1327,2-1 0,-3 2 0,6-2 0,-9 3 0</inkml:trace>
  <inkml:trace contextRef="#ctx0" brushRef="#br0" timeOffset="141568">12900 7820 26357,'60'-13'-1076,"1"1"1,-13 2 0,-2 0-3244,-4 2 0,-2 1 2904,8-4 0,-7 2 0,-22 4 0</inkml:trace>
  <inkml:trace contextRef="#ctx0" brushRef="#br0" timeOffset="141745">13584 7446 28378,'-20'-50'-44,"3"15"21,12 51-223,-2 29-3020,4-1 1,1 2 3265,0-5 0,0 0 0,2 1 0,0-6 0,1-9 0</inkml:trace>
  <inkml:trace contextRef="#ctx0" brushRef="#br0" timeOffset="141945">14048 7966 23965,'0'-3'3165,"0"0"-2208,0 3-1052,-38 30-4336,23-13 4034,-29 26-2291,30-7 2688,3-5 0,2-5 0,4-11 0</inkml:trace>
  <inkml:trace contextRef="#ctx0" brushRef="#br0" timeOffset="142595">14968 7719 20016,'0'-9'3367,"0"2"-2665,-4-36 1,-3-7-367,-1 18-78,-1-23 0,-6 4 100,-14 33-279,-6 7-6,-12 16-40,12 7 9,1 15 0,1 8-17,8-3 1,2 3-262,-8 8 0,4 2 227,9-6 1,7-1-3,7 4-39,43 4 134,1-34-22,18 0 16,-28-21 0,-1-7-543,21-23 524,-25 18 0,0-2 78,3-10 0,-2-3-17,-5 3 1,-3-3-34,-1-3 1,0-4 0,-2 1 7,4-13 1,-2-1 18,0-7 1,-2 4-51,-7 23 1,-2 4 333,2-24 51,-6 38-449,-1 0 76,-2 24-76,-3 16 0,-3 27 0,2-12 0,-1 2 0,1-4 0,1 3-394,-2 7 1,-1 5-1,2-1 13,-1 7 1,2 2-296,0-3 0,-1 3 1,2-3-4241,3 11 1,2-6 4304,0-16 1,0-5 0,4 9-1,-3-36 1</inkml:trace>
  <inkml:trace contextRef="#ctx0" brushRef="#br0" timeOffset="143545">13536 7620 20655,'5'-50'1400,"0"0"0,-1 4 0,-2 6-738,-3 9-91,-1 2-437,1 12 79,1 1-112,2 11-62,0 1-28,2 3-11,0 3 28,5 13 0,-3 8 34,1 17 0,-8 6-23,-6 3-22,-2 1-23,1-3 6,3-7 22,3-6-16,2-13-12,0-1-5,0-12 11,0 0 179,0-6 152,0-2-79,1-28-235,0 10 39,0-40-3420,3 10 3375,-2 15 0,2 1 11,1-19 62,5-7-39,-7 33-34,2-2-39,-4 21-22,-1 9 44,-1 3 12,-3 24 3397,-2 4-3431,-2 25-45,2-14-369,2-6 0,2 1-2291,6 19-2183,3-17 1,2-1 2620,7 5 0,1-18 0,-11-20 0</inkml:trace>
  <inkml:trace contextRef="#ctx0" brushRef="#br0" timeOffset="143844">15700 7480 19865,'-8'0'4727,"2"0"-3791,6 0 134,0 0-1054,-42-15-83,47 6-190,-16-13-449,69 10-98,-21 7 0,3 0-2016,3 2 0,-1 2 2820,-4-1 0,-4 2 0,10 0 0,-23 1 0</inkml:trace>
  <inkml:trace contextRef="#ctx0" brushRef="#br0" timeOffset="144018">15655 7666 17725,'-5'1'7170,"1"0"-5148,4-1-2017,22-18-122,14 3-144,-5 0 1,5 0-1325,12 2 0,2 2-933,-15 3 0,-1 0 1667,10 0 1,-5 1 0,-16 3 0,-3 1 0</inkml:trace>
  <inkml:trace contextRef="#ctx0" brushRef="#br0" timeOffset="144611">16577 7270 27482,'-6'-53'-61,"-5"22"78,-4 63-1,-7 14-16,9-18 0,-1 2-231,1 0 1,1 0 241,-8 29-27,10-8 114,14-11-82,9-13 40,13-11 28,8-12 12,8-14 156,13-20-146,-16 4 3,-13 4 0,-2-1 82,7-7-57,5-6 298,-7 7-432,-9 9 0,-9 11 0,-8 6 0,-3 7 0,-4 18 0,-5 8 0,-6 22 0,0 6-7,8-26 1,1 1-645,2 3 1,0-1-204,2 3 0,0-1-1706,3 23 1749,2-1 0,-2-36 1,2-2-1</inkml:trace>
  <inkml:trace contextRef="#ctx0" brushRef="#br0" timeOffset="145254">17289 7113 25309,'41'-17'93,"0"-1"1,-2 1 0,-1 4-69,-1 8 0,-2 2-14,10-2-11,-1 6-17,-30 4 34,-4 6 67,-8 4-22,-7-1 190,-38 21-202,16-17-28,-5 2 1,-3 0-6,-5 3-17,-5 4 11,11-1-17,11-2 6,13-9 0,4 2 17,9-7 17,8 3-6,9 0 33,20 2-55,-10-5 0,14 2-6,-21-4-12,0 2 52,-11 6 10,-11 4-33,-14 12-12,-3-5 18,-16 14-23,0-5-17,-3 10-28,13 12 56,14-24 17,14 5-22,13-19 22,6 3-6,18 16-33,-8-7 17,-3 0-12,-15-8 17,-13-5 73,-7 9-11,-10-5-22,-3-2-219,-29-3-264,16-11 432,-8-2 0,0-1 0,13-2 0,-14-1 0</inkml:trace>
  <inkml:trace contextRef="#ctx0" brushRef="#br0" timeOffset="157667">5159 9495 20827,'19'-56'1286,"1"0"1,-1-5-1,-6 6-490,-10 19-29,0-9-454,-3 25-212,-1 12-286,0 6 91,-1 5-7,1 20 112,0 13 6,0 26-177,0-26 0,0 1 160,-2 4 0,0 0 11,0-1 1,0 0-12,0-5 0,0-3 11,0 12 101,1-17 157,2-20-90,2-10-151,2-15-11,5-16 0,3-14 11,5-6-6,2-1-11,5 6-11,2 8-33,5 10 5,6 10-12,7 10 7,5 9-1,2 13-11,-2 11 23,-6 14-6,-6 9-17,-7 5 139,-6 0-178,0-2 0,0-6 45,-4-14 5,16-4 45,-10-19 29,14-10-7,-6-17-5,1-10-5,1-5 10,-2 1 18,-6 4 21,-8 9-10,-8 8-40,-7 8 149,-6 7-171,-7 12-11,-2 3-11,-4 11-18,6-2 7,8 0 33,6-9 11,15-2 6,10-10-6,16-10 28,9-8-5,0-10 22,-10-6 33,-13-3 29,-17-2-17,-12-1-28,-16 3-6,-13 2-28,-15 5 23,-8 7-1,-2 7-44,3 6-34,8 11-22,9 7-51,7 11-72,9 10-208,8 9-542,15 9-1228,12 5 157,6-10 1983,11-12 0,1-5 0,-13-7 0,3-5 0,-1 0 0</inkml:trace>
  <inkml:trace contextRef="#ctx0" brushRef="#br0" timeOffset="158429">6822 9506 17876,'2'-6'5428,"0"1"-4863,4-25 1,-1-8 330,-6 8-605,3-11 1,-5 2 11,-19 21-180,-13 9-73,-11 17 12,-12 14-210,27-5 1,0 4 147,0 5 0,2 2 2,3 0 1,4 3-9,5-2 1,4 1-28,1 23 115,22-12-93,18-14 22,19-13 73,14-18-161,-28-4 0,-1-4 105,3-6 0,-2-3-515,0-5 1,-2-2 544,-1-5 1,-1-2 0,-1-4 0,-3-2-6,-1-5 0,-2-1 17,-3-2 0,-2-1 3,-2 2 0,-2 2 30,-3 5 1,-2 2 373,2-16-253,-6 22-90,-4 18-128,-1 10 146,-2 8-174,-5 12 1147,-1 16-1142,3 4 1,0 2-18,-1 21-557,4-8 1,2 2 511,4-13 1,2 0-121,1 10 0,5 0-95,4-3 0,6-2-179,9-4 0,3-6 227,15 7 131,-14-26 0,1-8 41,8-18 80,11-11 90,-2-13-23,-25 15 0,-1 0 229,21-17 185,-10 7 34,-16 11-157,-11 9-129,-11 6-179,-3 6-28,-7 3 1137,1 3-1149,-1 2-21,3-1 61,6 0-34,9-3-5,8-1 11,15-2-17,11-9 17,-3-1 62,14-23 78,-21-6-56,0-7 11,-20-1-56,-14 18 12,-14-2-7,-8 11 7,-11 0-33,-4 9-46,1 8 0,1 11 0,1 11 0,2 15 0,16-8 0,2 2 0,-3 15-9,10-11 0,5 0-355,18 15-152,-1-18 1,4 0-1331,7 0 1,5-1-2871,5-3 0,2-3 4716,-2-3 0,-3-4 0,12 2 0,-19-11 0</inkml:trace>
  <inkml:trace contextRef="#ctx0" brushRef="#br0" timeOffset="159838">8459 9293 25079,'15'-17'-364,"19"-1"31,-2 11 0,4 1-828,5 1 0,2 0-676,2 1 0,-1 2-2583,-5 2 1,-3 1 4419,16 6 0,-27 0 0,-17-1 0</inkml:trace>
  <inkml:trace contextRef="#ctx0" brushRef="#br0" timeOffset="159985">8614 9478 25119,'-26'20'128,"1"-1"1,-4 9-230,70-41-503,18-2-1063,-22 7 1,2 0 815,-1 0 1,-3 1 0,14-2 0,-21 3-1</inkml:trace>
  <inkml:trace contextRef="#ctx0" brushRef="#br0" timeOffset="160844">9871 9196 20491,'4'-56'1525,"-1"-1"1,0 6-1,-2 7-835,-5 11-120,-1 13-497,1 11-166,1 8 31,-2 13 136,-4 12-29,-6 20-6,-4 16-28,8-25 1,2 0-121,-1 0 1,3 0 102,1-3 1,2-1-28,2 20 33,10-14 56,0-19 84,12-9 22,7-22-33,19-13-51,-17 6 1,2-2-240,3-4 0,1 0 253,-1-1 1,0 1-26,15-14-52,-20 17 0,-3 3 30,0 4 264,3-3-304,-21 20 18,-4 11-1,-2 3 516,1 7-459,-5 36-96,-3-5-224,2-9 0,-1 4-787,-1 8 1,0-1-2485,2-14 1,0 1 3511,-1 18 0,1-6 0,1-16 0,0 0 0</inkml:trace>
  <inkml:trace contextRef="#ctx0" brushRef="#br0" timeOffset="199212">1513 11504 18224,'8'-57'1426,"1"-1"1,-3 6-1,-5 6-888,-11 13-213,-8 7-146,-5 11-78,-7 8-40,-7 13-10,-8 13-268,18-3 1,-1 3 224,-1 3 1,-1 4-1628,-7 9 0,2 1 1619,11-11 0,1 2 6,-6 10 0,4 0-6,8 10 5,3 7-5,15-12 45,13-12 73,12-15 361,12-13-299,9-15 4,5-15-69,-26 9 0,-1-4 58,3-8 1,-2-2 3101,9-14-3172,-14 15 1,-2-1 98,1-5-12,0-5-22,-5 8-3297,-6 10 3180,-4 11 5,-3 6-51,-2 7 147,1 13-135,3 12-12,2 10-5,4 14-11,-3-13-28,5 14-336,1-3-2012,0-8 1,2 0 510,7 14 1876,0-14 0,0-4 0,-8-15 0,9 6 0</inkml:trace>
  <inkml:trace contextRef="#ctx0" brushRef="#br0" timeOffset="199381">2088 11593 22291,'5'-11'3024,"-2"2"-2677,-3 9 505,0 0-1093,-28-18 241,16 30 0,-18-26 0,25 30 0</inkml:trace>
  <inkml:trace contextRef="#ctx0" brushRef="#br0" timeOffset="203433">3471 12042 15031,'5'-61'2352,"0"1"1,0 5-1,-2 6-1265,-1 1-347,-2 17-427,-1 15-285,0 10-22,0 12 111,0 31-94,1-8 5,0 24 22,-1-5-33,-2 7-109,1-19 1,0 2 119,-2 4 0,-1-1-5,-3 19 38,1-10 270,3-32 196,4-15-135,-1-19-274,1-12-57,2-10 6,6-20 12,7 3-37,-3 20 0,1-1-17,2 2 0,2 1 8,5-1 1,1 2-34,8-7-11,20 6 216,-13 34-205,5 12-28,-6 21 22,-16 1-5,-3 21 34,-10-3-320,0 1 289,-4-22 0,0-1-20,5 13-23,10 5 51,-3-22-22,9-12 22,-1-27 5,11-16 18,6-19-123,-19 18 1,0-1 101,-1-1 1,-1-1 25,-1-1 0,0 1 28,4-11 217,-6 10-262,-13 23-50,-3 11 39,-1 4 22,0 10-27,-1 8 255,1 10-255,0 3-23,6-2 17,12-3-1,0-13 12,27-7 0,-21-14 12,27-12 21,-10-18-33,-6 5 39,3-19 1,-23 16 4,-2-8-10,-10 4 16,-9 4 29,-12 5-90,-6 11 27,-1 6 7,-19 15-29,19 2 23,-27 17-28,19 4-17,11-4 0,1 4-6,-8 23 14,17-20 1,4-1 19,1 10-39,22 13-124,9-21-734,22 9 628,-5-21-123,-5-14 0,1-2 218,4-6 37,7-8 0,1-5 125,-20 1 1,-1-3 22,12-8 1,-2-1 16,6-11 47,-20 8 1,-3 1-14,-4 0 262,12-28-15,-22 33-40,1-3-135,-11 17-83,-5 8-7,-7 10 506,2 0-538,-2 7-1,5 25-17,5-18-11,14 38 6,11-32-6,21 12 12,-7-18-4,-1-13 1,1-3 19,12-4 0,16-7 6,-23-13 6,-16-3 100,6-26-67,-18 22 45,8-26-12,-14 23 18,0-1 61,-3 9-146,-4 9 28,-7 16-38,-2 2 4,-15 26-21,13-14-23,-6 24 22,20-22 17,3 3-22,25-10 11,4-11 6,21-4-1,0-10-5,-10-2 17,-13-1 0,-1-2 17,6-9 5,10-13 56,-22 4 28,-12-1-11,-9 2 17,-9 2 73,-8 3-169,3 10 12,-4 1-39,10 12-12,-2-2-184,5 4-29,0 6-313,7 3-1361,15 13 1030,-1-5-217,13 4-4208,5-3 2224,-6-6 3064,2-1 0,-1-2 0,-9-2 0,13 1 0</inkml:trace>
  <inkml:trace contextRef="#ctx0" brushRef="#br0" timeOffset="203766">5814 11879 18031,'20'-42'268,"-3"11"2331,-50 63-2593,13 0-18,-6 16 7,14-14 1414,11 15-1432,15-17-5,11 11 51,24-16-18,-13-12 51,27-19-39,-37-4 11,12-13 949,-9-12-781,-7-10 3275,-1 0-3404,-12 2 123,-21 1-67,-5 9-39,-17-10-3386,-15 16 3308,15 11 5,-5 5-84,17 8-313,6 2-1726,-1 4 2112,10 5 0,4-4 0,2 2 0</inkml:trace>
  <inkml:trace contextRef="#ctx0" brushRef="#br0" timeOffset="204733">5876 11948 7925,'4'-8'9158,"-1"2"-7622,8-26 1,1-8-141,-3 2-895,5-10 0,-2 0 662,-7 8-547,-2 8 83,-2 8-408,-1 12 440,0 6-753,-3 9 56,-3 12-12,-7 16-11,-7 22-8,6-18 0,0 2-329,-1 5 1,-1 2 325,0 1 0,0 1-6,1-2 1,1 0 8,4-7 0,1-2 2,-2 17 57,7-23 218,4-16 95,0-11-179,4-13-134,3-14-12,5-18-25,-4 13 1,0-2-16,2-5 0,0-1 7,1-4 0,0-1 5,1 2 1,0 0 2,1 3 0,0 2 26,11-22-1,-2 17-33,-4 15-17,-4 13 0,5 10 0,2 12 674,12 11-685,5 17 5,-17-11 1,0 2-358,2 6 1,0 1 368,0 3 0,0 1-20,-1 1 0,0 0 8,2 2 0,-1-3 6,7 12-5,4-5 38,-22-34 23,3-7 17,-3-21-17,1-17-33,-1-6 10,-2-4 1,-1-4-463,-1 9 0,-1-1 448,4-18 1,0-1-3,-1 11 0,1 3 2,-1 1 1,0 3-9,3-7 657,-4 10-690,-7 28-62,-1 5-45,1 7-666,5 24 218,0-3-2578,4 13 1,1 1-1529,2 4 4683,-1-4 0,0-3 0,-5-12 0,1 0 0</inkml:trace>
  <inkml:trace contextRef="#ctx0" brushRef="#br0" timeOffset="205125">7090 11906 25422,'-8'-43'371,"-1"-1"1,-1 3-1,-4 11-214,-14 27-28,-17 7-51,-12 11-78,20 3 0,1 2-408,-14 12 382,22-6 1,4 2 123,9 12-76,6 10-10,19-4 10,15-8-22,19-13-3,-8-18 0,0-3 3,17-3 6,-15-5 0,0-6 66,15-21-10,-3-7 282,-8-2-159,-17-11-135,-17 25 57,-1-23 16,-19 17-101,2 5-5,-19 3-56,-5 17 11,6 3-118,-9 13-223,22 8-594,3 15-1244,17 8-197,5-4 2404,20 16 0,-19-33 0,6 9 0</inkml:trace>
  <inkml:trace contextRef="#ctx0" brushRef="#br0" timeOffset="205925">7737 11957 23209,'19'-49'933,"1"0"1,-3 2 0,-11 9-374,-29 15-437,-1 7 50,-27 5-97,16 16 0,-1 5-71,-2 0 1,-1 2-304,-1 3 1,2 2 297,2 5 0,4 3-22,-8 20-17,19-13 1,4 2 21,5 15 34,40-1-17,20-30-6,10-12 12,-4-13 0,2-17-1,-28 9 1,2-3 5,4-5 0,1-3 28,1-13 1,-3-1-350,-10 12 0,-3-2 338,5-19 0,-4-2-3,-8 12 0,-3 0 66,-1-2 1,0-3 0,-1 4-42,0 3 1,-2 1 16,0-6 0,-4 6 135,-7 16-96,0 7 366,-4 4-444,2 11 179,0 14-224,-3 30 11,4-6 11,2 0 1,1-1 431,1 7-558,3 9 1,0 2-143,2 5-333,1-18 1,2 6 0,1-6-545,2-9 0,2-3 577,-1 9 1,4-4-2849,20 0-6420,10-29 5457,-6-7 4374,0-12 0,2-7 638,14-13 1708,-14 7 1,-1-2 392,-7 3 1,-2 0-940,-4 2 1,-2-1 1532,13-18-2034,-18 15-383,-9 8-574,-16 12 483,-7 7-696,-3 2 356,-2 4-329,-4 13-133,9-1-6,-2 4 16,14 0 102,17-6-85,-3-4 96,28-5-79,-11-16-22,15-10-23,-16-3 84,9-23-61,-19 19 0,-2-5 0,-2-1 44,-5-3-21,1-5 307,-44 9-325,15 25 34,-39 4-61,25 22-23,1 3 0,10 1 0,3 1-6,1 5-5,3 7 0,5 2-202,17 13-397,1-14 1,5-1-926,7-6 1,3-4-4163,19 16 5697,5-8 0,-31-25 0,0-3 0</inkml:trace>
  <inkml:trace contextRef="#ctx0" brushRef="#br0" timeOffset="206400">9385 11703 25780,'46'-15'-536,"0"-1"1,1 1-1,0 1 1,1 2 0,-2 3-4381,13 6 1,-3 4 3476,-12 0 0,-3 0 1,14 1-1,-40 0 0</inkml:trace>
  <inkml:trace contextRef="#ctx0" brushRef="#br0" timeOffset="206567">9563 12011 21887,'-6'3'4089,"1"-2"-3036,5-1-1232,69-29-289,-34 18 0,2-1-1655,7-3 0,5-2 0,-2 2 2123,8 1 0,-4 2 0,-16 3 0,-4 2 0,5 0 0</inkml:trace>
  <inkml:trace contextRef="#ctx0" brushRef="#br0" timeOffset="207183">10676 11491 17979,'-3'-61'980,"-1"0"0,1 7 0,-2 8 1647,-1 4-2319,-2 20 609,3 13-905,-1 16 464,2 19-459,-1 25-12,4-15 1,-1 3 496,0 8 1,1 1-503,0-8 0,0 2-367,-1 0 1,-1 3 0,0-3 366,0 0 0,-2-2 6,-1 17 0,-2-2-20,1-21 0,0-4 109,-7 10 135,4-19-23,5-19 285,3-10-420,10-40-38,5-8 232,-2 10 1,2-3-247,1-1 0,1 0-465,0-2 0,-2 0 473,0 2 0,-3 3 2,-2 6 1,-2 3 48,0-18 27,-9 20-89,1 20-12,-6 8 1,1 16 587,-5 11-593,-2 18 0,-2 19-50,8-21 0,2 2-156,0 6 1,1 3-1501,1 3 0,2 1 1706,0-5 0,2-2 0,0 12 0,0-25 0</inkml:trace>
  <inkml:trace contextRef="#ctx0" brushRef="#br0" timeOffset="208491">3641 13407 16359,'0'-45'3372,"0"-1"0,0 13-2964,0-15 1,0 6 39,0 31-308,0 3-101,0 10 40,0 14 33,-3 16-39,-1 23-73,0-21 0,0 2 14,1 4 0,0 0-219,1 0 0,1 0 216,4-3 0,3-1 17,13 20 67,24-17-33,-10-21 61,21-21-5,-12-21-56,-16 4 0,0-3 8,1-4 0,-2-3 58,2-10 1,-3 0-87,-8 12 0,-1 0 64,1-9 1,-3 3 201,-4 2-11,-4 3-269,-7 17 0,-19 30-28,5-1 0,-17 30-11,15-6 16,0 14 1,11-4-1,22 1 7,0-20-18,26-3-5,1-22 16,14-11-2,-22-8 0,-1-2 8,11-11 14,-16 1 1,-4-2 58,1-15 16,1-16-38,-9-4-12,-11 24 1,-3 0 10,-3-19-16,-3 5 483,-8 22-484,0 15-27,-3 2-45,0 12 6,6 4-3740,6 18 3202,10-7-2730,24 16 3290,-2-19 0,2-3 0,7 7 0,9-5 0</inkml:trace>
  <inkml:trace contextRef="#ctx0" brushRef="#br0" timeOffset="208709">5008 13242 20940,'-5'0'3747,"0"0"-2469,5 0-1895,6-21-4379,13 11 3741,11-17-1763,1 19 0,4 3 3018,25-5 0,-8 1 0,-22 5 0</inkml:trace>
  <inkml:trace contextRef="#ctx0" brushRef="#br0" timeOffset="208891">5105 13506 27130,'50'-22'-700,"-10"6"700,20 0 0,1 1 0,-20 5 0,-2 2 0,-1 0 0</inkml:trace>
  <inkml:trace contextRef="#ctx0" brushRef="#br0" timeOffset="214296">6239 13155 20397,'-3'-8'1109,"0"2"-471,-2-29 1,0-7 11,2 9-384,-3-13 0,1 4 109,4 23-375,-1 11-123,0 6 73,1 11 78,-1 1 56,-4 40-23,-3 3-311,1-12 1,-2 2 260,-1-3 1,0-1-10,1-2 1,-1 0-1605,2 0 0,2-3 1602,-2 9 22,6-5 118,3-30 375,1-1 74,1-9 14,1-8-503,2-12 3382,-1-12-3415,0-12-11,0-8-17,1-6-251,3 0 262,0 5 112,-1 11 118,-2 17-257,-3 14-163,-2 9 134,-3 27 1,-1 4 5,-2 24-6,3 0-16,0 1 10,8-1 35,1-7-12,6-10-11,-1-12 101,-2-11-51,-5-8 258,0-10-257,-3-9-7,1-16 7,-1-14-6,-2-12 33,-2-4 79,0 4 44,-1 12-33,1 17-106,0 14-112,1 11-23,1 10 56,0 12 17,-1 17-11,-1 18 8,0-20 0,-1 1-64,-1 6 0,0 1-3423,-4 16 1,0 0 3489,3-11 0,-1-4 0,0-1 0,2-6 0,1-5 0</inkml:trace>
  <inkml:trace contextRef="#ctx0" brushRef="#br0" timeOffset="253391">1359 15390 17851,'-5'-39'322,"1"0"0,-2-23 1957,4 59-2290,2 18 1053,1-1-1025,2 29 17,0 7-86,-2-14 0,-2 4 69,-2 3 0,-4 3-1,-5 11 1,-2-1-9,0-9 1,0-4-6,-1-1 0,0-4 2,-7 12 1873,10-26-1620,0-1 684,6-14-690,3-7 0,0-10-84,2-8 827,-1-11-933,5-7-6,10-11-56,-1 14 22,13-8 0,-2 21-27,9 0 10,2 9-5,10 15 6,-14 2 0,16 29-18,-21-4 1,3 9-17,-12 5 28,-21 3 0,-3-9-11,-7-13 0,-4-2 33,-22 4-163,13-13 1,-2-2 142,0-2 1,-1-4-20,-27 2-201,7-18-633,14-14-1787,14-18 1814,23-17 0,1 24 0,10 0 1</inkml:trace>
  <inkml:trace contextRef="#ctx0" brushRef="#br0" timeOffset="253674">1934 15843 22190,'-3'1'3288,"1"0"-2275,2-1-822,-5 0-74,26-7-89,-5 1-17,17-4-307,6 2-376,-19 4 672,16-3 0,-26 5 0,3-1 0</inkml:trace>
  <inkml:trace contextRef="#ctx0" brushRef="#br0" timeOffset="254906">3978 14632 18476,'2'-39'2335,"0"-1"1,-1 4-2157,0-7 1,-2 0 441,-8 10-374,0 10 246,-18-4-331,3 19-89,-18 12-17,-2 20-37,18-5 1,1 3-3,-16 18-9,10-3 1,2 5-18,9-4 1,1 0 10,-1-1 1,1 1 5,6 0 1,7-4-9,15-5 11,15-4 29,19-16 21,15-19-255,-27 0 0,0-4 239,1-6 0,-1-3 27,-1-2 1,-2-3 31,-2-1 0,-2-2 13,-3 0 1,-2 0-6,-2 3 0,-3 0 73,6-19 22,-10 14-62,-6 16-100,-8 12-22,-7 16-7,-10 15 1,-5 15 6,-2 13-21,17-23 1,2 1 2,1 1 1,4 1-17,1-1 0,5 0-23,12 25 34,16-13 138,20-18-135,-18-19 0,1-4 2,22-5-16,-12-11 0,-1-5 25,-12-1 0,-1-4-380,13-10 1,0-3 376,-9-2 0,-2-3-655,-1-5 0,-1-2 669,-1-6 0,-3-2-10,-8 14 0,-1-1 0,0-1-6,-1-2 0,0 0 1,-1 0 10,-1 2 1,-1-1-1,0 4 2,2-7 1,-2 3 97,-2 1 1,-2 5 47,-3 10-106,-5-1 236,-8 39-303,-10 18 5,-9 26 50,10-17 0,-1 4-67,-3 8 0,1 3-18,5-11 0,1 1 0,0 0 29,-1 5 1,1 0-1,1 1-43,1 0 1,2 1 0,2-1-100,2-4 1,2 0-1,3-2-269,7 12 0,7-5-559,5-12 0,6-6-892,4-9 0,3-6 1868,3-7 0,-1-5 0,4 0 0,-6-8 0</inkml:trace>
  <inkml:trace contextRef="#ctx0" brushRef="#br0" timeOffset="256367">4969 14433 26217,'-26'-36'56,"11"13"-34,27 42-5,8 7-6,1-2 6,17 13-28,-14-9-6,7 11 23,-18-14 16,-16 8-16,-14-14-12,-4 4 68,-20-12 10,16-7 24,-7-7 4,17-3-27,7-7-50,9-2-23,11-4 22,14-4 6,18-3-53,-13 11 0,0 1-403,24-7 290,-8 6 1,1 2-45,-14 5 0,-1 1-34,13-3 1,0 2-111,14-1 164,-18 4 156,-16 1 102,-14 3 67,-7 0 50,-4 0 358,-1 1 2,-3 0-449,-2 1-57,-3 4-62,1 5 7,3 11-1,4-6 17,11 8-23,8-12 23,10 0 6,4-5-34,1-7 84,5-13-39,-14 2 0,0-9 229,-11-7-22,-6 0 17,0-12 50,-12 4-257,-2 15 22,-18 0-51,-8 18 6,-16 6 23,-6 9-57,26 4 1,1 1-6,-7 10-11,5 18-17,24-9-67,10 10-196,16 3-197,19-2-90,-12-23 0,3-3 135,8-1 1,2-2-105,7-2 1,3-3 88,-6-5 1,2-3 0,-2-1-104,2 0 1,1-3 504,-6-2 0,2-3 0,-2-3 196,7-9 0,-3-2-20,-7 4 1,-2-2 234,9-9 1,-7-2 421,-7-11-82,-4-11 78,-23-4-460,-18 14-212,-8 7 585,-21 19-551,-19 21 287,11 1-403,12 5 1,1 4-25,-8 18 5,19-12 0,1 2 8,5 0 1,3 3-1621,5 2 1,4-1 1611,3 10-2169,28 7 2175,-3-35 28,23 2 16,-13-21 191,9-10-202,-1-13 28,-15 5 0,0-1 85,11-21-54,-15 20 0,-3 1 2293,-1-5-2172,-7 5 3307,-6 15-3492,-2 2-34,0 9-12,-3 13-10,0-1 0,0 17-6,5-3-135,7 8-330,11 1-375,16-3-874,20-6 804,-20-16 0,4-4 89,5-2 0,1-5 641,2-4 1,-1-4 333,-2-2 0,-2-4 521,0-8 1,-3-2-133,9-11-131,-23 9 1,-3-2 298,-2-12-145,-3-11-73,-6 2-73,-16 6 6,-25 12-303,1 15-1578,-10 16 1,-1 5 1521,-2 7 3,-5 8 0,0 6 90,-1 16-135,16-11 1,4 1-4,3 11 87,15 2-115,31-12 6,-3-7-28,38-6-5,-2-21-177,-19-4 1,2-3 251,0-4 0,-1-5 0,4-14 0,-4-6-6,-8 0 0,-3-4 275,0-16 0,-5-2-275,-10 15 1,-3 0 16,-2-16 1,-2 0 19,-4 14 0,-3 1 120,-3-14 0,-3 1-34,1 20 1,-3 2 70,-14-21-118,10 39-73,5 15 493,6 9-498,1 33 2607,3-8-2627,3 20 0,2 6-11,1-11 0,2 1-499,0 1 0,2 3 0,0-2 255,2 4 1,1 1-2742,1 2 0,2 3 0,-1-5 2542,-2-6 1,0-2 0,2 10 0,-2-6 0,-2-13-1</inkml:trace>
  <inkml:trace contextRef="#ctx0" brushRef="#br0" timeOffset="256915">7837 14351 21849,'-15'-53'1131,"1"0"1,0 3-1,2 8-285,3 22-818,2 6-9,2 16 4,6 17-30,2 5 41,7 21-55,18 7 24,-5-22 0,1-1-239,17 18 270,13-13-17,-31-26 67,17-12 0,-13-15 33,9-16 68,-6-10 117,-2-3 309,-1 1-270,-9 17-245,-6 9 4,-8 18-105,-4 9 264,0 14-253,-3 3 22,-4 29-34,-3 4 0,-3 2-623,5-16 0,-1 0 203,-3 10 0,0 6 1,0-5-4491,1-1 1,0-3 4339,0-1 0,0-3 1,-1 15-1,8-43 1</inkml:trace>
  <inkml:trace contextRef="#ctx0" brushRef="#br0" timeOffset="258308">9232 14184 23276,'-2'-3'2554,"1"0"-2358,1 3-128,-1 95-52,4-53-144,-2-2 0,1 8 0,2-6 128,12 9-12,7 5 135,2-14-50,-1-19 196,0-21-169,-7-11 136,7-25 105,-5-8-182,-7 13 1,-1-2-160,1-3 0,-2-1 75,0 0 1,0 0-26,-1 1 1,-1 2 5,8-24 232,-3 15-322,1 13 23,-5 15-73,11 6-526,15 13 95,-5-1-1312,26 11-1937,-14 2-1152,-11-3 1,-1 1 3512,8 4 1,-6-1-1,-27-16 1</inkml:trace>
  <inkml:trace contextRef="#ctx0" brushRef="#br0" timeOffset="258473">9923 14267 19490,'3'0'6587,"-1"0"-4879,-2 0-1613,-11-55-84,6 52 23,-11-33-23,11 71-17,0-2-66,2 14-186,2-9-1459,4-4 1,1 0 1716,2 13 0,2-5 0,-4-27 0</inkml:trace>
  <inkml:trace contextRef="#ctx0" brushRef="#br0" timeOffset="258665">10113 13919 25954,'-46'2'-3411,"17"13"3411,49 17 0,-7-10 0,1-1 0</inkml:trace>
  <inkml:trace contextRef="#ctx0" brushRef="#br0" timeOffset="259067">10506 14048 21836,'0'-4'4218,"0"0"-2974,0 4-1194,-18-36-28,14 39-10,-7-19-1,29 55-11,17 7-6,-1-4-14,-9-16 1,0 2-110,-4 0 0,-1 1-22,11 18-143,-20-13 0,-8-2-8,-23-3-23,-23 4 118,-2-21 27,13-11 1,-1-6 103,3-8 1,1-5-59,1-2 0,3-4 173,0-10 0,5-3 45,5-17 193,12 14 1,3 2 221,4-5-270,1-5 163,0 27-336,-4 15-33,0 9 306,0 5-284,0 33-40,0-13-11,-3 12 1,-1 2-6,-2 0-555,-2 8 1,-2 3-8437,2 8 9002,1-21 0,2-3 0,1-2 0,3-18 0</inkml:trace>
  <inkml:trace contextRef="#ctx0" brushRef="#br0" timeOffset="259316">10955 13885 22884,'9'-62'1282,"0"1"1,1 1 0,-5 9-740,-12 22-201,-3 2-219,-2 12 39,-5 9-122,5 13-12,-6 13-23,2 20-8,7-10 1,2 2-231,-5 26 224,7-16 1,2 2-584,3 6 1,3 1 159,1 0 1,1 2-731,2 9 0,3 0-676,2-12 1,2-3 1241,-1-4 0,0-4 1,4 10-1,-4-22 1</inkml:trace>
  <inkml:trace contextRef="#ctx0" brushRef="#br0" timeOffset="259772">10931 14237 24637,'-17'-27'770,"0"-1"1,-11-16-615,23 43-122,2 0-23,20 0 0,-2 0-22,15-1 0,7 0-6,21-3 6,-13 2 0,2 0-272,-7 0 0,-2-1 260,0 1 1,-2-1 11,16-2 28,7-4 67,-34 3 56,4-4 61,-25 2 130,-10 0 117,-4 0 498,-3-1-772,3 3 257,1 0-397,6 6-34,0-2 0,1 11 11,1 9-22,-2 16 0,2 12-135,1 9-796,9 3-1517,7 2 2459,7-3 0,-8-25 0,-3-7 0</inkml:trace>
  <inkml:trace contextRef="#ctx0" brushRef="#br0" timeOffset="259965">11602 13691 23383,'-5'-1'0,"1"1"0</inkml:trace>
  <inkml:trace contextRef="#ctx0" brushRef="#br0" timeOffset="260499">10768 14101 17843,'-1'-3'5377,"0"0"-2436,1 3-2656,-28-51-161,21 38-91,-21-38-5,28 62-17,2-2-5,4 20-12,2 2-5,5 15-448,2 6-2073,3 4 1684,2 3 0,-8-27 0,-3-6 0</inkml:trace>
  <inkml:trace contextRef="#ctx0" brushRef="#br0" timeOffset="260699">10728 13825 25528,'-22'-9'-1402,"8"8"0,20 13 1,0-1-1</inkml:trace>
  <inkml:trace contextRef="#ctx0" brushRef="#br0" timeOffset="261732">11536 14036 25427,'-12'7'398,"0"8"-331,8 4-39,2 0 73,8-1 56,7-8-17,11 0-6,7-8 40,15-15-68,-7-8-39,-1-6 62,-9-10 61,-11-13-83,-4-5-49,-10 21 1,-2 2 14,-7-8 90,-17-5-124,5 29 28,-22-5-28,4 18 0,-14 10-16,-1 10-12,19 3 0,1 4-540,-10 10 529,13-4 0,2 3-3,8-1 0,3 2-14,1 1 1,1 3 10,4 13 0,5-1-10,9 10 7,0-27 1,5-2-70,22 11-76,-2-18 0,2-1 48,-6-4 0,2-2-912,27 3 1,3-7 734,-18-11 0,-2-4 193,9 1 1,1-2-49,-2-7 1,1-6 145,6-8 0,-1-4 23,-8 4 0,0-2-87,-6 1 0,1-3 0,-5 2 165,-8 2 1,-4 0 35,18-22 194,-23 7 131,-21 1 807,-13 2-1092,-17 1-107,1 19 190,-12 6-156,-1 14-95,8 1-3,8 9 0,2 6-14,-1 16-12,8-7 1,3 3 5,7-1 1,3 0 921,-1 20-933,14-16 1,4-3 4,5-1 4,27-3 0,6-5 19,-5-11 3,8-6 0,0-7 14,-4-22 16,-13-3 1,-2-5-588,-6-1 0,-3-2 563,-2 0 0,-1-4 19,-6-2 0,-2-4 0,-1 3-22,-2 4 0,-1-2 25,1-4 0,1-8 0,-1-1 0,-2 7 11,0 1 0,-2-1 87,1-12 0,0-7 0,-3 8-64,-2 18 0,-1 4-76,-1-13 0,-3 6 0,-3 14 0,-1 23 0,-5 45 0,4 21 0,3-25 0,0 3-581,0 16 0,2 5 358,1-10 1,2 4-1,0 1-3054,0 1 0,-1 1 0,1-1 2592,1-1 0,-1 0 0,1-7 1,0-2-1,0-10 0,0-14 0</inkml:trace>
  <inkml:trace contextRef="#ctx0" brushRef="#br0" timeOffset="273557">4035 16207 19300,'-9'-57'1678,"1"0"0,0 7 1,0 6-963,1 5-340,1 18-314,3 11-118,1 12 56,2 11 11,1 14 11,2 17 6,1 12-427,-1-23 1,-1 1 392,1 2 1,0 0-1,-1 1 1,0 0-11,0-3 1,-1-1 15,1 20 129,-1-21 263,3-23-319,-2-14 17,6-24 834,3-10-846,4-19-73,-5 27 1,1-1-149,1 0 1,1 2 153,8-15-5,11 1 0,-9 26 10,11 0-16,-5 20-16,4 12 32,3 12-38,2 9-62,0 5 64,0 2-260,0-2-28,3-8 135,-1-12 150,-3-9 51,-6-17-28,-11-2 40,3-26-7,-6 4-38,5-15 269,-5 9-242,-4 6-27,-3 11 21,-5 9-10,-3 10 28,1 13-40,0 5 0,4 10 12,5-2-51,9-4 28,11-6 23,12-8 5,6-10 12,4-12 5,-6-10 50,-8-10 6,-13-3 45,-10-4 28,-10 2-29,-10 4-44,-2 10 56,-17 3-95,0 14 6,-16 1-7,-3 15-21,-5 9-12,-1 11-11,6 9-34,12 4-16,12 5 22,15 0-6,15-2-22,3-11-179,7-11 0,4-1-673,17 8 594,-17-12 1,1 0-468,8-3 0,1-4 517,14-8 295,-13-5 0,0-5-188,-7-7 1,-4-5 408,1-3 0,-2-3 70,-3-1 0,-1-2-37,-1 0 1,-2 0-45,-3 1 0,-2 0 263,8-21-22,-10 15-236,-8 15-184,-8 13-45,-7 13-45,-7 22 17,6-3 5,1 27-5,15-15 0,12 10 525,12-6-536,24-6-1,-13-16 12,17-7 17,-29-16-12,23-17 29,-19-5 44,7-12-11,-17 6 39,-11 6 6,-8 7-68,-12 9-44,-17 20-6,5 1 1,-13 19 4,23-5-4,2 7 27,18-4-6,12-7 1,17-8-6,14-9-6,-12-10 1,2-2-380,16-3 376,-14-3 1,-1-3 14,7-10-1611,-16 4 1,-2-2 1644,7-9 16,-18 5 0,-4 0 51,-8 5-1994,-12-24 1943,-5 30 236,-24-15-258,7 20 2194,-12-2-2234,15 10-40,1 3-2425,12 10-2390,4-4 4861,9 8 0,0-9 0,3 1 0</inkml:trace>
  <inkml:trace contextRef="#ctx0" brushRef="#br0" timeOffset="274265">6613 16008 24973,'23'-42'577,"0"0"0,-2 6 0,-6 8-499,-14 20-128,-1 7 50,0 10 11,0 23-28,-5 26 17,0-3 11,-5-8 1,-3-3-248,-1-5 241,0-5 1,0-1 28,-1-6 201,-1-5-185,8-17 6,4-20-17,4-4 68,8-38-68,-1 21 45,3-10 0,1-1 191,1 5-228,-2 3 1,1 0 53,3 1-50,0-1-29,-1 13-28,-3 14-5,1 7 22,12 19-16,3 8-1,-2 2 1,1 4-7,-3-3 1,-1 0-280,0 1 1,0-1 273,12 11 1,13 5 21,3-10 0,-18-15 1,0-3 11,9-5 22,-7-33 40,-23-7-23,1-23-39,-8 11 27,-4-17 1,-1 13 0,-1-6-23,1 13-27,1 19 569,1 10-637,0 10-106,12 14 5,-2-3-537,25 21-1681,11 12 619,-20-18 1,-1-1-250,1 1 0,-2-1 2022,13 15 0,-23-25 0,-1 0 0</inkml:trace>
  <inkml:trace contextRef="#ctx0" brushRef="#br0" timeOffset="274639">7813 16049 25802,'-3'-49'381,"-1"0"0,2 7 0,-7 8-258,-29 12-84,-3 16-16,-5 14-46,-1 11-27,3 15 44,24-7 1,2 1-12,-3 12 0,6 18 28,23-25-22,10 2 11,16-9-6,0-12 0,-3-10 1,1-3 44,12-11 12,15-8 55,-24-12 45,-10-5-95,-12 7 157,-6-15-129,-11 15-17,-4-11-33,-5 13-68,1 6 23,3 8-319,2 7-202,5 8-353,5 9-600,6 10 382,2 1-2829,13 11 3932,14 3 0,-17-14 0,9 3 0</inkml:trace>
  <inkml:trace contextRef="#ctx0" brushRef="#br0" timeOffset="275424">8205 16098 13429,'7'-1'8990,"-2"1"-7590,-5 0-403,0 0-566,60-55 516,-44 30-779,15-8 0,-8 2 0,-39 15-67,-17 9 0,-17 9-112,-10 10-9,28-2 1,2 1 30,-25 18-56,15 3 39,16-7 12,13 9-6,13-19 11,23 10-16,8-19 27,22-3-22,2-15-336,-1-11 347,-14-3 56,-16-1 0,-3-3 28,4-25-70,-9 12 1,-3-2 2,-4 1 0,-4 1 30,0-2 1,-2 1 45,0 3 0,-2 2 13,0 6 1,-1 1 95,2-13-51,-2 17-112,-2 15-122,0 9 72,-1 20 0,-2 27 11,0 0 3,1 5 0,-1 4-318,2-14 0,-1 0 248,1 6 0,0 3-1805,0 11 1,3-2 1580,3-20 0,2-2-65,1 13 1,5-2-334,22 1 213,8-21 174,10-23 156,4-17 121,-26 2 0,0-2-76,0-2 0,-1-2 146,-1-1 0,-1 0 600,14-12-444,-15 9 1,-3 1 3605,1-2-3241,4-5-207,-21 19-230,-6 7 221,-2 3-361,-3 5 0,2-2 11,-1 8 34,6-4 0,8 1 11,11-4 11,10-7 0,4-6 17,-3-7-56,-11 0 90,-4-11-40,-14 8-44,-2-7-6,-11 7 0,-7 3 0,-7 4 11,-6 5-33,-2 4-1,-2 10-16,1 7-11,2 14 16,5 10-27,7 10-293,7 7 275,13 7-148,4-30 1,3 0-416,4 0 1,4-1-824,4-1 1,3-4-1121,5-2 0,3-4 1898,-1-5 1,-1-4 0,12 3-1,-15-11 1</inkml:trace>
  <inkml:trace contextRef="#ctx0" brushRef="#br0" timeOffset="275858">9826 15819 25433,'35'-24'-462,"1"-1"1,5 3 0,4 4-2698,-2 11 0,4 5 0,-2 1 2215,9-2 1,-1 1-1,-3 1 1,-5 1 0,-9 0-1</inkml:trace>
  <inkml:trace contextRef="#ctx0" brushRef="#br0" timeOffset="276041">10042 16036 23931,'-45'14'525,"0"1"0,-1-1 0,20-5-425,29-9-72,16-6-157,12-3 0,4-1-190,24-7-2476,-1 2 0,4-1 913,-14 5 0,1 1 1882,-4 1 0,2-1 0,-4 1 0,-5 1 0,-3 1 0,-3 1 0,1 0 0</inkml:trace>
  <inkml:trace contextRef="#ctx0" brushRef="#br0" timeOffset="276524">11098 15679 21993,'-5'-3'2930,"1"2"-1983,4 1-936,-12-54-11,18 36 8,-4-14 1,6 1-4,27 17-3386,22-4 3398,-18 8-394,-6 7 1,0 3 370,5 12-2,18 10-4,-23 2 1,-2 10-11,-18-2 11,-10 22 5,-10-16 17,-11-7 0,-3-2 17,-3-5 753,-25 15-747,28-28 302,-14 4 272,17-11-272,1-7-274,11-3-29,6-4 3387,20-6-3392,2 8-39,10-4 28,10 13 0,-3 11-12,1 1-5,10 18 0,-12 2-11,6 11 8,-26-17 1,-4 1-4,-7 15 12,-13-4-29,-41-10-711,2-16 1,-4-3-1924,8 0 1,-2-1 2656,-23 3 0,9-4 0,33-5 0,5 0 0</inkml:trace>
  <inkml:trace contextRef="#ctx0" brushRef="#br0" timeOffset="277832">4323 17301 20481,'2'-54'1488,"1"0"0,-2 12 0,0 6-1197,3 4-122,-4 22-85,-1 9-107,-3 11 35,-4 15-1,-2 5-23,-3 6 1,0 3 6,-2 6-7,1 6 1,0 0 6,7 2 7,5-18 1,4-2-19,15 4 32,16-14-10,-2-11 61,27-23 34,-15-9-201,-12 3 1,-1-2 228,15-21-22,-14 9 273,-1-15-156,-16 19-28,0-8-78,-9 20-124,-4 10 12,-5 22-45,-3 20 39,0 8 288,1 7-271,13-15-3392,11-9 3363,5-11-65,8-12 0,4-6 66,23-10 14,-16 1 0,2-3 25,-10-3 0,-2-3-3,-4-3 0,-2 0 48,8-16 92,-18 5 0,-5 0-47,-2-2 47,-2-3 0,-4 0-14,-7 1-44,-4-12-79,-3 25 0,-7 6-34,9 11-78,-3 1-78,10 7-572,9 7-319,4 1 1053,34 13 0,-27-13 0,16 3 0</inkml:trace>
  <inkml:trace contextRef="#ctx0" brushRef="#br0" timeOffset="278049">6039 17223 26837,'-37'-41'69,"0"0"0,7 4 0,16 4-243,48 8-452,-4 12 1,5 2-588,9-1 1,4 3 867,10 1 1,-1 2 0,-23 1 0,-2 2 0,27 0 0</inkml:trace>
  <inkml:trace contextRef="#ctx0" brushRef="#br0" timeOffset="278216">6081 17383 24945,'-6'2'2666,"2"-1"-2576,4-1-1966,84-50 1876,-47 37 0,0 0 0,12-14 0,-1 1 0,4 13 0</inkml:trace>
  <inkml:trace contextRef="#ctx0" brushRef="#br0" timeOffset="333497">7108 17029 22643,'1'12'516,"1"0"-186,-2-2 118,-1 3-11,-7 4-73,-8 4-73,-11 5 17,-7-2 90,-2-4-174,9-9 415,-1-9-331,15-11-224,-3-4 50,10-27-61,9 3-45,9-18 0,11 13-34,1 12 17,21 3 1,-9 19-63,17 1 46,-6 20-12,0 13-6,-10 3 20,-16 1 1,-4 5 13,-10 25-473,-8-13 0,-7 2 456,-12 0 0,-8-1 0,-7 2 1,-6-1-552,-2-3 1,-2-3 578,4-7 1,0-5 75,8-10 0,3-4 36,-6 0 157,11-33-184,18-8 5,3-19 752,15 5-830,10 5 1189,10 11-1228,12 13-12,-5 11-39,-1 12 0,2 8-897,-11 1 1,0 4 952,16 18 0,-3 1 0,-4 3 0,-8 1 0</inkml:trace>
  <inkml:trace contextRef="#ctx0" brushRef="#br0" timeOffset="371215">6977 18508 10276,'5'-6'7858,"0"1"-6922,-5 5 1063,0 0-1495,13-64 723,-11 31-1040,5-5 1,-3 1 770,-12 10-745,2 17 44,-9-2-173,-1 10-67,-13 10-50,-12 13-9,9 3 0,0 3-394,-15 12 402,15-5 1,2 2-51,-3 13 42,15-13 0,2 0-3,-3 10-11,21 4 62,19-38 0,7-1 33,2-18 0,1-7 51,19-16-175,-20 12 1,0-4 207,2-9 0,-4-3 475,4-18-492,-11 13 1,-2-1-527,0-13 501,-11 19 0,0 0 77,2-18 18,-3 20 1,-2 0-37,1-6 101,0 9-118,-6 23-129,0 3 224,-4 31-229,2-9-23,-6 41-56,4-9 23,1-8 0,1 2 33,2-6 1,3-1-134,1 6 0,4-1 133,3-12 1,4-4-46,25 15 46,10-20 50,-5-14 13,-5-17 1,0-7-12,-10 0 1,0-4-291,13-10 0,0-5 304,-9-1 1,-3-3 19,-1-3 0,-2-3 11,-3-5 1,-2-3 2,-1-2 0,-2-2-26,-6 9 0,0-1 1,-1 2-9,0-1 1,-1 0 58,1-13 1,-3 3 86,-6 2-28,-7 1-322,-6 22 187,-1 19-10,-6 17 5,0 18 221,-7 21-244,7-1 1,2 4-23,1 1 1,2 0 16,0 3 1,3 1-163,1 6 0,3 0-328,2-7 0,1 1-420,5 9 0,2 0 238,-2-14 0,5-3-4118,16 1 0,5-5 4807,9-7 0,7 1 0,-27-26 0</inkml:trace>
  <inkml:trace contextRef="#ctx0" brushRef="#br0" timeOffset="372356">8061 18077 25040,'-22'-28'17,"10"14"-34,30 42-28,9 8-78,4 8-112,2 8 17,-8 4 111,-11 1 85,-12-15 156,-20 3 85,-4-27 251,-16 1-319,15-19 1,0-6 117,12-12-79,5-7-95,2-12 12,23-15-124,-2 23 0,1 2-5,19-20-43,-10 23 1,1 3-110,19-4 96,0 3-163,-9 9 0,0 2-224,14 0 137,-15 5 1,1 1-452,18 1 292,-7 4 364,-15 2 722,-9 1 454,-18 0-538,-7 1-50,-13-1-240,-1 0 318,-18 10-314,9-2-150,-7 10-124,15-7 51,5 8-29,8-7 6,11 11-5,0-13-12,19 0 6,0-10 17,3-2 73,28-13 22,-16-2-59,-13 2 0,0-3 227,12-18-162,-18 8 134,-4-8-73,-15 18 135,-1-6-12,-4 7-22,-13-1-218,-4 5-12,-6 5 90,-17 11-134,12 6-51,-11 11 56,13 18-45,11-9-218,6 24-184,16-15-63,14 8 224,0-26 1,6-3-623,10-1 0,4-5 337,11 0 0,4-4 181,-15-4 0,2-2 0,0-1 136,1-1 0,1-2 0,0-2 235,-2 0 1,0-2 0,-2-1 172,16-5 0,-2-2 149,-10-1 0,-4-2 93,-9 0 1,-4-2 538,8-18-207,-17-2-111,-10-4 16,-6 2-56,-7 2 794,-6 5-990,-19 6-201,5 12-90,-21 5-23,5 17-10,-17 10-1736,26-3 0,1 3 1687,1 2 1,0 3 5,4 1 0,2 2-101,-12 26 20,16-6-39,17-8 44,19-14-5,17-10 39,17-13 81,-15-10 1,1-4-14,15-7-171,-16-3 0,-2-3 227,5-16-32,-15 15 1,-2 0 86,12-23 3256,-12 10-3155,-11 13 58,-9 11-170,-5 10-94,-3 4-29,-4 3 513,-5 10-513,4-1-18,-1 19-117,8 0-234,2 14-589,11 7-1310,13-1-5395,19-6 7663,5-13 0,-14-15 0,-11-11 0</inkml:trace>
  <inkml:trace contextRef="#ctx0" brushRef="#br0" timeOffset="372807">10329 18100 18442,'3'-3'6245,"-1"0"-5090,-2 3-360,28-63-297,-26 38-367,10-12 1,-7 3-14,-28 22 56,-26 13-141,11 6-11,4 3 1,0 5-1719,3 4 0,3 2 1679,-21 15-3,18-8 1,4 2-56,2 14 59,1 13-57,15-5 11,19-8 12,17-10-34,21-12-34,14-11 87,-29-12 1,1-5-866,-2-3 0,0-3 921,-3-7 1,-2-3-50,-2-4 1,-3-3 95,-1-5 1,-3-4 0,-2-5 0,-2-3-152,-3-5 1,-2-2 187,-2-2 0,-2 1-36,0 12 0,-3 0 143,-5-8 0,-2 4 2009,-4 0-2225,-9-11 2484,8 39-2484,2 8 292,6 11-292,-1 10 747,1 2-747,-2 38 0,3-14 0,1 2 0,-1-3 0,0 2-668,1 16 0,1 1 668,0-14 0,0-1-516,0 13 0,2 1-607,1-3 1,3-1-3794,8-2 1,3-3 4306,-3-15 0,0-4 0,16 10 0,-17-28 0</inkml:trace>
  <inkml:trace contextRef="#ctx0" brushRef="#br0" timeOffset="373147">10855 18107 19254,'24'-53'2003,"-1"-1"0,-2 4 1,-8 7-1293,-14 13 73,-9 6-649,-2 17 132,-5 4-239,1 14 25,-4 11-87,1 31-11,9 2-297,8 2 309,23-2-79,14-17 44,-4-16 1,4-4 73,-5-5 0,2-5-139,8-7 1,0-7 183,12-16 16,-25 3 0,-3-2 191,7-15 212,-11 7 107,-11 12-498,-6 9-79,-11 13 506,-9 13-506,-1 6 0,-2 4 0,-8 17-432,5 9 0,3 6 415,11-16 0,3 0 22,-2 8 1,1 3-736,4-8 0,2 2 0,2-2-4186,0 9 1,1-1 3276,0 6 1,-1-3-1,1-20 1,1-8 0,-2-10-1</inkml:trace>
  <inkml:trace contextRef="#ctx0" brushRef="#br0" timeOffset="375315">12148 17966 19272,'-3'-45'1241,"0"0"1,0 0 0,-1-17 0,2 9-536,4 15-229,1 9-265,0 4-223,-1 15-17,1 15 45,2 16 67,7 21-76,-5-12 1,1 3-353,0 6 1,1 1 315,-2 4 0,1 0-9,0-1 1,0 0-4,1-3 1,2-3 11,2-6 0,1-2 5,18 10 80,-7-19 111,11-23-50,-12-17 139,9-22 74,-8-14-426,-13 22 0,-2-1 249,-1-2 0,-1 0-62,-1 1 0,-1 1 538,4-17-446,-1 1-105,-5 30-102,0 0-66,-2 19 5,4 11-56,6 9-202,8 11-307,8 8-338,9 2-211,7-3 343,7-8 215,7-11 551,-1-12 319,-4-12 313,-11-10 247,-11-9 106,-10-2-67,-9 0-196,-7 2-112,-3 2 168,-5 6-347,-1 4-152,-2 7-140,-1 4-27,-1 11 16,-3 7-33,-2 12-85,0 10-117,5 7-257,4 3-533,9 1-1081,8-6-2772,7-9 4839,8-14 0,-12-10 0,-2-8 0</inkml:trace>
  <inkml:trace contextRef="#ctx0" brushRef="#br0" timeOffset="375489">13199 17608 24973,'-22'-34'-367,"0"0"0,-10-13-1548,46 78-2600,4 2 4515,6 6 0,-10-20 0,-6-8 0</inkml:trace>
  <inkml:trace contextRef="#ctx0" brushRef="#br0" timeOffset="375905">13461 17660 26525,'-26'-56'157,"5"16"-185,28 62 33,7 9 6,5 6-47,3-8 0,3-1-99,12 12 73,-13-16 1,0 0-202,15 21 212,-26-23-10,1 12 50,-26-20 5,-10 0-100,-15-8 50,-5-11 72,-10-22 18,17 3-1,14 0 1,3-3 78,1-17 129,0-11 157,7 2-281,6 20 208,1 4-263,2 23-29,0-1-33,1 24 34,4 19-23,-3 15-11,4 1-84,-5 3-353,0-9-1123,2-12 0,1 2 1560,6 22 0,-3-15 0,2-20 0</inkml:trace>
  <inkml:trace contextRef="#ctx0" brushRef="#br0" timeOffset="376141">13843 17721 21129,'39'-42'767,"0"1"1,-1 4-1,-15 7-3475,-28 18 2809,-2 6 1543,-7 2-1565,1 3 873,-1 7-936,-1 24-38,8-7 715,0 20-654,10-5-34,6 5-94,7 13-174,8-1-309,-7-25 1,0-1 3100,6 8-6338,9 2 2961,-18-26 0,-3-5 0,-8-6 0</inkml:trace>
  <inkml:trace contextRef="#ctx0" brushRef="#br0" timeOffset="376324">14034 17318 19815,'-5'-7'5343,"1"1"-4659,4 6-186,0 0-778,-50-53-325,46 49-1131,-28-31-6605,67 68 7493,1 1 0,-11-10 0,-11-11 0</inkml:trace>
  <inkml:trace contextRef="#ctx0" brushRef="#br0" timeOffset="376596">14502 17168 24290,'0'-10'1204,"-2"-23"0,-1-5-520,-2 5-522,1-5 0,0 3-61,-2 14-17,2 14-95,1 10 11,1 13-11,1 21-20,2-6 0,0 3-166,0-3 1,1 3 166,1 10 0,0 6 1,0-4-509,0-6 1,-1 1 382,1 9 0,0 7 0,-1-2-674,0-10 0,0-1 0,0-2-1042,3 18 1,1-2 1870,3 2 0,1-8 0,2-14 0,0-17 0</inkml:trace>
  <inkml:trace contextRef="#ctx0" brushRef="#br0" timeOffset="377556">14491 17747 25147,'-42'-39'207,"-1"0"0,1 2 1,18 9-253,35 20-56,17 1-207,24 1 47,-17 2 1,2 0-570,6-2 0,2 0 474,1-1 1,1-2 49,6-4 1,-2-1 263,-17 5 0,-1-1 50,5-3 1,-4-2 401,-7 0-40,-3-5 268,-13 5-274,-8 4 723,-7-2-538,-1 7 533,-7-3-825,-2 6-184,0 1 39,-10 5-67,9 6-51,-5 8-33,12 6 22,5-3-27,21 12 27,7-13-6,10 5 7,24-12 4,-16-12 29,18-8 28,-19-9 45,-9-7-18,-11-1-4,-11 1 21,-7 6 141,-17-14-169,4 17 51,-20-12-11,5 18-34,-9 1-16,-2 6-57,2 10-33,3 7 11,6 13-28,7 6-56,9 9-45,9 6-184,11 4 5,4-10-706,20 2-227,-7-26 1,3-4 245,1 1 1,2-3-56,10-1 0,0-4 517,-5-5 1,-1-4 305,2-2 1,-1-2 455,0-2 1,-1-3 442,-1-1 1,-1-1 263,-5-2 1,-1-2 973,20-15-3291,-8-11 1790,-20 13 225,-6-11-225,-18 20-107,-23-1-235,2 11 12,-36 11 5,6 15-45,19-2 0,0 2-5,2 4 0,1 4-12,3 1 1,4 2 13,3 1 1,5 1 91,-5 23-234,21-8 3107,18-13-3203,15-13 135,8-12 101,1-16 72,0-12-11,2-15-93,-22 11 0,0-2 113,2-7 0,0-3-616,0-8 1,-1-3 609,-1-8 1,-2-4-19,-8 17 0,-1-1 1,-2 0 33,-2-1 0,-2 0 0,0 1 74,-2-18 0,-3 1 5,-4 11 1,-2 3-23,-2 10 0,0 5 81,-7-11-162,4 23-73,4 15 629,1 20-657,-1 20-1020,3 7 1,1 4 1044,0-11 0,0 2-6,1 12 1,1 4-425,2-8 1,1 1-1,1-1 318,1 17 1,0 2-109,1-2 1,0 3 0,-1-1-491,0-10 0,0-1 0,-1 1 713,1 4 0,-1 0 0,-1-5 0,0-4 0,0-5 0,0-4 0,-1-1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E439-16D5-2066-818C-E8774EFF4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532C0-32CC-0CC4-D324-CFC8AD8EA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7E7D-6ADF-A4C1-4256-A12CA861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8FB67-4D6A-62CD-9159-5AF75CB4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004EB-3BBF-1143-6311-DC9A095F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7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C776-6C69-DA5B-763A-B5430C8F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46E6-D56E-6AA3-E18F-6617F0558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3D8E5-2F9A-88EB-481B-D77F615F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81506-90E0-CE5D-81FA-F9E914BF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046C4-9557-BA9B-E057-2DB391C2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6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F7F09-AC0A-CBFE-1634-56BB72C7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27C79-E949-BEA5-2B41-95FFBC20C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771F4-6977-93B6-512D-F32AE758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969C9-145F-AADF-2D9D-867233C30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3EB65-E477-60D5-941D-A11D896A3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3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3C60-23C4-6F52-D9C4-FE41BA2F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C8E57-F541-DFA6-BFF0-424731EC7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462B3-609B-61D4-3BFE-CF64E3DCA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45F0F-8A77-D5AE-7BFE-88CF2EE0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924BC-749B-5C28-FC2F-11DE6CEF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1C431-9B7F-45AC-0309-9907FCFF8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7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3A45-5811-1DC9-0BE7-4657C3513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17BB7-10F8-2745-EF1C-5C8F92C9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B8879-8ABC-79BA-C272-5B578B093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A900F-7775-0A2B-C168-A5B31C2EB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D32EE-D20A-0C80-D7E2-CF24C3BEB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2B9E2-5B94-FC5B-50CD-28CCAF4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F690C-69E1-9A37-07C2-CD61AE88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60123A-0364-9ADF-D6F8-B8DC55A1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38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4077-35BF-16FE-1BD5-433C71A0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D2B766-1954-F2CC-6A25-14BCFA87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46D3B-4B49-F17C-F86D-45302E6E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B8775-E17E-7C2B-8DCA-3D5FFEBB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A616D-C0FD-0045-1154-AFA840546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BD0B8-66D3-94B0-3BA1-CAF04ECC0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EE0D1-CFC5-074B-1983-57CC6366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4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30ED6-798A-3A88-12DB-69267D64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B8B6-75E3-19D2-1F2A-31564C9C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483B0-0017-D384-C707-959B32B75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9FA61-505D-ECA8-BBA6-F29E9A15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139B1-690A-4C4D-CD74-8E2D1401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BC7DB-9913-3D16-C53B-196582EB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1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4A54-D57C-2550-4EBC-D9E24F04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C21F8-4224-697A-135B-443CA14ED2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677C8-6899-A57C-B5F7-75C6407F3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8532B-C894-BF7F-875A-4953C605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CBE87-6C07-BD44-2509-ED2C8434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FD293-CF11-3D26-8CF6-05E0ACD9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7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F34E-A0BA-3993-3900-E88C4C1BA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F0BA5-DC0C-24C4-9C19-15F94057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5E6E-8339-AE84-62ED-A8A1F5A0A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EE746-ADA2-A1B8-812A-56FCE8DA3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5A366-D7D9-A78E-222D-8322C969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6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45C67-E6A5-2CAC-40B9-ADE53C0AF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1D1DC-CD8B-6704-3055-5DB6B002E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B9468-D367-3957-3B36-7F556A75C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7C1D-CC58-9766-91AC-D4122416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1DFD-E919-8CEB-EDB1-BD4FB046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5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6CBDC5-9577-BB2B-1529-F9FFAEAAE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D09AA-6E80-9D09-707E-A0328F9F8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F57BB-84A1-34DA-36D9-4DAC4AC98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DE33A-405E-CC46-8F18-5355E9DDD1A5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0452-FB3D-6BC0-731C-B480584E2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69097-1533-9B95-A8A6-A9DA772FC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22FD4-2D70-F445-820F-303AAA064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70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2D407-8507-43B3-AC8A-5EC11875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3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706489-F04E-FED6-63CE-AF49AD757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A615A7-5F85-F971-B711-829B73BCEB2F}"/>
                  </a:ext>
                </a:extLst>
              </p14:cNvPr>
              <p14:cNvContentPartPr/>
              <p14:nvPr/>
            </p14:nvContentPartPr>
            <p14:xfrm>
              <a:off x="538560" y="326880"/>
              <a:ext cx="7683840" cy="5593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A615A7-5F85-F971-B711-829B73BCEB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200" y="317520"/>
                <a:ext cx="7702560" cy="561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04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2E7BF-5B30-B940-1913-BE5A63A4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E38E37-7D25-DC20-9C29-3C1FF7ABB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937AF4-AB74-90D1-28DD-3B71FFE61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C20EC9F-E923-3035-3127-BBD0B5F92D16}"/>
                  </a:ext>
                </a:extLst>
              </p14:cNvPr>
              <p14:cNvContentPartPr/>
              <p14:nvPr/>
            </p14:nvContentPartPr>
            <p14:xfrm>
              <a:off x="231480" y="438480"/>
              <a:ext cx="11885400" cy="5524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C20EC9F-E923-3035-3127-BBD0B5F92D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120" y="429120"/>
                <a:ext cx="11904120" cy="554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151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F9133-1392-E310-F0BE-89EA3E2A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8E1EA5-90A7-31D2-B581-653D850A0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B44522-4094-A9DD-8AD1-A771CB47E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527D5F-52F8-08A6-8E56-1D09C6AADAA0}"/>
                  </a:ext>
                </a:extLst>
              </p14:cNvPr>
              <p14:cNvContentPartPr/>
              <p14:nvPr/>
            </p14:nvContentPartPr>
            <p14:xfrm>
              <a:off x="180720" y="406440"/>
              <a:ext cx="11837160" cy="632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527D5F-52F8-08A6-8E56-1D09C6AADA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360" y="397080"/>
                <a:ext cx="11855880" cy="63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61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255E5-0C90-3AC7-0D1D-1D8E3C74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71E171-9173-465B-D84C-671E742C3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79A9D-D4F8-4629-915C-3B95C7DE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09000B-26F1-8D7D-26D0-20E1B9CDEC82}"/>
                  </a:ext>
                </a:extLst>
              </p14:cNvPr>
              <p14:cNvContentPartPr/>
              <p14:nvPr/>
            </p14:nvContentPartPr>
            <p14:xfrm>
              <a:off x="0" y="214560"/>
              <a:ext cx="6348960" cy="6599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09000B-26F1-8D7D-26D0-20E1B9CDEC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205200"/>
                <a:ext cx="6367680" cy="66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237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2025-12-21T08:34:06Z</dcterms:created>
  <dcterms:modified xsi:type="dcterms:W3CDTF">2025-12-21T10:01:18Z</dcterms:modified>
</cp:coreProperties>
</file>