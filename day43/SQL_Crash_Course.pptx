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ink/ink1.xml" ContentType="application/inkml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64"/>
  </p:normalViewPr>
  <p:slideViewPr>
    <p:cSldViewPr snapToGrid="0" snapToObjects="1">
      <p:cViewPr varScale="1">
        <p:scale>
          <a:sx n="112" d="100"/>
          <a:sy n="112" d="100"/>
        </p:scale>
        <p:origin x="17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F7ECDC-6B0A-4048-A1CF-6B321ECC989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6A6585-1ED9-45D9-B97E-B62420BB466C}">
      <dgm:prSet/>
      <dgm:spPr/>
      <dgm:t>
        <a:bodyPr/>
        <a:lstStyle/>
        <a:p>
          <a:r>
            <a:rPr lang="en-US"/>
            <a:t>Syntax:</a:t>
          </a:r>
        </a:p>
      </dgm:t>
    </dgm:pt>
    <dgm:pt modelId="{BC9BBCDD-69D2-4A13-973D-F3B71A591AED}" type="parTrans" cxnId="{47459037-E0E6-473A-88E4-1D7953B14275}">
      <dgm:prSet/>
      <dgm:spPr/>
      <dgm:t>
        <a:bodyPr/>
        <a:lstStyle/>
        <a:p>
          <a:endParaRPr lang="en-US"/>
        </a:p>
      </dgm:t>
    </dgm:pt>
    <dgm:pt modelId="{C016E190-B50C-4241-8208-B6BA79EE7B7C}" type="sibTrans" cxnId="{47459037-E0E6-473A-88E4-1D7953B14275}">
      <dgm:prSet/>
      <dgm:spPr/>
      <dgm:t>
        <a:bodyPr/>
        <a:lstStyle/>
        <a:p>
          <a:endParaRPr lang="en-US"/>
        </a:p>
      </dgm:t>
    </dgm:pt>
    <dgm:pt modelId="{BC2D731D-AEDA-4930-8CD3-1BC2313D294F}">
      <dgm:prSet/>
      <dgm:spPr/>
      <dgm:t>
        <a:bodyPr/>
        <a:lstStyle/>
        <a:p>
          <a:r>
            <a:rPr lang="en-US"/>
            <a:t>CREATE TABLE Employees (</a:t>
          </a:r>
        </a:p>
      </dgm:t>
    </dgm:pt>
    <dgm:pt modelId="{60D8663E-002B-45F5-B02B-AFBEC704730F}" type="parTrans" cxnId="{E1AB4062-7E3D-4742-A8C1-54ACFD178804}">
      <dgm:prSet/>
      <dgm:spPr/>
      <dgm:t>
        <a:bodyPr/>
        <a:lstStyle/>
        <a:p>
          <a:endParaRPr lang="en-US"/>
        </a:p>
      </dgm:t>
    </dgm:pt>
    <dgm:pt modelId="{085B6483-8505-4474-A239-0B09DC15530B}" type="sibTrans" cxnId="{E1AB4062-7E3D-4742-A8C1-54ACFD178804}">
      <dgm:prSet/>
      <dgm:spPr/>
      <dgm:t>
        <a:bodyPr/>
        <a:lstStyle/>
        <a:p>
          <a:endParaRPr lang="en-US"/>
        </a:p>
      </dgm:t>
    </dgm:pt>
    <dgm:pt modelId="{88C17070-9B14-4B44-A524-81C9905FABB4}">
      <dgm:prSet/>
      <dgm:spPr/>
      <dgm:t>
        <a:bodyPr/>
        <a:lstStyle/>
        <a:p>
          <a:r>
            <a:rPr lang="en-US"/>
            <a:t>EmpID INT PRIMARY KEY,</a:t>
          </a:r>
        </a:p>
      </dgm:t>
    </dgm:pt>
    <dgm:pt modelId="{5F3450A7-D8F0-436A-847C-0F9919F1D2A5}" type="parTrans" cxnId="{80836CD4-3755-45C4-B33F-129CA3817124}">
      <dgm:prSet/>
      <dgm:spPr/>
      <dgm:t>
        <a:bodyPr/>
        <a:lstStyle/>
        <a:p>
          <a:endParaRPr lang="en-US"/>
        </a:p>
      </dgm:t>
    </dgm:pt>
    <dgm:pt modelId="{23A2BB83-300A-4C27-9DD8-BA49F2D312DF}" type="sibTrans" cxnId="{80836CD4-3755-45C4-B33F-129CA3817124}">
      <dgm:prSet/>
      <dgm:spPr/>
      <dgm:t>
        <a:bodyPr/>
        <a:lstStyle/>
        <a:p>
          <a:endParaRPr lang="en-US"/>
        </a:p>
      </dgm:t>
    </dgm:pt>
    <dgm:pt modelId="{86096D95-319E-4102-917D-B9DE80DBD05E}">
      <dgm:prSet/>
      <dgm:spPr/>
      <dgm:t>
        <a:bodyPr/>
        <a:lstStyle/>
        <a:p>
          <a:r>
            <a:rPr lang="en-US"/>
            <a:t>Name VARCHAR(50),</a:t>
          </a:r>
        </a:p>
      </dgm:t>
    </dgm:pt>
    <dgm:pt modelId="{ACF864EC-9BBA-41B3-8739-7DD89AF3C8A0}" type="parTrans" cxnId="{FE0D20BD-27BD-4E5B-9EE3-E4DCA84E2BBF}">
      <dgm:prSet/>
      <dgm:spPr/>
      <dgm:t>
        <a:bodyPr/>
        <a:lstStyle/>
        <a:p>
          <a:endParaRPr lang="en-US"/>
        </a:p>
      </dgm:t>
    </dgm:pt>
    <dgm:pt modelId="{8ACE2EB6-C51F-4678-9213-477B1BF6C145}" type="sibTrans" cxnId="{FE0D20BD-27BD-4E5B-9EE3-E4DCA84E2BBF}">
      <dgm:prSet/>
      <dgm:spPr/>
      <dgm:t>
        <a:bodyPr/>
        <a:lstStyle/>
        <a:p>
          <a:endParaRPr lang="en-US"/>
        </a:p>
      </dgm:t>
    </dgm:pt>
    <dgm:pt modelId="{177006F0-92B2-460D-825D-2FB07B6D66F0}">
      <dgm:prSet/>
      <dgm:spPr/>
      <dgm:t>
        <a:bodyPr/>
        <a:lstStyle/>
        <a:p>
          <a:r>
            <a:rPr lang="en-US"/>
            <a:t>Salary INT,</a:t>
          </a:r>
        </a:p>
      </dgm:t>
    </dgm:pt>
    <dgm:pt modelId="{9431B8F9-A04E-44D6-8115-3927F77388B4}" type="parTrans" cxnId="{B2CAD09C-3A99-4509-B296-72C2AED80281}">
      <dgm:prSet/>
      <dgm:spPr/>
      <dgm:t>
        <a:bodyPr/>
        <a:lstStyle/>
        <a:p>
          <a:endParaRPr lang="en-US"/>
        </a:p>
      </dgm:t>
    </dgm:pt>
    <dgm:pt modelId="{A581E15E-6126-4E31-8C38-4F0854791DD7}" type="sibTrans" cxnId="{B2CAD09C-3A99-4509-B296-72C2AED80281}">
      <dgm:prSet/>
      <dgm:spPr/>
      <dgm:t>
        <a:bodyPr/>
        <a:lstStyle/>
        <a:p>
          <a:endParaRPr lang="en-US"/>
        </a:p>
      </dgm:t>
    </dgm:pt>
    <dgm:pt modelId="{E5914F75-BDA6-4C6C-8C5D-354E532F90BE}">
      <dgm:prSet/>
      <dgm:spPr/>
      <dgm:t>
        <a:bodyPr/>
        <a:lstStyle/>
        <a:p>
          <a:r>
            <a:rPr lang="en-US"/>
            <a:t>DeptID INT</a:t>
          </a:r>
        </a:p>
      </dgm:t>
    </dgm:pt>
    <dgm:pt modelId="{761E1C67-701F-4750-BED4-CD400438EBFF}" type="parTrans" cxnId="{0CA27ED6-AD1D-4B89-9615-132BB9E9282F}">
      <dgm:prSet/>
      <dgm:spPr/>
      <dgm:t>
        <a:bodyPr/>
        <a:lstStyle/>
        <a:p>
          <a:endParaRPr lang="en-US"/>
        </a:p>
      </dgm:t>
    </dgm:pt>
    <dgm:pt modelId="{D5651976-9470-4D0C-A222-1CC8075A9A75}" type="sibTrans" cxnId="{0CA27ED6-AD1D-4B89-9615-132BB9E9282F}">
      <dgm:prSet/>
      <dgm:spPr/>
      <dgm:t>
        <a:bodyPr/>
        <a:lstStyle/>
        <a:p>
          <a:endParaRPr lang="en-US"/>
        </a:p>
      </dgm:t>
    </dgm:pt>
    <dgm:pt modelId="{BC3E8EEA-528C-4CDD-B4B5-E4214608B604}">
      <dgm:prSet/>
      <dgm:spPr/>
      <dgm:t>
        <a:bodyPr/>
        <a:lstStyle/>
        <a:p>
          <a:r>
            <a:rPr lang="en-US"/>
            <a:t>);</a:t>
          </a:r>
        </a:p>
      </dgm:t>
    </dgm:pt>
    <dgm:pt modelId="{EEE704CB-8FC1-4990-9737-461F953103C9}" type="parTrans" cxnId="{0352542E-31FF-49AD-B000-E7019BAC97AE}">
      <dgm:prSet/>
      <dgm:spPr/>
      <dgm:t>
        <a:bodyPr/>
        <a:lstStyle/>
        <a:p>
          <a:endParaRPr lang="en-US"/>
        </a:p>
      </dgm:t>
    </dgm:pt>
    <dgm:pt modelId="{48E9FE14-E898-46C6-A154-35C5B3B11690}" type="sibTrans" cxnId="{0352542E-31FF-49AD-B000-E7019BAC97AE}">
      <dgm:prSet/>
      <dgm:spPr/>
      <dgm:t>
        <a:bodyPr/>
        <a:lstStyle/>
        <a:p>
          <a:endParaRPr lang="en-US"/>
        </a:p>
      </dgm:t>
    </dgm:pt>
    <dgm:pt modelId="{474B2E75-670D-4410-B1E9-03C6F9451DF9}">
      <dgm:prSet/>
      <dgm:spPr/>
      <dgm:t>
        <a:bodyPr/>
        <a:lstStyle/>
        <a:p>
          <a:r>
            <a:rPr lang="en-US"/>
            <a:t>Example: Creates a table Employees with 4 columns.</a:t>
          </a:r>
        </a:p>
      </dgm:t>
    </dgm:pt>
    <dgm:pt modelId="{4AED305E-9B03-4E3D-A3CE-FC7440B1E596}" type="parTrans" cxnId="{15CB03DB-1AA0-4952-9D1D-31F16D6BD0E3}">
      <dgm:prSet/>
      <dgm:spPr/>
      <dgm:t>
        <a:bodyPr/>
        <a:lstStyle/>
        <a:p>
          <a:endParaRPr lang="en-US"/>
        </a:p>
      </dgm:t>
    </dgm:pt>
    <dgm:pt modelId="{A48DAF36-1887-4325-9256-81E91570F004}" type="sibTrans" cxnId="{15CB03DB-1AA0-4952-9D1D-31F16D6BD0E3}">
      <dgm:prSet/>
      <dgm:spPr/>
      <dgm:t>
        <a:bodyPr/>
        <a:lstStyle/>
        <a:p>
          <a:endParaRPr lang="en-US"/>
        </a:p>
      </dgm:t>
    </dgm:pt>
    <dgm:pt modelId="{E56A276D-D6EA-438D-8DAC-22B85B46D12F}">
      <dgm:prSet/>
      <dgm:spPr/>
      <dgm:t>
        <a:bodyPr/>
        <a:lstStyle/>
        <a:p>
          <a:r>
            <a:rPr lang="en-US"/>
            <a:t>Output: Table created (no direct output).</a:t>
          </a:r>
        </a:p>
      </dgm:t>
    </dgm:pt>
    <dgm:pt modelId="{BF4A04AF-E559-4586-BF0B-6A8FEFF58C0D}" type="parTrans" cxnId="{0DE9126F-E81A-4C6B-BA79-1F94B2F46D58}">
      <dgm:prSet/>
      <dgm:spPr/>
      <dgm:t>
        <a:bodyPr/>
        <a:lstStyle/>
        <a:p>
          <a:endParaRPr lang="en-US"/>
        </a:p>
      </dgm:t>
    </dgm:pt>
    <dgm:pt modelId="{3884670C-34AE-4ABB-A366-03B2AE93621F}" type="sibTrans" cxnId="{0DE9126F-E81A-4C6B-BA79-1F94B2F46D58}">
      <dgm:prSet/>
      <dgm:spPr/>
      <dgm:t>
        <a:bodyPr/>
        <a:lstStyle/>
        <a:p>
          <a:endParaRPr lang="en-US"/>
        </a:p>
      </dgm:t>
    </dgm:pt>
    <dgm:pt modelId="{41EA8DC8-E8AD-CE47-B6F8-8B4813F50D7B}" type="pres">
      <dgm:prSet presAssocID="{48F7ECDC-6B0A-4048-A1CF-6B321ECC989A}" presName="vert0" presStyleCnt="0">
        <dgm:presLayoutVars>
          <dgm:dir/>
          <dgm:animOne val="branch"/>
          <dgm:animLvl val="lvl"/>
        </dgm:presLayoutVars>
      </dgm:prSet>
      <dgm:spPr/>
    </dgm:pt>
    <dgm:pt modelId="{37C8ED0F-604F-2E42-8742-2BADC029FC5A}" type="pres">
      <dgm:prSet presAssocID="{366A6585-1ED9-45D9-B97E-B62420BB466C}" presName="thickLine" presStyleLbl="alignNode1" presStyleIdx="0" presStyleCnt="9"/>
      <dgm:spPr/>
    </dgm:pt>
    <dgm:pt modelId="{25E8CDB3-6A55-F34A-BCF9-38F4BF21507A}" type="pres">
      <dgm:prSet presAssocID="{366A6585-1ED9-45D9-B97E-B62420BB466C}" presName="horz1" presStyleCnt="0"/>
      <dgm:spPr/>
    </dgm:pt>
    <dgm:pt modelId="{A177DF4A-4793-734D-BBE1-A051529C3AC0}" type="pres">
      <dgm:prSet presAssocID="{366A6585-1ED9-45D9-B97E-B62420BB466C}" presName="tx1" presStyleLbl="revTx" presStyleIdx="0" presStyleCnt="9"/>
      <dgm:spPr/>
    </dgm:pt>
    <dgm:pt modelId="{F0AEC481-E5BA-174B-98B8-56CBA6047920}" type="pres">
      <dgm:prSet presAssocID="{366A6585-1ED9-45D9-B97E-B62420BB466C}" presName="vert1" presStyleCnt="0"/>
      <dgm:spPr/>
    </dgm:pt>
    <dgm:pt modelId="{8A9FB557-6F56-CF48-B686-9D1474FEFC38}" type="pres">
      <dgm:prSet presAssocID="{BC2D731D-AEDA-4930-8CD3-1BC2313D294F}" presName="thickLine" presStyleLbl="alignNode1" presStyleIdx="1" presStyleCnt="9"/>
      <dgm:spPr/>
    </dgm:pt>
    <dgm:pt modelId="{49098572-8FD0-5845-A3B4-A78AE59A556D}" type="pres">
      <dgm:prSet presAssocID="{BC2D731D-AEDA-4930-8CD3-1BC2313D294F}" presName="horz1" presStyleCnt="0"/>
      <dgm:spPr/>
    </dgm:pt>
    <dgm:pt modelId="{92041A8C-F871-8444-8E20-DE993DD7E15E}" type="pres">
      <dgm:prSet presAssocID="{BC2D731D-AEDA-4930-8CD3-1BC2313D294F}" presName="tx1" presStyleLbl="revTx" presStyleIdx="1" presStyleCnt="9"/>
      <dgm:spPr/>
    </dgm:pt>
    <dgm:pt modelId="{19BF91C5-A1C8-E748-9CE6-E8A941D31C29}" type="pres">
      <dgm:prSet presAssocID="{BC2D731D-AEDA-4930-8CD3-1BC2313D294F}" presName="vert1" presStyleCnt="0"/>
      <dgm:spPr/>
    </dgm:pt>
    <dgm:pt modelId="{08FC3F15-DB1D-D949-80B2-9C6DD8125248}" type="pres">
      <dgm:prSet presAssocID="{88C17070-9B14-4B44-A524-81C9905FABB4}" presName="thickLine" presStyleLbl="alignNode1" presStyleIdx="2" presStyleCnt="9"/>
      <dgm:spPr/>
    </dgm:pt>
    <dgm:pt modelId="{AA3F8E29-95BE-D04A-BE70-06EC1BCEC9C0}" type="pres">
      <dgm:prSet presAssocID="{88C17070-9B14-4B44-A524-81C9905FABB4}" presName="horz1" presStyleCnt="0"/>
      <dgm:spPr/>
    </dgm:pt>
    <dgm:pt modelId="{0755FD9D-1D82-5747-95E1-21A3C986E269}" type="pres">
      <dgm:prSet presAssocID="{88C17070-9B14-4B44-A524-81C9905FABB4}" presName="tx1" presStyleLbl="revTx" presStyleIdx="2" presStyleCnt="9"/>
      <dgm:spPr/>
    </dgm:pt>
    <dgm:pt modelId="{8E36AAE6-90CC-5346-BB7E-1EAF443B5DB6}" type="pres">
      <dgm:prSet presAssocID="{88C17070-9B14-4B44-A524-81C9905FABB4}" presName="vert1" presStyleCnt="0"/>
      <dgm:spPr/>
    </dgm:pt>
    <dgm:pt modelId="{A4AA2C74-3B77-054E-9B67-54D9B3EC5338}" type="pres">
      <dgm:prSet presAssocID="{86096D95-319E-4102-917D-B9DE80DBD05E}" presName="thickLine" presStyleLbl="alignNode1" presStyleIdx="3" presStyleCnt="9"/>
      <dgm:spPr/>
    </dgm:pt>
    <dgm:pt modelId="{EEAFE4EE-8390-1040-9081-3CBE122AFC52}" type="pres">
      <dgm:prSet presAssocID="{86096D95-319E-4102-917D-B9DE80DBD05E}" presName="horz1" presStyleCnt="0"/>
      <dgm:spPr/>
    </dgm:pt>
    <dgm:pt modelId="{39E1B413-A2AD-FC42-B2C8-BB897E701B26}" type="pres">
      <dgm:prSet presAssocID="{86096D95-319E-4102-917D-B9DE80DBD05E}" presName="tx1" presStyleLbl="revTx" presStyleIdx="3" presStyleCnt="9"/>
      <dgm:spPr/>
    </dgm:pt>
    <dgm:pt modelId="{F080C303-7AC1-F841-B280-9E693A2A9F5A}" type="pres">
      <dgm:prSet presAssocID="{86096D95-319E-4102-917D-B9DE80DBD05E}" presName="vert1" presStyleCnt="0"/>
      <dgm:spPr/>
    </dgm:pt>
    <dgm:pt modelId="{35E694E7-6F9D-4C4E-AB41-3C8957AC4CE5}" type="pres">
      <dgm:prSet presAssocID="{177006F0-92B2-460D-825D-2FB07B6D66F0}" presName="thickLine" presStyleLbl="alignNode1" presStyleIdx="4" presStyleCnt="9"/>
      <dgm:spPr/>
    </dgm:pt>
    <dgm:pt modelId="{F7131CEA-3076-4D43-8305-992013494BF8}" type="pres">
      <dgm:prSet presAssocID="{177006F0-92B2-460D-825D-2FB07B6D66F0}" presName="horz1" presStyleCnt="0"/>
      <dgm:spPr/>
    </dgm:pt>
    <dgm:pt modelId="{A000E8EE-A931-784F-AA38-DF26D7A4B177}" type="pres">
      <dgm:prSet presAssocID="{177006F0-92B2-460D-825D-2FB07B6D66F0}" presName="tx1" presStyleLbl="revTx" presStyleIdx="4" presStyleCnt="9"/>
      <dgm:spPr/>
    </dgm:pt>
    <dgm:pt modelId="{4669E940-5056-D940-B05C-D111992DB57C}" type="pres">
      <dgm:prSet presAssocID="{177006F0-92B2-460D-825D-2FB07B6D66F0}" presName="vert1" presStyleCnt="0"/>
      <dgm:spPr/>
    </dgm:pt>
    <dgm:pt modelId="{3B9031AE-E27C-E24F-9348-9927E98CC880}" type="pres">
      <dgm:prSet presAssocID="{E5914F75-BDA6-4C6C-8C5D-354E532F90BE}" presName="thickLine" presStyleLbl="alignNode1" presStyleIdx="5" presStyleCnt="9"/>
      <dgm:spPr/>
    </dgm:pt>
    <dgm:pt modelId="{CC4717CB-4CE6-D94A-B393-3BEBE9C2D8C0}" type="pres">
      <dgm:prSet presAssocID="{E5914F75-BDA6-4C6C-8C5D-354E532F90BE}" presName="horz1" presStyleCnt="0"/>
      <dgm:spPr/>
    </dgm:pt>
    <dgm:pt modelId="{90DD589E-401D-F343-A508-C6C71CA93DEC}" type="pres">
      <dgm:prSet presAssocID="{E5914F75-BDA6-4C6C-8C5D-354E532F90BE}" presName="tx1" presStyleLbl="revTx" presStyleIdx="5" presStyleCnt="9"/>
      <dgm:spPr/>
    </dgm:pt>
    <dgm:pt modelId="{CA801986-EF95-9041-BAA7-65A657539FB2}" type="pres">
      <dgm:prSet presAssocID="{E5914F75-BDA6-4C6C-8C5D-354E532F90BE}" presName="vert1" presStyleCnt="0"/>
      <dgm:spPr/>
    </dgm:pt>
    <dgm:pt modelId="{1A10685E-7873-0E47-953C-1FA1DDE2F7CB}" type="pres">
      <dgm:prSet presAssocID="{BC3E8EEA-528C-4CDD-B4B5-E4214608B604}" presName="thickLine" presStyleLbl="alignNode1" presStyleIdx="6" presStyleCnt="9"/>
      <dgm:spPr/>
    </dgm:pt>
    <dgm:pt modelId="{AAAAFF61-7CA8-1142-940E-E65D83ED7DBC}" type="pres">
      <dgm:prSet presAssocID="{BC3E8EEA-528C-4CDD-B4B5-E4214608B604}" presName="horz1" presStyleCnt="0"/>
      <dgm:spPr/>
    </dgm:pt>
    <dgm:pt modelId="{3047CB18-CD90-3442-BC66-7B721B4A4678}" type="pres">
      <dgm:prSet presAssocID="{BC3E8EEA-528C-4CDD-B4B5-E4214608B604}" presName="tx1" presStyleLbl="revTx" presStyleIdx="6" presStyleCnt="9"/>
      <dgm:spPr/>
    </dgm:pt>
    <dgm:pt modelId="{B32C832D-E185-6142-9960-8DA85F186606}" type="pres">
      <dgm:prSet presAssocID="{BC3E8EEA-528C-4CDD-B4B5-E4214608B604}" presName="vert1" presStyleCnt="0"/>
      <dgm:spPr/>
    </dgm:pt>
    <dgm:pt modelId="{C8F191FD-34F4-6841-9F61-3EFE347965C4}" type="pres">
      <dgm:prSet presAssocID="{474B2E75-670D-4410-B1E9-03C6F9451DF9}" presName="thickLine" presStyleLbl="alignNode1" presStyleIdx="7" presStyleCnt="9"/>
      <dgm:spPr/>
    </dgm:pt>
    <dgm:pt modelId="{7F3FB621-B8BF-BC47-964E-5C6AA6160553}" type="pres">
      <dgm:prSet presAssocID="{474B2E75-670D-4410-B1E9-03C6F9451DF9}" presName="horz1" presStyleCnt="0"/>
      <dgm:spPr/>
    </dgm:pt>
    <dgm:pt modelId="{515B3E7E-DF9F-5B46-B0B1-E20B0CD84533}" type="pres">
      <dgm:prSet presAssocID="{474B2E75-670D-4410-B1E9-03C6F9451DF9}" presName="tx1" presStyleLbl="revTx" presStyleIdx="7" presStyleCnt="9"/>
      <dgm:spPr/>
    </dgm:pt>
    <dgm:pt modelId="{DD6EA7D8-AE28-9B4B-AE52-26067795EC16}" type="pres">
      <dgm:prSet presAssocID="{474B2E75-670D-4410-B1E9-03C6F9451DF9}" presName="vert1" presStyleCnt="0"/>
      <dgm:spPr/>
    </dgm:pt>
    <dgm:pt modelId="{38F2FFAA-5F03-A045-B3D9-917A2838407E}" type="pres">
      <dgm:prSet presAssocID="{E56A276D-D6EA-438D-8DAC-22B85B46D12F}" presName="thickLine" presStyleLbl="alignNode1" presStyleIdx="8" presStyleCnt="9"/>
      <dgm:spPr/>
    </dgm:pt>
    <dgm:pt modelId="{8A1DFA14-1BB4-EE42-B58A-C5DB2835B8F4}" type="pres">
      <dgm:prSet presAssocID="{E56A276D-D6EA-438D-8DAC-22B85B46D12F}" presName="horz1" presStyleCnt="0"/>
      <dgm:spPr/>
    </dgm:pt>
    <dgm:pt modelId="{486B0BF0-6477-1F49-9F9D-3896D5A32096}" type="pres">
      <dgm:prSet presAssocID="{E56A276D-D6EA-438D-8DAC-22B85B46D12F}" presName="tx1" presStyleLbl="revTx" presStyleIdx="8" presStyleCnt="9"/>
      <dgm:spPr/>
    </dgm:pt>
    <dgm:pt modelId="{C5E30924-BB00-8544-9891-B86F82926F0F}" type="pres">
      <dgm:prSet presAssocID="{E56A276D-D6EA-438D-8DAC-22B85B46D12F}" presName="vert1" presStyleCnt="0"/>
      <dgm:spPr/>
    </dgm:pt>
  </dgm:ptLst>
  <dgm:cxnLst>
    <dgm:cxn modelId="{B143DC00-547B-0F44-9AD3-679018D85236}" type="presOf" srcId="{366A6585-1ED9-45D9-B97E-B62420BB466C}" destId="{A177DF4A-4793-734D-BBE1-A051529C3AC0}" srcOrd="0" destOrd="0" presId="urn:microsoft.com/office/officeart/2008/layout/LinedList"/>
    <dgm:cxn modelId="{0352542E-31FF-49AD-B000-E7019BAC97AE}" srcId="{48F7ECDC-6B0A-4048-A1CF-6B321ECC989A}" destId="{BC3E8EEA-528C-4CDD-B4B5-E4214608B604}" srcOrd="6" destOrd="0" parTransId="{EEE704CB-8FC1-4990-9737-461F953103C9}" sibTransId="{48E9FE14-E898-46C6-A154-35C5B3B11690}"/>
    <dgm:cxn modelId="{47459037-E0E6-473A-88E4-1D7953B14275}" srcId="{48F7ECDC-6B0A-4048-A1CF-6B321ECC989A}" destId="{366A6585-1ED9-45D9-B97E-B62420BB466C}" srcOrd="0" destOrd="0" parTransId="{BC9BBCDD-69D2-4A13-973D-F3B71A591AED}" sibTransId="{C016E190-B50C-4241-8208-B6BA79EE7B7C}"/>
    <dgm:cxn modelId="{E5112D5C-5D3E-3748-AA6B-0412D2FBE4D8}" type="presOf" srcId="{BC2D731D-AEDA-4930-8CD3-1BC2313D294F}" destId="{92041A8C-F871-8444-8E20-DE993DD7E15E}" srcOrd="0" destOrd="0" presId="urn:microsoft.com/office/officeart/2008/layout/LinedList"/>
    <dgm:cxn modelId="{E1AB4062-7E3D-4742-A8C1-54ACFD178804}" srcId="{48F7ECDC-6B0A-4048-A1CF-6B321ECC989A}" destId="{BC2D731D-AEDA-4930-8CD3-1BC2313D294F}" srcOrd="1" destOrd="0" parTransId="{60D8663E-002B-45F5-B02B-AFBEC704730F}" sibTransId="{085B6483-8505-4474-A239-0B09DC15530B}"/>
    <dgm:cxn modelId="{0DE9126F-E81A-4C6B-BA79-1F94B2F46D58}" srcId="{48F7ECDC-6B0A-4048-A1CF-6B321ECC989A}" destId="{E56A276D-D6EA-438D-8DAC-22B85B46D12F}" srcOrd="8" destOrd="0" parTransId="{BF4A04AF-E559-4586-BF0B-6A8FEFF58C0D}" sibTransId="{3884670C-34AE-4ABB-A366-03B2AE93621F}"/>
    <dgm:cxn modelId="{E99A1570-3FD1-8549-B8F3-3B0E6B21BFE6}" type="presOf" srcId="{88C17070-9B14-4B44-A524-81C9905FABB4}" destId="{0755FD9D-1D82-5747-95E1-21A3C986E269}" srcOrd="0" destOrd="0" presId="urn:microsoft.com/office/officeart/2008/layout/LinedList"/>
    <dgm:cxn modelId="{3D0A5F86-C270-CB49-84D2-8D8113D2B76A}" type="presOf" srcId="{BC3E8EEA-528C-4CDD-B4B5-E4214608B604}" destId="{3047CB18-CD90-3442-BC66-7B721B4A4678}" srcOrd="0" destOrd="0" presId="urn:microsoft.com/office/officeart/2008/layout/LinedList"/>
    <dgm:cxn modelId="{BCAECE96-508A-D04A-B3C4-E252B758815D}" type="presOf" srcId="{474B2E75-670D-4410-B1E9-03C6F9451DF9}" destId="{515B3E7E-DF9F-5B46-B0B1-E20B0CD84533}" srcOrd="0" destOrd="0" presId="urn:microsoft.com/office/officeart/2008/layout/LinedList"/>
    <dgm:cxn modelId="{B2CAD09C-3A99-4509-B296-72C2AED80281}" srcId="{48F7ECDC-6B0A-4048-A1CF-6B321ECC989A}" destId="{177006F0-92B2-460D-825D-2FB07B6D66F0}" srcOrd="4" destOrd="0" parTransId="{9431B8F9-A04E-44D6-8115-3927F77388B4}" sibTransId="{A581E15E-6126-4E31-8C38-4F0854791DD7}"/>
    <dgm:cxn modelId="{7D9C12AA-AB7D-3547-AE64-3464644AC71F}" type="presOf" srcId="{E56A276D-D6EA-438D-8DAC-22B85B46D12F}" destId="{486B0BF0-6477-1F49-9F9D-3896D5A32096}" srcOrd="0" destOrd="0" presId="urn:microsoft.com/office/officeart/2008/layout/LinedList"/>
    <dgm:cxn modelId="{2AE409B7-FB43-AE4E-8B8C-58522BB96102}" type="presOf" srcId="{177006F0-92B2-460D-825D-2FB07B6D66F0}" destId="{A000E8EE-A931-784F-AA38-DF26D7A4B177}" srcOrd="0" destOrd="0" presId="urn:microsoft.com/office/officeart/2008/layout/LinedList"/>
    <dgm:cxn modelId="{FE0D20BD-27BD-4E5B-9EE3-E4DCA84E2BBF}" srcId="{48F7ECDC-6B0A-4048-A1CF-6B321ECC989A}" destId="{86096D95-319E-4102-917D-B9DE80DBD05E}" srcOrd="3" destOrd="0" parTransId="{ACF864EC-9BBA-41B3-8739-7DD89AF3C8A0}" sibTransId="{8ACE2EB6-C51F-4678-9213-477B1BF6C145}"/>
    <dgm:cxn modelId="{B02C5DCC-1EEA-5C43-BAB3-8703E4CDFC20}" type="presOf" srcId="{48F7ECDC-6B0A-4048-A1CF-6B321ECC989A}" destId="{41EA8DC8-E8AD-CE47-B6F8-8B4813F50D7B}" srcOrd="0" destOrd="0" presId="urn:microsoft.com/office/officeart/2008/layout/LinedList"/>
    <dgm:cxn modelId="{932DABD1-0C06-0148-8F77-5A78889F25CD}" type="presOf" srcId="{86096D95-319E-4102-917D-B9DE80DBD05E}" destId="{39E1B413-A2AD-FC42-B2C8-BB897E701B26}" srcOrd="0" destOrd="0" presId="urn:microsoft.com/office/officeart/2008/layout/LinedList"/>
    <dgm:cxn modelId="{80836CD4-3755-45C4-B33F-129CA3817124}" srcId="{48F7ECDC-6B0A-4048-A1CF-6B321ECC989A}" destId="{88C17070-9B14-4B44-A524-81C9905FABB4}" srcOrd="2" destOrd="0" parTransId="{5F3450A7-D8F0-436A-847C-0F9919F1D2A5}" sibTransId="{23A2BB83-300A-4C27-9DD8-BA49F2D312DF}"/>
    <dgm:cxn modelId="{0CA27ED6-AD1D-4B89-9615-132BB9E9282F}" srcId="{48F7ECDC-6B0A-4048-A1CF-6B321ECC989A}" destId="{E5914F75-BDA6-4C6C-8C5D-354E532F90BE}" srcOrd="5" destOrd="0" parTransId="{761E1C67-701F-4750-BED4-CD400438EBFF}" sibTransId="{D5651976-9470-4D0C-A222-1CC8075A9A75}"/>
    <dgm:cxn modelId="{15CB03DB-1AA0-4952-9D1D-31F16D6BD0E3}" srcId="{48F7ECDC-6B0A-4048-A1CF-6B321ECC989A}" destId="{474B2E75-670D-4410-B1E9-03C6F9451DF9}" srcOrd="7" destOrd="0" parTransId="{4AED305E-9B03-4E3D-A3CE-FC7440B1E596}" sibTransId="{A48DAF36-1887-4325-9256-81E91570F004}"/>
    <dgm:cxn modelId="{B56E57E1-C767-CE40-8D9B-4375F4DCBC33}" type="presOf" srcId="{E5914F75-BDA6-4C6C-8C5D-354E532F90BE}" destId="{90DD589E-401D-F343-A508-C6C71CA93DEC}" srcOrd="0" destOrd="0" presId="urn:microsoft.com/office/officeart/2008/layout/LinedList"/>
    <dgm:cxn modelId="{1F67DD71-FAEA-B34E-BBA5-B43E91741146}" type="presParOf" srcId="{41EA8DC8-E8AD-CE47-B6F8-8B4813F50D7B}" destId="{37C8ED0F-604F-2E42-8742-2BADC029FC5A}" srcOrd="0" destOrd="0" presId="urn:microsoft.com/office/officeart/2008/layout/LinedList"/>
    <dgm:cxn modelId="{EE3CF67B-5EE8-C44D-8A78-0DC95B5D764F}" type="presParOf" srcId="{41EA8DC8-E8AD-CE47-B6F8-8B4813F50D7B}" destId="{25E8CDB3-6A55-F34A-BCF9-38F4BF21507A}" srcOrd="1" destOrd="0" presId="urn:microsoft.com/office/officeart/2008/layout/LinedList"/>
    <dgm:cxn modelId="{7C50BC22-1E35-9B4A-A3F5-33F86DCB9850}" type="presParOf" srcId="{25E8CDB3-6A55-F34A-BCF9-38F4BF21507A}" destId="{A177DF4A-4793-734D-BBE1-A051529C3AC0}" srcOrd="0" destOrd="0" presId="urn:microsoft.com/office/officeart/2008/layout/LinedList"/>
    <dgm:cxn modelId="{B7F21EB4-15F0-1B41-A020-C051FDE05C83}" type="presParOf" srcId="{25E8CDB3-6A55-F34A-BCF9-38F4BF21507A}" destId="{F0AEC481-E5BA-174B-98B8-56CBA6047920}" srcOrd="1" destOrd="0" presId="urn:microsoft.com/office/officeart/2008/layout/LinedList"/>
    <dgm:cxn modelId="{CC415C4A-58F3-D943-A780-4B967D7C5462}" type="presParOf" srcId="{41EA8DC8-E8AD-CE47-B6F8-8B4813F50D7B}" destId="{8A9FB557-6F56-CF48-B686-9D1474FEFC38}" srcOrd="2" destOrd="0" presId="urn:microsoft.com/office/officeart/2008/layout/LinedList"/>
    <dgm:cxn modelId="{36A552E3-AC8A-B546-9892-358F0DF6D45C}" type="presParOf" srcId="{41EA8DC8-E8AD-CE47-B6F8-8B4813F50D7B}" destId="{49098572-8FD0-5845-A3B4-A78AE59A556D}" srcOrd="3" destOrd="0" presId="urn:microsoft.com/office/officeart/2008/layout/LinedList"/>
    <dgm:cxn modelId="{64477B75-87C4-FE4A-B9A7-186724DA9104}" type="presParOf" srcId="{49098572-8FD0-5845-A3B4-A78AE59A556D}" destId="{92041A8C-F871-8444-8E20-DE993DD7E15E}" srcOrd="0" destOrd="0" presId="urn:microsoft.com/office/officeart/2008/layout/LinedList"/>
    <dgm:cxn modelId="{3EB1E4B5-2B53-394C-A337-EC5F26D4D0DD}" type="presParOf" srcId="{49098572-8FD0-5845-A3B4-A78AE59A556D}" destId="{19BF91C5-A1C8-E748-9CE6-E8A941D31C29}" srcOrd="1" destOrd="0" presId="urn:microsoft.com/office/officeart/2008/layout/LinedList"/>
    <dgm:cxn modelId="{703B2537-8EF6-8B46-B8D5-4708F899E6F6}" type="presParOf" srcId="{41EA8DC8-E8AD-CE47-B6F8-8B4813F50D7B}" destId="{08FC3F15-DB1D-D949-80B2-9C6DD8125248}" srcOrd="4" destOrd="0" presId="urn:microsoft.com/office/officeart/2008/layout/LinedList"/>
    <dgm:cxn modelId="{E20F53C6-EFF3-174A-AB1D-0E7EA9CED204}" type="presParOf" srcId="{41EA8DC8-E8AD-CE47-B6F8-8B4813F50D7B}" destId="{AA3F8E29-95BE-D04A-BE70-06EC1BCEC9C0}" srcOrd="5" destOrd="0" presId="urn:microsoft.com/office/officeart/2008/layout/LinedList"/>
    <dgm:cxn modelId="{E1A2146D-3C73-5D43-8701-CAC0C2515718}" type="presParOf" srcId="{AA3F8E29-95BE-D04A-BE70-06EC1BCEC9C0}" destId="{0755FD9D-1D82-5747-95E1-21A3C986E269}" srcOrd="0" destOrd="0" presId="urn:microsoft.com/office/officeart/2008/layout/LinedList"/>
    <dgm:cxn modelId="{3C7429B0-1209-0143-B304-910A8C5FABA9}" type="presParOf" srcId="{AA3F8E29-95BE-D04A-BE70-06EC1BCEC9C0}" destId="{8E36AAE6-90CC-5346-BB7E-1EAF443B5DB6}" srcOrd="1" destOrd="0" presId="urn:microsoft.com/office/officeart/2008/layout/LinedList"/>
    <dgm:cxn modelId="{383CC703-3199-034F-A0A2-000D4E578B8E}" type="presParOf" srcId="{41EA8DC8-E8AD-CE47-B6F8-8B4813F50D7B}" destId="{A4AA2C74-3B77-054E-9B67-54D9B3EC5338}" srcOrd="6" destOrd="0" presId="urn:microsoft.com/office/officeart/2008/layout/LinedList"/>
    <dgm:cxn modelId="{226F4888-9B90-7146-9204-6AFA85D67200}" type="presParOf" srcId="{41EA8DC8-E8AD-CE47-B6F8-8B4813F50D7B}" destId="{EEAFE4EE-8390-1040-9081-3CBE122AFC52}" srcOrd="7" destOrd="0" presId="urn:microsoft.com/office/officeart/2008/layout/LinedList"/>
    <dgm:cxn modelId="{1F9A07CE-6765-9C40-932C-6E32EAF45D09}" type="presParOf" srcId="{EEAFE4EE-8390-1040-9081-3CBE122AFC52}" destId="{39E1B413-A2AD-FC42-B2C8-BB897E701B26}" srcOrd="0" destOrd="0" presId="urn:microsoft.com/office/officeart/2008/layout/LinedList"/>
    <dgm:cxn modelId="{48555877-E018-BB47-BBCF-195751DAB12A}" type="presParOf" srcId="{EEAFE4EE-8390-1040-9081-3CBE122AFC52}" destId="{F080C303-7AC1-F841-B280-9E693A2A9F5A}" srcOrd="1" destOrd="0" presId="urn:microsoft.com/office/officeart/2008/layout/LinedList"/>
    <dgm:cxn modelId="{48FF2B0B-3A78-FB4D-95A5-2358D7D8DDA7}" type="presParOf" srcId="{41EA8DC8-E8AD-CE47-B6F8-8B4813F50D7B}" destId="{35E694E7-6F9D-4C4E-AB41-3C8957AC4CE5}" srcOrd="8" destOrd="0" presId="urn:microsoft.com/office/officeart/2008/layout/LinedList"/>
    <dgm:cxn modelId="{2D0B54B5-C8D8-9A4E-A77C-1B7CE7B87BB4}" type="presParOf" srcId="{41EA8DC8-E8AD-CE47-B6F8-8B4813F50D7B}" destId="{F7131CEA-3076-4D43-8305-992013494BF8}" srcOrd="9" destOrd="0" presId="urn:microsoft.com/office/officeart/2008/layout/LinedList"/>
    <dgm:cxn modelId="{42CB1E40-CFFF-1149-9508-25C9DE00C59E}" type="presParOf" srcId="{F7131CEA-3076-4D43-8305-992013494BF8}" destId="{A000E8EE-A931-784F-AA38-DF26D7A4B177}" srcOrd="0" destOrd="0" presId="urn:microsoft.com/office/officeart/2008/layout/LinedList"/>
    <dgm:cxn modelId="{6DB3D81A-1C8F-E246-92EE-7B9B6B82B9DA}" type="presParOf" srcId="{F7131CEA-3076-4D43-8305-992013494BF8}" destId="{4669E940-5056-D940-B05C-D111992DB57C}" srcOrd="1" destOrd="0" presId="urn:microsoft.com/office/officeart/2008/layout/LinedList"/>
    <dgm:cxn modelId="{BCD59BF2-7E3F-6640-A8EB-9622D9711C0F}" type="presParOf" srcId="{41EA8DC8-E8AD-CE47-B6F8-8B4813F50D7B}" destId="{3B9031AE-E27C-E24F-9348-9927E98CC880}" srcOrd="10" destOrd="0" presId="urn:microsoft.com/office/officeart/2008/layout/LinedList"/>
    <dgm:cxn modelId="{504458ED-B17A-2E4E-9F3D-EC2FED391B48}" type="presParOf" srcId="{41EA8DC8-E8AD-CE47-B6F8-8B4813F50D7B}" destId="{CC4717CB-4CE6-D94A-B393-3BEBE9C2D8C0}" srcOrd="11" destOrd="0" presId="urn:microsoft.com/office/officeart/2008/layout/LinedList"/>
    <dgm:cxn modelId="{367AAE07-3472-9F47-9C1C-5A58383FDD9B}" type="presParOf" srcId="{CC4717CB-4CE6-D94A-B393-3BEBE9C2D8C0}" destId="{90DD589E-401D-F343-A508-C6C71CA93DEC}" srcOrd="0" destOrd="0" presId="urn:microsoft.com/office/officeart/2008/layout/LinedList"/>
    <dgm:cxn modelId="{05E912DF-5800-8A4C-B570-78E688A58C9C}" type="presParOf" srcId="{CC4717CB-4CE6-D94A-B393-3BEBE9C2D8C0}" destId="{CA801986-EF95-9041-BAA7-65A657539FB2}" srcOrd="1" destOrd="0" presId="urn:microsoft.com/office/officeart/2008/layout/LinedList"/>
    <dgm:cxn modelId="{CD3F7DC7-BAB0-6E40-8463-D45255EB204A}" type="presParOf" srcId="{41EA8DC8-E8AD-CE47-B6F8-8B4813F50D7B}" destId="{1A10685E-7873-0E47-953C-1FA1DDE2F7CB}" srcOrd="12" destOrd="0" presId="urn:microsoft.com/office/officeart/2008/layout/LinedList"/>
    <dgm:cxn modelId="{85B886DF-D14B-5544-ABB5-063D926F1CC7}" type="presParOf" srcId="{41EA8DC8-E8AD-CE47-B6F8-8B4813F50D7B}" destId="{AAAAFF61-7CA8-1142-940E-E65D83ED7DBC}" srcOrd="13" destOrd="0" presId="urn:microsoft.com/office/officeart/2008/layout/LinedList"/>
    <dgm:cxn modelId="{3A6957F9-7B79-4D47-B0B4-8703A7DE5E0E}" type="presParOf" srcId="{AAAAFF61-7CA8-1142-940E-E65D83ED7DBC}" destId="{3047CB18-CD90-3442-BC66-7B721B4A4678}" srcOrd="0" destOrd="0" presId="urn:microsoft.com/office/officeart/2008/layout/LinedList"/>
    <dgm:cxn modelId="{8E915E91-F1FF-6D40-A7C9-BA5329953194}" type="presParOf" srcId="{AAAAFF61-7CA8-1142-940E-E65D83ED7DBC}" destId="{B32C832D-E185-6142-9960-8DA85F186606}" srcOrd="1" destOrd="0" presId="urn:microsoft.com/office/officeart/2008/layout/LinedList"/>
    <dgm:cxn modelId="{A0B68291-978A-CC4C-ADE3-631927599175}" type="presParOf" srcId="{41EA8DC8-E8AD-CE47-B6F8-8B4813F50D7B}" destId="{C8F191FD-34F4-6841-9F61-3EFE347965C4}" srcOrd="14" destOrd="0" presId="urn:microsoft.com/office/officeart/2008/layout/LinedList"/>
    <dgm:cxn modelId="{59AAC0C9-633E-9748-8B1A-AE2F852B114D}" type="presParOf" srcId="{41EA8DC8-E8AD-CE47-B6F8-8B4813F50D7B}" destId="{7F3FB621-B8BF-BC47-964E-5C6AA6160553}" srcOrd="15" destOrd="0" presId="urn:microsoft.com/office/officeart/2008/layout/LinedList"/>
    <dgm:cxn modelId="{B51A9599-31F7-9942-A15C-C04E7EDB8CB7}" type="presParOf" srcId="{7F3FB621-B8BF-BC47-964E-5C6AA6160553}" destId="{515B3E7E-DF9F-5B46-B0B1-E20B0CD84533}" srcOrd="0" destOrd="0" presId="urn:microsoft.com/office/officeart/2008/layout/LinedList"/>
    <dgm:cxn modelId="{2B868AA3-3B22-344B-B340-301A8C24AD53}" type="presParOf" srcId="{7F3FB621-B8BF-BC47-964E-5C6AA6160553}" destId="{DD6EA7D8-AE28-9B4B-AE52-26067795EC16}" srcOrd="1" destOrd="0" presId="urn:microsoft.com/office/officeart/2008/layout/LinedList"/>
    <dgm:cxn modelId="{B07B13A7-7BFA-4C4B-9ACD-629065A87DDD}" type="presParOf" srcId="{41EA8DC8-E8AD-CE47-B6F8-8B4813F50D7B}" destId="{38F2FFAA-5F03-A045-B3D9-917A2838407E}" srcOrd="16" destOrd="0" presId="urn:microsoft.com/office/officeart/2008/layout/LinedList"/>
    <dgm:cxn modelId="{AAA92ED3-FCEB-E340-8230-681D838350A8}" type="presParOf" srcId="{41EA8DC8-E8AD-CE47-B6F8-8B4813F50D7B}" destId="{8A1DFA14-1BB4-EE42-B58A-C5DB2835B8F4}" srcOrd="17" destOrd="0" presId="urn:microsoft.com/office/officeart/2008/layout/LinedList"/>
    <dgm:cxn modelId="{D75DBB82-7196-7B41-9E33-2D29E8EBB7D7}" type="presParOf" srcId="{8A1DFA14-1BB4-EE42-B58A-C5DB2835B8F4}" destId="{486B0BF0-6477-1F49-9F9D-3896D5A32096}" srcOrd="0" destOrd="0" presId="urn:microsoft.com/office/officeart/2008/layout/LinedList"/>
    <dgm:cxn modelId="{7A4CA594-4A5E-5545-A7CD-9B28138B200D}" type="presParOf" srcId="{8A1DFA14-1BB4-EE42-B58A-C5DB2835B8F4}" destId="{C5E30924-BB00-8544-9891-B86F82926F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B51FAB-3EFF-4563-8FEC-D9FAFCF007B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69CC40C-6CAE-40AD-A3C5-27F05C81EA50}">
      <dgm:prSet/>
      <dgm:spPr/>
      <dgm:t>
        <a:bodyPr/>
        <a:lstStyle/>
        <a:p>
          <a:r>
            <a:rPr lang="en-US"/>
            <a:t>Syntax &amp; Example:</a:t>
          </a:r>
        </a:p>
      </dgm:t>
    </dgm:pt>
    <dgm:pt modelId="{C2FC3E86-A334-46E2-AD38-FB5410732567}" type="parTrans" cxnId="{135D5DD8-3FCB-4362-B8BD-908B211DEB7D}">
      <dgm:prSet/>
      <dgm:spPr/>
      <dgm:t>
        <a:bodyPr/>
        <a:lstStyle/>
        <a:p>
          <a:endParaRPr lang="en-US"/>
        </a:p>
      </dgm:t>
    </dgm:pt>
    <dgm:pt modelId="{1FAF101F-202E-42FB-8D5B-53D3B6F493C5}" type="sibTrans" cxnId="{135D5DD8-3FCB-4362-B8BD-908B211DEB7D}">
      <dgm:prSet/>
      <dgm:spPr/>
      <dgm:t>
        <a:bodyPr/>
        <a:lstStyle/>
        <a:p>
          <a:endParaRPr lang="en-US"/>
        </a:p>
      </dgm:t>
    </dgm:pt>
    <dgm:pt modelId="{05F2C4A7-BA2E-49F1-8E49-50ADBE389663}">
      <dgm:prSet/>
      <dgm:spPr/>
      <dgm:t>
        <a:bodyPr/>
        <a:lstStyle/>
        <a:p>
          <a:r>
            <a:rPr lang="en-US"/>
            <a:t>INSERT INTO Employees (EmpID, Name, Salary, DeptID)</a:t>
          </a:r>
        </a:p>
      </dgm:t>
    </dgm:pt>
    <dgm:pt modelId="{137D9A80-1C32-4D9E-96B9-A3EC02E06D68}" type="parTrans" cxnId="{94123680-9515-40A1-9B96-229CD01BD75B}">
      <dgm:prSet/>
      <dgm:spPr/>
      <dgm:t>
        <a:bodyPr/>
        <a:lstStyle/>
        <a:p>
          <a:endParaRPr lang="en-US"/>
        </a:p>
      </dgm:t>
    </dgm:pt>
    <dgm:pt modelId="{04FCB4FE-E5F9-437A-A4D8-6B92BC2992B4}" type="sibTrans" cxnId="{94123680-9515-40A1-9B96-229CD01BD75B}">
      <dgm:prSet/>
      <dgm:spPr/>
      <dgm:t>
        <a:bodyPr/>
        <a:lstStyle/>
        <a:p>
          <a:endParaRPr lang="en-US"/>
        </a:p>
      </dgm:t>
    </dgm:pt>
    <dgm:pt modelId="{3BF848B9-852E-4086-AB99-9620C01155EE}">
      <dgm:prSet/>
      <dgm:spPr/>
      <dgm:t>
        <a:bodyPr/>
        <a:lstStyle/>
        <a:p>
          <a:r>
            <a:rPr lang="en-US"/>
            <a:t>VALUES (1, 'Amit', 50000, 101);</a:t>
          </a:r>
        </a:p>
      </dgm:t>
    </dgm:pt>
    <dgm:pt modelId="{455690CE-8E34-4821-B38B-3691EF23A38D}" type="parTrans" cxnId="{60FB4620-6A1F-475F-AD7B-F27825769AAD}">
      <dgm:prSet/>
      <dgm:spPr/>
      <dgm:t>
        <a:bodyPr/>
        <a:lstStyle/>
        <a:p>
          <a:endParaRPr lang="en-US"/>
        </a:p>
      </dgm:t>
    </dgm:pt>
    <dgm:pt modelId="{E20DF10D-F49B-4074-A066-3384CE57E1C9}" type="sibTrans" cxnId="{60FB4620-6A1F-475F-AD7B-F27825769AAD}">
      <dgm:prSet/>
      <dgm:spPr/>
      <dgm:t>
        <a:bodyPr/>
        <a:lstStyle/>
        <a:p>
          <a:endParaRPr lang="en-US"/>
        </a:p>
      </dgm:t>
    </dgm:pt>
    <dgm:pt modelId="{05419C3A-D7CC-414E-9DBE-7FAB94C86FB0}">
      <dgm:prSet/>
      <dgm:spPr/>
      <dgm:t>
        <a:bodyPr/>
        <a:lstStyle/>
        <a:p>
          <a:r>
            <a:rPr lang="en-US"/>
            <a:t>UPDATE Employees SET Salary = 60000 WHERE EmpID = 1;</a:t>
          </a:r>
        </a:p>
      </dgm:t>
    </dgm:pt>
    <dgm:pt modelId="{FBBA8AB3-715D-4A58-94DC-EF5C3B84525D}" type="parTrans" cxnId="{E81B287F-8ECF-46DB-BF4F-B83E0E9BB905}">
      <dgm:prSet/>
      <dgm:spPr/>
      <dgm:t>
        <a:bodyPr/>
        <a:lstStyle/>
        <a:p>
          <a:endParaRPr lang="en-US"/>
        </a:p>
      </dgm:t>
    </dgm:pt>
    <dgm:pt modelId="{8A0A0C57-3CAC-4246-97B4-74617F138E35}" type="sibTrans" cxnId="{E81B287F-8ECF-46DB-BF4F-B83E0E9BB905}">
      <dgm:prSet/>
      <dgm:spPr/>
      <dgm:t>
        <a:bodyPr/>
        <a:lstStyle/>
        <a:p>
          <a:endParaRPr lang="en-US"/>
        </a:p>
      </dgm:t>
    </dgm:pt>
    <dgm:pt modelId="{4FEF1D89-D4A0-40A1-8A2D-F05046A8FB75}">
      <dgm:prSet/>
      <dgm:spPr/>
      <dgm:t>
        <a:bodyPr/>
        <a:lstStyle/>
        <a:p>
          <a:r>
            <a:rPr lang="en-US"/>
            <a:t>DELETE FROM Employees WHERE EmpID = 1;</a:t>
          </a:r>
        </a:p>
      </dgm:t>
    </dgm:pt>
    <dgm:pt modelId="{E1E59348-8BBD-4D48-A3D7-A73CDBCDD0C3}" type="parTrans" cxnId="{630E3F87-049B-47D6-903A-5AAB7CE0548D}">
      <dgm:prSet/>
      <dgm:spPr/>
      <dgm:t>
        <a:bodyPr/>
        <a:lstStyle/>
        <a:p>
          <a:endParaRPr lang="en-US"/>
        </a:p>
      </dgm:t>
    </dgm:pt>
    <dgm:pt modelId="{64D1EB40-3C8F-4E4C-BB32-E6E5B75512A9}" type="sibTrans" cxnId="{630E3F87-049B-47D6-903A-5AAB7CE0548D}">
      <dgm:prSet/>
      <dgm:spPr/>
      <dgm:t>
        <a:bodyPr/>
        <a:lstStyle/>
        <a:p>
          <a:endParaRPr lang="en-US"/>
        </a:p>
      </dgm:t>
    </dgm:pt>
    <dgm:pt modelId="{ECE17165-3ECC-47F2-853C-6002C562D69D}">
      <dgm:prSet/>
      <dgm:spPr/>
      <dgm:t>
        <a:bodyPr/>
        <a:lstStyle/>
        <a:p>
          <a:r>
            <a:rPr lang="en-US"/>
            <a:t>Output:</a:t>
          </a:r>
        </a:p>
      </dgm:t>
    </dgm:pt>
    <dgm:pt modelId="{96B0BE68-E175-4F4A-A4AF-F3036E7374C6}" type="parTrans" cxnId="{81AC2D80-B246-4AD2-839E-B05E55A649CC}">
      <dgm:prSet/>
      <dgm:spPr/>
      <dgm:t>
        <a:bodyPr/>
        <a:lstStyle/>
        <a:p>
          <a:endParaRPr lang="en-US"/>
        </a:p>
      </dgm:t>
    </dgm:pt>
    <dgm:pt modelId="{59320993-CBE1-44A8-AE41-C7A8C448F7D4}" type="sibTrans" cxnId="{81AC2D80-B246-4AD2-839E-B05E55A649CC}">
      <dgm:prSet/>
      <dgm:spPr/>
      <dgm:t>
        <a:bodyPr/>
        <a:lstStyle/>
        <a:p>
          <a:endParaRPr lang="en-US"/>
        </a:p>
      </dgm:t>
    </dgm:pt>
    <dgm:pt modelId="{5019ED74-E090-4CEE-B22D-97A9B9B2C5AD}">
      <dgm:prSet/>
      <dgm:spPr/>
      <dgm:t>
        <a:bodyPr/>
        <a:lstStyle/>
        <a:p>
          <a:r>
            <a:rPr lang="en-US"/>
            <a:t>| EmpID | Name | Salary | DeptID |</a:t>
          </a:r>
        </a:p>
      </dgm:t>
    </dgm:pt>
    <dgm:pt modelId="{FDAA7492-F2FD-40B6-B5DD-80CAC9AB6B44}" type="parTrans" cxnId="{886E8A17-9A74-4216-B0B7-281182388743}">
      <dgm:prSet/>
      <dgm:spPr/>
      <dgm:t>
        <a:bodyPr/>
        <a:lstStyle/>
        <a:p>
          <a:endParaRPr lang="en-US"/>
        </a:p>
      </dgm:t>
    </dgm:pt>
    <dgm:pt modelId="{3B8F5782-FE95-4A0D-835A-0366E3CA0B12}" type="sibTrans" cxnId="{886E8A17-9A74-4216-B0B7-281182388743}">
      <dgm:prSet/>
      <dgm:spPr/>
      <dgm:t>
        <a:bodyPr/>
        <a:lstStyle/>
        <a:p>
          <a:endParaRPr lang="en-US"/>
        </a:p>
      </dgm:t>
    </dgm:pt>
    <dgm:pt modelId="{6D77CF63-1282-4D7E-B629-5D78D744F100}">
      <dgm:prSet/>
      <dgm:spPr/>
      <dgm:t>
        <a:bodyPr/>
        <a:lstStyle/>
        <a:p>
          <a:r>
            <a:rPr lang="en-US"/>
            <a:t>|-------|------|--------|--------|</a:t>
          </a:r>
        </a:p>
      </dgm:t>
    </dgm:pt>
    <dgm:pt modelId="{E8E6DE29-F26C-4BB4-8052-81883C1980F9}" type="parTrans" cxnId="{F867B475-2D1A-463A-ADC9-7EECFE2E8046}">
      <dgm:prSet/>
      <dgm:spPr/>
      <dgm:t>
        <a:bodyPr/>
        <a:lstStyle/>
        <a:p>
          <a:endParaRPr lang="en-US"/>
        </a:p>
      </dgm:t>
    </dgm:pt>
    <dgm:pt modelId="{F7958C12-B3D8-4EDD-BBFD-D0D7E84ED224}" type="sibTrans" cxnId="{F867B475-2D1A-463A-ADC9-7EECFE2E8046}">
      <dgm:prSet/>
      <dgm:spPr/>
      <dgm:t>
        <a:bodyPr/>
        <a:lstStyle/>
        <a:p>
          <a:endParaRPr lang="en-US"/>
        </a:p>
      </dgm:t>
    </dgm:pt>
    <dgm:pt modelId="{5E00F90E-2418-420F-A9BC-1AB184E5DA4D}">
      <dgm:prSet/>
      <dgm:spPr/>
      <dgm:t>
        <a:bodyPr/>
        <a:lstStyle/>
        <a:p>
          <a:r>
            <a:rPr lang="en-US"/>
            <a:t>| 1     | Amit | 50000  | 101    |</a:t>
          </a:r>
        </a:p>
      </dgm:t>
    </dgm:pt>
    <dgm:pt modelId="{7786C239-0AB3-4663-A3D5-C1408513A851}" type="parTrans" cxnId="{3C507A6B-E57A-46D8-847A-2144C117A3AA}">
      <dgm:prSet/>
      <dgm:spPr/>
      <dgm:t>
        <a:bodyPr/>
        <a:lstStyle/>
        <a:p>
          <a:endParaRPr lang="en-US"/>
        </a:p>
      </dgm:t>
    </dgm:pt>
    <dgm:pt modelId="{FE8C3930-0E68-4630-9A41-A012687F7969}" type="sibTrans" cxnId="{3C507A6B-E57A-46D8-847A-2144C117A3AA}">
      <dgm:prSet/>
      <dgm:spPr/>
      <dgm:t>
        <a:bodyPr/>
        <a:lstStyle/>
        <a:p>
          <a:endParaRPr lang="en-US"/>
        </a:p>
      </dgm:t>
    </dgm:pt>
    <dgm:pt modelId="{258EC2CC-171A-0149-93E0-B3E9E181D259}" type="pres">
      <dgm:prSet presAssocID="{E1B51FAB-3EFF-4563-8FEC-D9FAFCF007B8}" presName="vert0" presStyleCnt="0">
        <dgm:presLayoutVars>
          <dgm:dir/>
          <dgm:animOne val="branch"/>
          <dgm:animLvl val="lvl"/>
        </dgm:presLayoutVars>
      </dgm:prSet>
      <dgm:spPr/>
    </dgm:pt>
    <dgm:pt modelId="{D7BF38B7-F70C-EF41-9DE4-71C90211C699}" type="pres">
      <dgm:prSet presAssocID="{869CC40C-6CAE-40AD-A3C5-27F05C81EA50}" presName="thickLine" presStyleLbl="alignNode1" presStyleIdx="0" presStyleCnt="9"/>
      <dgm:spPr/>
    </dgm:pt>
    <dgm:pt modelId="{3056FF65-5711-2941-A0D7-FFA61691B79E}" type="pres">
      <dgm:prSet presAssocID="{869CC40C-6CAE-40AD-A3C5-27F05C81EA50}" presName="horz1" presStyleCnt="0"/>
      <dgm:spPr/>
    </dgm:pt>
    <dgm:pt modelId="{E431066B-EB4F-CC4D-BF57-676E7CFDB257}" type="pres">
      <dgm:prSet presAssocID="{869CC40C-6CAE-40AD-A3C5-27F05C81EA50}" presName="tx1" presStyleLbl="revTx" presStyleIdx="0" presStyleCnt="9"/>
      <dgm:spPr/>
    </dgm:pt>
    <dgm:pt modelId="{E35814A9-A8AE-8746-A46F-193B714C42DE}" type="pres">
      <dgm:prSet presAssocID="{869CC40C-6CAE-40AD-A3C5-27F05C81EA50}" presName="vert1" presStyleCnt="0"/>
      <dgm:spPr/>
    </dgm:pt>
    <dgm:pt modelId="{2D10BB82-917A-CB48-9B4F-CEB618D71B52}" type="pres">
      <dgm:prSet presAssocID="{05F2C4A7-BA2E-49F1-8E49-50ADBE389663}" presName="thickLine" presStyleLbl="alignNode1" presStyleIdx="1" presStyleCnt="9"/>
      <dgm:spPr/>
    </dgm:pt>
    <dgm:pt modelId="{0A7758BC-F585-254F-B123-F274689354C9}" type="pres">
      <dgm:prSet presAssocID="{05F2C4A7-BA2E-49F1-8E49-50ADBE389663}" presName="horz1" presStyleCnt="0"/>
      <dgm:spPr/>
    </dgm:pt>
    <dgm:pt modelId="{FCE08FEF-FB2A-DC43-9412-EA36E54BB4F7}" type="pres">
      <dgm:prSet presAssocID="{05F2C4A7-BA2E-49F1-8E49-50ADBE389663}" presName="tx1" presStyleLbl="revTx" presStyleIdx="1" presStyleCnt="9"/>
      <dgm:spPr/>
    </dgm:pt>
    <dgm:pt modelId="{B499625E-72BE-7B43-8970-EDA4CDDC0FCB}" type="pres">
      <dgm:prSet presAssocID="{05F2C4A7-BA2E-49F1-8E49-50ADBE389663}" presName="vert1" presStyleCnt="0"/>
      <dgm:spPr/>
    </dgm:pt>
    <dgm:pt modelId="{350AD976-4BDE-3C4B-956D-0419F9732E54}" type="pres">
      <dgm:prSet presAssocID="{3BF848B9-852E-4086-AB99-9620C01155EE}" presName="thickLine" presStyleLbl="alignNode1" presStyleIdx="2" presStyleCnt="9"/>
      <dgm:spPr/>
    </dgm:pt>
    <dgm:pt modelId="{D72BA1B4-D61B-A544-A5D7-8B26EA26519A}" type="pres">
      <dgm:prSet presAssocID="{3BF848B9-852E-4086-AB99-9620C01155EE}" presName="horz1" presStyleCnt="0"/>
      <dgm:spPr/>
    </dgm:pt>
    <dgm:pt modelId="{C26290B0-251E-354E-9185-E2FF758D6838}" type="pres">
      <dgm:prSet presAssocID="{3BF848B9-852E-4086-AB99-9620C01155EE}" presName="tx1" presStyleLbl="revTx" presStyleIdx="2" presStyleCnt="9"/>
      <dgm:spPr/>
    </dgm:pt>
    <dgm:pt modelId="{EF24917E-A6B8-F244-8C5D-5FC274073F60}" type="pres">
      <dgm:prSet presAssocID="{3BF848B9-852E-4086-AB99-9620C01155EE}" presName="vert1" presStyleCnt="0"/>
      <dgm:spPr/>
    </dgm:pt>
    <dgm:pt modelId="{CDB3D8CC-95B3-7B46-AC93-A1A46DE0C7BD}" type="pres">
      <dgm:prSet presAssocID="{05419C3A-D7CC-414E-9DBE-7FAB94C86FB0}" presName="thickLine" presStyleLbl="alignNode1" presStyleIdx="3" presStyleCnt="9"/>
      <dgm:spPr/>
    </dgm:pt>
    <dgm:pt modelId="{7925BE49-C7A3-3049-B657-77313FB20B41}" type="pres">
      <dgm:prSet presAssocID="{05419C3A-D7CC-414E-9DBE-7FAB94C86FB0}" presName="horz1" presStyleCnt="0"/>
      <dgm:spPr/>
    </dgm:pt>
    <dgm:pt modelId="{EB90CBB5-6F4B-D849-B744-06F94B2E2301}" type="pres">
      <dgm:prSet presAssocID="{05419C3A-D7CC-414E-9DBE-7FAB94C86FB0}" presName="tx1" presStyleLbl="revTx" presStyleIdx="3" presStyleCnt="9"/>
      <dgm:spPr/>
    </dgm:pt>
    <dgm:pt modelId="{273861A9-2E25-4E4E-BA87-DB55DAE59CDB}" type="pres">
      <dgm:prSet presAssocID="{05419C3A-D7CC-414E-9DBE-7FAB94C86FB0}" presName="vert1" presStyleCnt="0"/>
      <dgm:spPr/>
    </dgm:pt>
    <dgm:pt modelId="{E97956D8-4535-4D4A-804A-FE64CC39E1A3}" type="pres">
      <dgm:prSet presAssocID="{4FEF1D89-D4A0-40A1-8A2D-F05046A8FB75}" presName="thickLine" presStyleLbl="alignNode1" presStyleIdx="4" presStyleCnt="9"/>
      <dgm:spPr/>
    </dgm:pt>
    <dgm:pt modelId="{0B7E1305-8FE8-A448-80D5-94EF77682ACF}" type="pres">
      <dgm:prSet presAssocID="{4FEF1D89-D4A0-40A1-8A2D-F05046A8FB75}" presName="horz1" presStyleCnt="0"/>
      <dgm:spPr/>
    </dgm:pt>
    <dgm:pt modelId="{4772CCC5-1872-3344-97A1-B658C75998CD}" type="pres">
      <dgm:prSet presAssocID="{4FEF1D89-D4A0-40A1-8A2D-F05046A8FB75}" presName="tx1" presStyleLbl="revTx" presStyleIdx="4" presStyleCnt="9"/>
      <dgm:spPr/>
    </dgm:pt>
    <dgm:pt modelId="{C3C51D2A-8921-4E4A-8A2F-9E8562CAB7D1}" type="pres">
      <dgm:prSet presAssocID="{4FEF1D89-D4A0-40A1-8A2D-F05046A8FB75}" presName="vert1" presStyleCnt="0"/>
      <dgm:spPr/>
    </dgm:pt>
    <dgm:pt modelId="{43B6A9D2-A6A0-3040-B52D-F639149F98CF}" type="pres">
      <dgm:prSet presAssocID="{ECE17165-3ECC-47F2-853C-6002C562D69D}" presName="thickLine" presStyleLbl="alignNode1" presStyleIdx="5" presStyleCnt="9"/>
      <dgm:spPr/>
    </dgm:pt>
    <dgm:pt modelId="{5D2AA0A9-B7A0-CA44-8C9E-4736E7E89850}" type="pres">
      <dgm:prSet presAssocID="{ECE17165-3ECC-47F2-853C-6002C562D69D}" presName="horz1" presStyleCnt="0"/>
      <dgm:spPr/>
    </dgm:pt>
    <dgm:pt modelId="{DC00E048-7D6A-0C4A-9DE4-447590847F30}" type="pres">
      <dgm:prSet presAssocID="{ECE17165-3ECC-47F2-853C-6002C562D69D}" presName="tx1" presStyleLbl="revTx" presStyleIdx="5" presStyleCnt="9"/>
      <dgm:spPr/>
    </dgm:pt>
    <dgm:pt modelId="{47F99D7F-8CC3-B34B-A7D6-7B2FECBD8F47}" type="pres">
      <dgm:prSet presAssocID="{ECE17165-3ECC-47F2-853C-6002C562D69D}" presName="vert1" presStyleCnt="0"/>
      <dgm:spPr/>
    </dgm:pt>
    <dgm:pt modelId="{2BF72A82-4D11-7F4B-A22F-6387DB07550E}" type="pres">
      <dgm:prSet presAssocID="{5019ED74-E090-4CEE-B22D-97A9B9B2C5AD}" presName="thickLine" presStyleLbl="alignNode1" presStyleIdx="6" presStyleCnt="9"/>
      <dgm:spPr/>
    </dgm:pt>
    <dgm:pt modelId="{0AA720F7-FE4C-C248-B08E-0263A8DAB8E0}" type="pres">
      <dgm:prSet presAssocID="{5019ED74-E090-4CEE-B22D-97A9B9B2C5AD}" presName="horz1" presStyleCnt="0"/>
      <dgm:spPr/>
    </dgm:pt>
    <dgm:pt modelId="{AC904522-5E1A-0A4C-9957-EFB1550B72E2}" type="pres">
      <dgm:prSet presAssocID="{5019ED74-E090-4CEE-B22D-97A9B9B2C5AD}" presName="tx1" presStyleLbl="revTx" presStyleIdx="6" presStyleCnt="9"/>
      <dgm:spPr/>
    </dgm:pt>
    <dgm:pt modelId="{BEECA200-9EFC-BC49-AF18-AFC713E57D28}" type="pres">
      <dgm:prSet presAssocID="{5019ED74-E090-4CEE-B22D-97A9B9B2C5AD}" presName="vert1" presStyleCnt="0"/>
      <dgm:spPr/>
    </dgm:pt>
    <dgm:pt modelId="{2E3A8C08-E99E-C942-8B2E-5BC1AA1F26FF}" type="pres">
      <dgm:prSet presAssocID="{6D77CF63-1282-4D7E-B629-5D78D744F100}" presName="thickLine" presStyleLbl="alignNode1" presStyleIdx="7" presStyleCnt="9"/>
      <dgm:spPr/>
    </dgm:pt>
    <dgm:pt modelId="{96F94150-75F4-BE47-8FB3-C07A9CB3F4EF}" type="pres">
      <dgm:prSet presAssocID="{6D77CF63-1282-4D7E-B629-5D78D744F100}" presName="horz1" presStyleCnt="0"/>
      <dgm:spPr/>
    </dgm:pt>
    <dgm:pt modelId="{693BCB6F-9E64-4449-AD5E-8270D84D35D9}" type="pres">
      <dgm:prSet presAssocID="{6D77CF63-1282-4D7E-B629-5D78D744F100}" presName="tx1" presStyleLbl="revTx" presStyleIdx="7" presStyleCnt="9"/>
      <dgm:spPr/>
    </dgm:pt>
    <dgm:pt modelId="{E6B9BBC3-7C5A-174D-B108-F95AD10409BB}" type="pres">
      <dgm:prSet presAssocID="{6D77CF63-1282-4D7E-B629-5D78D744F100}" presName="vert1" presStyleCnt="0"/>
      <dgm:spPr/>
    </dgm:pt>
    <dgm:pt modelId="{A09C55E2-AC29-9E4C-8372-0DFC12F3C6B5}" type="pres">
      <dgm:prSet presAssocID="{5E00F90E-2418-420F-A9BC-1AB184E5DA4D}" presName="thickLine" presStyleLbl="alignNode1" presStyleIdx="8" presStyleCnt="9"/>
      <dgm:spPr/>
    </dgm:pt>
    <dgm:pt modelId="{1A0AFD7F-01F8-F649-8EB9-F7EF3270B8E0}" type="pres">
      <dgm:prSet presAssocID="{5E00F90E-2418-420F-A9BC-1AB184E5DA4D}" presName="horz1" presStyleCnt="0"/>
      <dgm:spPr/>
    </dgm:pt>
    <dgm:pt modelId="{9B4D104E-3821-D64F-A976-774FAC5D510A}" type="pres">
      <dgm:prSet presAssocID="{5E00F90E-2418-420F-A9BC-1AB184E5DA4D}" presName="tx1" presStyleLbl="revTx" presStyleIdx="8" presStyleCnt="9"/>
      <dgm:spPr/>
    </dgm:pt>
    <dgm:pt modelId="{79FA4660-86C1-384A-9D16-AB177EB8FE4B}" type="pres">
      <dgm:prSet presAssocID="{5E00F90E-2418-420F-A9BC-1AB184E5DA4D}" presName="vert1" presStyleCnt="0"/>
      <dgm:spPr/>
    </dgm:pt>
  </dgm:ptLst>
  <dgm:cxnLst>
    <dgm:cxn modelId="{FD29F910-79C1-C149-A1A6-AC0214D4BD8D}" type="presOf" srcId="{05F2C4A7-BA2E-49F1-8E49-50ADBE389663}" destId="{FCE08FEF-FB2A-DC43-9412-EA36E54BB4F7}" srcOrd="0" destOrd="0" presId="urn:microsoft.com/office/officeart/2008/layout/LinedList"/>
    <dgm:cxn modelId="{886E8A17-9A74-4216-B0B7-281182388743}" srcId="{E1B51FAB-3EFF-4563-8FEC-D9FAFCF007B8}" destId="{5019ED74-E090-4CEE-B22D-97A9B9B2C5AD}" srcOrd="6" destOrd="0" parTransId="{FDAA7492-F2FD-40B6-B5DD-80CAC9AB6B44}" sibTransId="{3B8F5782-FE95-4A0D-835A-0366E3CA0B12}"/>
    <dgm:cxn modelId="{60FB4620-6A1F-475F-AD7B-F27825769AAD}" srcId="{E1B51FAB-3EFF-4563-8FEC-D9FAFCF007B8}" destId="{3BF848B9-852E-4086-AB99-9620C01155EE}" srcOrd="2" destOrd="0" parTransId="{455690CE-8E34-4821-B38B-3691EF23A38D}" sibTransId="{E20DF10D-F49B-4074-A066-3384CE57E1C9}"/>
    <dgm:cxn modelId="{A1C3B731-D2C2-EA44-A211-09A064958012}" type="presOf" srcId="{ECE17165-3ECC-47F2-853C-6002C562D69D}" destId="{DC00E048-7D6A-0C4A-9DE4-447590847F30}" srcOrd="0" destOrd="0" presId="urn:microsoft.com/office/officeart/2008/layout/LinedList"/>
    <dgm:cxn modelId="{C064734E-156B-9449-BFA7-CA81120C3CB6}" type="presOf" srcId="{4FEF1D89-D4A0-40A1-8A2D-F05046A8FB75}" destId="{4772CCC5-1872-3344-97A1-B658C75998CD}" srcOrd="0" destOrd="0" presId="urn:microsoft.com/office/officeart/2008/layout/LinedList"/>
    <dgm:cxn modelId="{3C507A6B-E57A-46D8-847A-2144C117A3AA}" srcId="{E1B51FAB-3EFF-4563-8FEC-D9FAFCF007B8}" destId="{5E00F90E-2418-420F-A9BC-1AB184E5DA4D}" srcOrd="8" destOrd="0" parTransId="{7786C239-0AB3-4663-A3D5-C1408513A851}" sibTransId="{FE8C3930-0E68-4630-9A41-A012687F7969}"/>
    <dgm:cxn modelId="{E5C22472-3CCE-9D42-B256-1DBB67BE2B25}" type="presOf" srcId="{E1B51FAB-3EFF-4563-8FEC-D9FAFCF007B8}" destId="{258EC2CC-171A-0149-93E0-B3E9E181D259}" srcOrd="0" destOrd="0" presId="urn:microsoft.com/office/officeart/2008/layout/LinedList"/>
    <dgm:cxn modelId="{B212D873-1B67-AC44-AD2B-92F0474F8061}" type="presOf" srcId="{05419C3A-D7CC-414E-9DBE-7FAB94C86FB0}" destId="{EB90CBB5-6F4B-D849-B744-06F94B2E2301}" srcOrd="0" destOrd="0" presId="urn:microsoft.com/office/officeart/2008/layout/LinedList"/>
    <dgm:cxn modelId="{F867B475-2D1A-463A-ADC9-7EECFE2E8046}" srcId="{E1B51FAB-3EFF-4563-8FEC-D9FAFCF007B8}" destId="{6D77CF63-1282-4D7E-B629-5D78D744F100}" srcOrd="7" destOrd="0" parTransId="{E8E6DE29-F26C-4BB4-8052-81883C1980F9}" sibTransId="{F7958C12-B3D8-4EDD-BBFD-D0D7E84ED224}"/>
    <dgm:cxn modelId="{E81B287F-8ECF-46DB-BF4F-B83E0E9BB905}" srcId="{E1B51FAB-3EFF-4563-8FEC-D9FAFCF007B8}" destId="{05419C3A-D7CC-414E-9DBE-7FAB94C86FB0}" srcOrd="3" destOrd="0" parTransId="{FBBA8AB3-715D-4A58-94DC-EF5C3B84525D}" sibTransId="{8A0A0C57-3CAC-4246-97B4-74617F138E35}"/>
    <dgm:cxn modelId="{81AC2D80-B246-4AD2-839E-B05E55A649CC}" srcId="{E1B51FAB-3EFF-4563-8FEC-D9FAFCF007B8}" destId="{ECE17165-3ECC-47F2-853C-6002C562D69D}" srcOrd="5" destOrd="0" parTransId="{96B0BE68-E175-4F4A-A4AF-F3036E7374C6}" sibTransId="{59320993-CBE1-44A8-AE41-C7A8C448F7D4}"/>
    <dgm:cxn modelId="{94123680-9515-40A1-9B96-229CD01BD75B}" srcId="{E1B51FAB-3EFF-4563-8FEC-D9FAFCF007B8}" destId="{05F2C4A7-BA2E-49F1-8E49-50ADBE389663}" srcOrd="1" destOrd="0" parTransId="{137D9A80-1C32-4D9E-96B9-A3EC02E06D68}" sibTransId="{04FCB4FE-E5F9-437A-A4D8-6B92BC2992B4}"/>
    <dgm:cxn modelId="{630E3F87-049B-47D6-903A-5AAB7CE0548D}" srcId="{E1B51FAB-3EFF-4563-8FEC-D9FAFCF007B8}" destId="{4FEF1D89-D4A0-40A1-8A2D-F05046A8FB75}" srcOrd="4" destOrd="0" parTransId="{E1E59348-8BBD-4D48-A3D7-A73CDBCDD0C3}" sibTransId="{64D1EB40-3C8F-4E4C-BB32-E6E5B75512A9}"/>
    <dgm:cxn modelId="{AAB7B589-3580-454B-94E0-739A3FEFB66C}" type="presOf" srcId="{3BF848B9-852E-4086-AB99-9620C01155EE}" destId="{C26290B0-251E-354E-9185-E2FF758D6838}" srcOrd="0" destOrd="0" presId="urn:microsoft.com/office/officeart/2008/layout/LinedList"/>
    <dgm:cxn modelId="{88D6B0A3-6FD4-5246-98C6-372ED37D8DE9}" type="presOf" srcId="{6D77CF63-1282-4D7E-B629-5D78D744F100}" destId="{693BCB6F-9E64-4449-AD5E-8270D84D35D9}" srcOrd="0" destOrd="0" presId="urn:microsoft.com/office/officeart/2008/layout/LinedList"/>
    <dgm:cxn modelId="{7F3170A5-A65B-7048-B918-B0A59C34D531}" type="presOf" srcId="{5019ED74-E090-4CEE-B22D-97A9B9B2C5AD}" destId="{AC904522-5E1A-0A4C-9957-EFB1550B72E2}" srcOrd="0" destOrd="0" presId="urn:microsoft.com/office/officeart/2008/layout/LinedList"/>
    <dgm:cxn modelId="{55AC49B8-11BD-7442-8AB9-7A50E35A67C5}" type="presOf" srcId="{5E00F90E-2418-420F-A9BC-1AB184E5DA4D}" destId="{9B4D104E-3821-D64F-A976-774FAC5D510A}" srcOrd="0" destOrd="0" presId="urn:microsoft.com/office/officeart/2008/layout/LinedList"/>
    <dgm:cxn modelId="{135D5DD8-3FCB-4362-B8BD-908B211DEB7D}" srcId="{E1B51FAB-3EFF-4563-8FEC-D9FAFCF007B8}" destId="{869CC40C-6CAE-40AD-A3C5-27F05C81EA50}" srcOrd="0" destOrd="0" parTransId="{C2FC3E86-A334-46E2-AD38-FB5410732567}" sibTransId="{1FAF101F-202E-42FB-8D5B-53D3B6F493C5}"/>
    <dgm:cxn modelId="{837511F0-D286-2348-9FEF-08E0006F666F}" type="presOf" srcId="{869CC40C-6CAE-40AD-A3C5-27F05C81EA50}" destId="{E431066B-EB4F-CC4D-BF57-676E7CFDB257}" srcOrd="0" destOrd="0" presId="urn:microsoft.com/office/officeart/2008/layout/LinedList"/>
    <dgm:cxn modelId="{A570045C-AACC-0A49-86D9-76C7291C6AC5}" type="presParOf" srcId="{258EC2CC-171A-0149-93E0-B3E9E181D259}" destId="{D7BF38B7-F70C-EF41-9DE4-71C90211C699}" srcOrd="0" destOrd="0" presId="urn:microsoft.com/office/officeart/2008/layout/LinedList"/>
    <dgm:cxn modelId="{0A42E5B0-1FBA-7A4E-950D-0D379A296F0E}" type="presParOf" srcId="{258EC2CC-171A-0149-93E0-B3E9E181D259}" destId="{3056FF65-5711-2941-A0D7-FFA61691B79E}" srcOrd="1" destOrd="0" presId="urn:microsoft.com/office/officeart/2008/layout/LinedList"/>
    <dgm:cxn modelId="{EC132376-09EC-0F4B-B342-B361573E0739}" type="presParOf" srcId="{3056FF65-5711-2941-A0D7-FFA61691B79E}" destId="{E431066B-EB4F-CC4D-BF57-676E7CFDB257}" srcOrd="0" destOrd="0" presId="urn:microsoft.com/office/officeart/2008/layout/LinedList"/>
    <dgm:cxn modelId="{927CB741-D6CB-C045-8DD0-F1072CCE4B48}" type="presParOf" srcId="{3056FF65-5711-2941-A0D7-FFA61691B79E}" destId="{E35814A9-A8AE-8746-A46F-193B714C42DE}" srcOrd="1" destOrd="0" presId="urn:microsoft.com/office/officeart/2008/layout/LinedList"/>
    <dgm:cxn modelId="{B5F1F549-5DD4-2747-8E3F-1618B2F1746C}" type="presParOf" srcId="{258EC2CC-171A-0149-93E0-B3E9E181D259}" destId="{2D10BB82-917A-CB48-9B4F-CEB618D71B52}" srcOrd="2" destOrd="0" presId="urn:microsoft.com/office/officeart/2008/layout/LinedList"/>
    <dgm:cxn modelId="{F59CF779-C1F3-514E-BCD9-061524C7E905}" type="presParOf" srcId="{258EC2CC-171A-0149-93E0-B3E9E181D259}" destId="{0A7758BC-F585-254F-B123-F274689354C9}" srcOrd="3" destOrd="0" presId="urn:microsoft.com/office/officeart/2008/layout/LinedList"/>
    <dgm:cxn modelId="{23BBBFC1-535A-4E47-8EF6-08E0B5E16B1A}" type="presParOf" srcId="{0A7758BC-F585-254F-B123-F274689354C9}" destId="{FCE08FEF-FB2A-DC43-9412-EA36E54BB4F7}" srcOrd="0" destOrd="0" presId="urn:microsoft.com/office/officeart/2008/layout/LinedList"/>
    <dgm:cxn modelId="{AD0B27D8-F3A1-D44A-8366-7A9076E9CA1F}" type="presParOf" srcId="{0A7758BC-F585-254F-B123-F274689354C9}" destId="{B499625E-72BE-7B43-8970-EDA4CDDC0FCB}" srcOrd="1" destOrd="0" presId="urn:microsoft.com/office/officeart/2008/layout/LinedList"/>
    <dgm:cxn modelId="{A5D4E141-EECA-7146-9DA0-6921537B4759}" type="presParOf" srcId="{258EC2CC-171A-0149-93E0-B3E9E181D259}" destId="{350AD976-4BDE-3C4B-956D-0419F9732E54}" srcOrd="4" destOrd="0" presId="urn:microsoft.com/office/officeart/2008/layout/LinedList"/>
    <dgm:cxn modelId="{D36A09BD-A0CE-4C42-9431-DF20359657C9}" type="presParOf" srcId="{258EC2CC-171A-0149-93E0-B3E9E181D259}" destId="{D72BA1B4-D61B-A544-A5D7-8B26EA26519A}" srcOrd="5" destOrd="0" presId="urn:microsoft.com/office/officeart/2008/layout/LinedList"/>
    <dgm:cxn modelId="{ED649189-5C38-D340-A353-52519DC7B8A4}" type="presParOf" srcId="{D72BA1B4-D61B-A544-A5D7-8B26EA26519A}" destId="{C26290B0-251E-354E-9185-E2FF758D6838}" srcOrd="0" destOrd="0" presId="urn:microsoft.com/office/officeart/2008/layout/LinedList"/>
    <dgm:cxn modelId="{8CE90CF1-EF09-BD4A-8E7F-95F0F42756FF}" type="presParOf" srcId="{D72BA1B4-D61B-A544-A5D7-8B26EA26519A}" destId="{EF24917E-A6B8-F244-8C5D-5FC274073F60}" srcOrd="1" destOrd="0" presId="urn:microsoft.com/office/officeart/2008/layout/LinedList"/>
    <dgm:cxn modelId="{097582D9-908F-9844-985E-36706FED1996}" type="presParOf" srcId="{258EC2CC-171A-0149-93E0-B3E9E181D259}" destId="{CDB3D8CC-95B3-7B46-AC93-A1A46DE0C7BD}" srcOrd="6" destOrd="0" presId="urn:microsoft.com/office/officeart/2008/layout/LinedList"/>
    <dgm:cxn modelId="{D6850DDF-E5F0-1547-97A3-FCAD2B510DC7}" type="presParOf" srcId="{258EC2CC-171A-0149-93E0-B3E9E181D259}" destId="{7925BE49-C7A3-3049-B657-77313FB20B41}" srcOrd="7" destOrd="0" presId="urn:microsoft.com/office/officeart/2008/layout/LinedList"/>
    <dgm:cxn modelId="{64B5306D-B191-E247-A03D-3A1EC5020288}" type="presParOf" srcId="{7925BE49-C7A3-3049-B657-77313FB20B41}" destId="{EB90CBB5-6F4B-D849-B744-06F94B2E2301}" srcOrd="0" destOrd="0" presId="urn:microsoft.com/office/officeart/2008/layout/LinedList"/>
    <dgm:cxn modelId="{2967E193-2FC2-794C-A0F2-D8E51529FDDB}" type="presParOf" srcId="{7925BE49-C7A3-3049-B657-77313FB20B41}" destId="{273861A9-2E25-4E4E-BA87-DB55DAE59CDB}" srcOrd="1" destOrd="0" presId="urn:microsoft.com/office/officeart/2008/layout/LinedList"/>
    <dgm:cxn modelId="{4C4E71C5-E0A0-7748-B66B-694586CFFF8D}" type="presParOf" srcId="{258EC2CC-171A-0149-93E0-B3E9E181D259}" destId="{E97956D8-4535-4D4A-804A-FE64CC39E1A3}" srcOrd="8" destOrd="0" presId="urn:microsoft.com/office/officeart/2008/layout/LinedList"/>
    <dgm:cxn modelId="{5FA046DC-063D-E542-BF4B-7837458C7F9A}" type="presParOf" srcId="{258EC2CC-171A-0149-93E0-B3E9E181D259}" destId="{0B7E1305-8FE8-A448-80D5-94EF77682ACF}" srcOrd="9" destOrd="0" presId="urn:microsoft.com/office/officeart/2008/layout/LinedList"/>
    <dgm:cxn modelId="{827872EC-7170-6A4E-88DB-E68B5CB49983}" type="presParOf" srcId="{0B7E1305-8FE8-A448-80D5-94EF77682ACF}" destId="{4772CCC5-1872-3344-97A1-B658C75998CD}" srcOrd="0" destOrd="0" presId="urn:microsoft.com/office/officeart/2008/layout/LinedList"/>
    <dgm:cxn modelId="{7FC95439-2348-BC45-BFFA-0D1C20D658FD}" type="presParOf" srcId="{0B7E1305-8FE8-A448-80D5-94EF77682ACF}" destId="{C3C51D2A-8921-4E4A-8A2F-9E8562CAB7D1}" srcOrd="1" destOrd="0" presId="urn:microsoft.com/office/officeart/2008/layout/LinedList"/>
    <dgm:cxn modelId="{1AF4CB60-8CF8-EA43-8355-6D40F38F141D}" type="presParOf" srcId="{258EC2CC-171A-0149-93E0-B3E9E181D259}" destId="{43B6A9D2-A6A0-3040-B52D-F639149F98CF}" srcOrd="10" destOrd="0" presId="urn:microsoft.com/office/officeart/2008/layout/LinedList"/>
    <dgm:cxn modelId="{002B41DE-2CA9-5049-A552-9D128DFF5E19}" type="presParOf" srcId="{258EC2CC-171A-0149-93E0-B3E9E181D259}" destId="{5D2AA0A9-B7A0-CA44-8C9E-4736E7E89850}" srcOrd="11" destOrd="0" presId="urn:microsoft.com/office/officeart/2008/layout/LinedList"/>
    <dgm:cxn modelId="{F83EB68C-DD25-9844-A150-5E97FE9832F2}" type="presParOf" srcId="{5D2AA0A9-B7A0-CA44-8C9E-4736E7E89850}" destId="{DC00E048-7D6A-0C4A-9DE4-447590847F30}" srcOrd="0" destOrd="0" presId="urn:microsoft.com/office/officeart/2008/layout/LinedList"/>
    <dgm:cxn modelId="{3A82AD26-456C-A849-A75D-59684AC9ED74}" type="presParOf" srcId="{5D2AA0A9-B7A0-CA44-8C9E-4736E7E89850}" destId="{47F99D7F-8CC3-B34B-A7D6-7B2FECBD8F47}" srcOrd="1" destOrd="0" presId="urn:microsoft.com/office/officeart/2008/layout/LinedList"/>
    <dgm:cxn modelId="{0E8029C6-8095-3F47-A414-1CE8922E10E4}" type="presParOf" srcId="{258EC2CC-171A-0149-93E0-B3E9E181D259}" destId="{2BF72A82-4D11-7F4B-A22F-6387DB07550E}" srcOrd="12" destOrd="0" presId="urn:microsoft.com/office/officeart/2008/layout/LinedList"/>
    <dgm:cxn modelId="{EFB5E38A-6F4E-0746-BEA8-0E1E45987A1F}" type="presParOf" srcId="{258EC2CC-171A-0149-93E0-B3E9E181D259}" destId="{0AA720F7-FE4C-C248-B08E-0263A8DAB8E0}" srcOrd="13" destOrd="0" presId="urn:microsoft.com/office/officeart/2008/layout/LinedList"/>
    <dgm:cxn modelId="{5A3F944C-1FE4-4F45-BAA7-DD012FDC6A0D}" type="presParOf" srcId="{0AA720F7-FE4C-C248-B08E-0263A8DAB8E0}" destId="{AC904522-5E1A-0A4C-9957-EFB1550B72E2}" srcOrd="0" destOrd="0" presId="urn:microsoft.com/office/officeart/2008/layout/LinedList"/>
    <dgm:cxn modelId="{92B6EDFC-199A-D648-81E1-AE2A24EC7B03}" type="presParOf" srcId="{0AA720F7-FE4C-C248-B08E-0263A8DAB8E0}" destId="{BEECA200-9EFC-BC49-AF18-AFC713E57D28}" srcOrd="1" destOrd="0" presId="urn:microsoft.com/office/officeart/2008/layout/LinedList"/>
    <dgm:cxn modelId="{D4629E2B-E809-F742-8E44-045EE8AB650F}" type="presParOf" srcId="{258EC2CC-171A-0149-93E0-B3E9E181D259}" destId="{2E3A8C08-E99E-C942-8B2E-5BC1AA1F26FF}" srcOrd="14" destOrd="0" presId="urn:microsoft.com/office/officeart/2008/layout/LinedList"/>
    <dgm:cxn modelId="{F5A3012A-1BCC-D744-8847-622D6990927F}" type="presParOf" srcId="{258EC2CC-171A-0149-93E0-B3E9E181D259}" destId="{96F94150-75F4-BE47-8FB3-C07A9CB3F4EF}" srcOrd="15" destOrd="0" presId="urn:microsoft.com/office/officeart/2008/layout/LinedList"/>
    <dgm:cxn modelId="{9E4905E8-6382-7541-B060-65AD1E51A515}" type="presParOf" srcId="{96F94150-75F4-BE47-8FB3-C07A9CB3F4EF}" destId="{693BCB6F-9E64-4449-AD5E-8270D84D35D9}" srcOrd="0" destOrd="0" presId="urn:microsoft.com/office/officeart/2008/layout/LinedList"/>
    <dgm:cxn modelId="{38364B62-5B46-4949-8468-D134D4084F66}" type="presParOf" srcId="{96F94150-75F4-BE47-8FB3-C07A9CB3F4EF}" destId="{E6B9BBC3-7C5A-174D-B108-F95AD10409BB}" srcOrd="1" destOrd="0" presId="urn:microsoft.com/office/officeart/2008/layout/LinedList"/>
    <dgm:cxn modelId="{D37786F3-F43A-BF4D-A80A-0FE7B03DAE41}" type="presParOf" srcId="{258EC2CC-171A-0149-93E0-B3E9E181D259}" destId="{A09C55E2-AC29-9E4C-8372-0DFC12F3C6B5}" srcOrd="16" destOrd="0" presId="urn:microsoft.com/office/officeart/2008/layout/LinedList"/>
    <dgm:cxn modelId="{778F0A3E-A7A1-234D-8CEF-983646C57A5F}" type="presParOf" srcId="{258EC2CC-171A-0149-93E0-B3E9E181D259}" destId="{1A0AFD7F-01F8-F649-8EB9-F7EF3270B8E0}" srcOrd="17" destOrd="0" presId="urn:microsoft.com/office/officeart/2008/layout/LinedList"/>
    <dgm:cxn modelId="{21AA397C-C592-A84D-98CA-8E4577FC6F69}" type="presParOf" srcId="{1A0AFD7F-01F8-F649-8EB9-F7EF3270B8E0}" destId="{9B4D104E-3821-D64F-A976-774FAC5D510A}" srcOrd="0" destOrd="0" presId="urn:microsoft.com/office/officeart/2008/layout/LinedList"/>
    <dgm:cxn modelId="{ED5EEDF9-CD6D-B348-B1FF-B4F9A3781439}" type="presParOf" srcId="{1A0AFD7F-01F8-F649-8EB9-F7EF3270B8E0}" destId="{79FA4660-86C1-384A-9D16-AB177EB8FE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93A6BC-921D-425B-8316-AB42CB2DB72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65972E-9E70-4FF9-A4AE-E654239EF834}">
      <dgm:prSet/>
      <dgm:spPr/>
      <dgm:t>
        <a:bodyPr/>
        <a:lstStyle/>
        <a:p>
          <a:r>
            <a:rPr lang="en-US"/>
            <a:t>SELECT * FROM Employees;</a:t>
          </a:r>
        </a:p>
      </dgm:t>
    </dgm:pt>
    <dgm:pt modelId="{A8E94536-9D5C-44E6-9491-163E32268868}" type="parTrans" cxnId="{EDDE571D-90EE-4731-BF9D-A514EB9D0C0A}">
      <dgm:prSet/>
      <dgm:spPr/>
      <dgm:t>
        <a:bodyPr/>
        <a:lstStyle/>
        <a:p>
          <a:endParaRPr lang="en-US"/>
        </a:p>
      </dgm:t>
    </dgm:pt>
    <dgm:pt modelId="{33D49BDA-AD9E-4A6F-B17B-61452B8F58F3}" type="sibTrans" cxnId="{EDDE571D-90EE-4731-BF9D-A514EB9D0C0A}">
      <dgm:prSet/>
      <dgm:spPr/>
      <dgm:t>
        <a:bodyPr/>
        <a:lstStyle/>
        <a:p>
          <a:endParaRPr lang="en-US"/>
        </a:p>
      </dgm:t>
    </dgm:pt>
    <dgm:pt modelId="{85BD5636-7530-41BA-8E6B-3551E3D64FB3}">
      <dgm:prSet/>
      <dgm:spPr/>
      <dgm:t>
        <a:bodyPr/>
        <a:lstStyle/>
        <a:p>
          <a:r>
            <a:rPr lang="en-US"/>
            <a:t>SELECT Name, Salary FROM Employees;</a:t>
          </a:r>
        </a:p>
      </dgm:t>
    </dgm:pt>
    <dgm:pt modelId="{627A2F13-BBFB-41B4-8F67-3E1E053B4A3A}" type="parTrans" cxnId="{B328DEE5-5A0A-4B20-9667-59E7403AD5BF}">
      <dgm:prSet/>
      <dgm:spPr/>
      <dgm:t>
        <a:bodyPr/>
        <a:lstStyle/>
        <a:p>
          <a:endParaRPr lang="en-US"/>
        </a:p>
      </dgm:t>
    </dgm:pt>
    <dgm:pt modelId="{C69E69E1-4762-44CE-A128-6E16866368EB}" type="sibTrans" cxnId="{B328DEE5-5A0A-4B20-9667-59E7403AD5BF}">
      <dgm:prSet/>
      <dgm:spPr/>
      <dgm:t>
        <a:bodyPr/>
        <a:lstStyle/>
        <a:p>
          <a:endParaRPr lang="en-US"/>
        </a:p>
      </dgm:t>
    </dgm:pt>
    <dgm:pt modelId="{AC0A3352-4E26-47FC-A4CE-92158C66C8F8}">
      <dgm:prSet/>
      <dgm:spPr/>
      <dgm:t>
        <a:bodyPr/>
        <a:lstStyle/>
        <a:p>
          <a:r>
            <a:rPr lang="en-US"/>
            <a:t>SELECT Name AS EmployeeName FROM Employees;</a:t>
          </a:r>
        </a:p>
      </dgm:t>
    </dgm:pt>
    <dgm:pt modelId="{EEB82651-3D15-4DAB-AB5D-A232B2F67FCD}" type="parTrans" cxnId="{86973DD5-578D-4CA8-827E-B390D494CD98}">
      <dgm:prSet/>
      <dgm:spPr/>
      <dgm:t>
        <a:bodyPr/>
        <a:lstStyle/>
        <a:p>
          <a:endParaRPr lang="en-US"/>
        </a:p>
      </dgm:t>
    </dgm:pt>
    <dgm:pt modelId="{5C122AA6-10AA-4C83-BA94-3B5EA62F3C1F}" type="sibTrans" cxnId="{86973DD5-578D-4CA8-827E-B390D494CD98}">
      <dgm:prSet/>
      <dgm:spPr/>
      <dgm:t>
        <a:bodyPr/>
        <a:lstStyle/>
        <a:p>
          <a:endParaRPr lang="en-US"/>
        </a:p>
      </dgm:t>
    </dgm:pt>
    <dgm:pt modelId="{7C8A74B4-D5EC-439E-9FC4-6CA481A31725}">
      <dgm:prSet/>
      <dgm:spPr/>
      <dgm:t>
        <a:bodyPr/>
        <a:lstStyle/>
        <a:p>
          <a:r>
            <a:rPr lang="en-US"/>
            <a:t>Output:</a:t>
          </a:r>
        </a:p>
      </dgm:t>
    </dgm:pt>
    <dgm:pt modelId="{2402AB60-6EF7-430B-A316-10CD1E8D658E}" type="parTrans" cxnId="{BBE5E83C-64A8-4433-9DFF-33889983B27D}">
      <dgm:prSet/>
      <dgm:spPr/>
      <dgm:t>
        <a:bodyPr/>
        <a:lstStyle/>
        <a:p>
          <a:endParaRPr lang="en-US"/>
        </a:p>
      </dgm:t>
    </dgm:pt>
    <dgm:pt modelId="{B450F639-40B4-418A-B7FE-B34B74ACC296}" type="sibTrans" cxnId="{BBE5E83C-64A8-4433-9DFF-33889983B27D}">
      <dgm:prSet/>
      <dgm:spPr/>
      <dgm:t>
        <a:bodyPr/>
        <a:lstStyle/>
        <a:p>
          <a:endParaRPr lang="en-US"/>
        </a:p>
      </dgm:t>
    </dgm:pt>
    <dgm:pt modelId="{0D164DD8-A472-46A6-B14B-E155C7D6860D}">
      <dgm:prSet/>
      <dgm:spPr/>
      <dgm:t>
        <a:bodyPr/>
        <a:lstStyle/>
        <a:p>
          <a:r>
            <a:rPr lang="en-US"/>
            <a:t>| EmpID | Name | Salary | DeptID |</a:t>
          </a:r>
        </a:p>
      </dgm:t>
    </dgm:pt>
    <dgm:pt modelId="{4D55B88E-8B8E-439A-A42C-72594FDBD21C}" type="parTrans" cxnId="{F6E98A7F-23D7-4787-8E5E-DA0C03C20A61}">
      <dgm:prSet/>
      <dgm:spPr/>
      <dgm:t>
        <a:bodyPr/>
        <a:lstStyle/>
        <a:p>
          <a:endParaRPr lang="en-US"/>
        </a:p>
      </dgm:t>
    </dgm:pt>
    <dgm:pt modelId="{08164006-79AB-4B3C-AAF4-96C793C8269A}" type="sibTrans" cxnId="{F6E98A7F-23D7-4787-8E5E-DA0C03C20A61}">
      <dgm:prSet/>
      <dgm:spPr/>
      <dgm:t>
        <a:bodyPr/>
        <a:lstStyle/>
        <a:p>
          <a:endParaRPr lang="en-US"/>
        </a:p>
      </dgm:t>
    </dgm:pt>
    <dgm:pt modelId="{3D477D1A-E6BC-4F47-964F-AF78DF975511}">
      <dgm:prSet/>
      <dgm:spPr/>
      <dgm:t>
        <a:bodyPr/>
        <a:lstStyle/>
        <a:p>
          <a:r>
            <a:rPr lang="en-US"/>
            <a:t>|-------|------|--------|--------|</a:t>
          </a:r>
        </a:p>
      </dgm:t>
    </dgm:pt>
    <dgm:pt modelId="{2040F708-6110-4BE5-AAAE-E42377A2B108}" type="parTrans" cxnId="{A3A41EE0-FD8C-4106-8FAF-632DDFA4F801}">
      <dgm:prSet/>
      <dgm:spPr/>
      <dgm:t>
        <a:bodyPr/>
        <a:lstStyle/>
        <a:p>
          <a:endParaRPr lang="en-US"/>
        </a:p>
      </dgm:t>
    </dgm:pt>
    <dgm:pt modelId="{84D6F7C8-31F7-4045-9DD1-08C7FD0F518A}" type="sibTrans" cxnId="{A3A41EE0-FD8C-4106-8FAF-632DDFA4F801}">
      <dgm:prSet/>
      <dgm:spPr/>
      <dgm:t>
        <a:bodyPr/>
        <a:lstStyle/>
        <a:p>
          <a:endParaRPr lang="en-US"/>
        </a:p>
      </dgm:t>
    </dgm:pt>
    <dgm:pt modelId="{391CE07D-555C-4F92-A302-0887E31B788A}">
      <dgm:prSet/>
      <dgm:spPr/>
      <dgm:t>
        <a:bodyPr/>
        <a:lstStyle/>
        <a:p>
          <a:r>
            <a:rPr lang="en-US"/>
            <a:t>| 1     | Amit | 60000  | 101    |</a:t>
          </a:r>
        </a:p>
      </dgm:t>
    </dgm:pt>
    <dgm:pt modelId="{C1828CF2-BEB6-4417-8038-F5257E49527B}" type="parTrans" cxnId="{B8D50F4D-C24F-479F-A950-64F81AB4FAB8}">
      <dgm:prSet/>
      <dgm:spPr/>
      <dgm:t>
        <a:bodyPr/>
        <a:lstStyle/>
        <a:p>
          <a:endParaRPr lang="en-US"/>
        </a:p>
      </dgm:t>
    </dgm:pt>
    <dgm:pt modelId="{259EFAB4-B280-402C-8158-D1CB3C91D8F5}" type="sibTrans" cxnId="{B8D50F4D-C24F-479F-A950-64F81AB4FAB8}">
      <dgm:prSet/>
      <dgm:spPr/>
      <dgm:t>
        <a:bodyPr/>
        <a:lstStyle/>
        <a:p>
          <a:endParaRPr lang="en-US"/>
        </a:p>
      </dgm:t>
    </dgm:pt>
    <dgm:pt modelId="{55D63BE8-08A7-406B-B695-B59E7B1FE2BE}">
      <dgm:prSet/>
      <dgm:spPr/>
      <dgm:t>
        <a:bodyPr/>
        <a:lstStyle/>
        <a:p>
          <a:r>
            <a:rPr lang="en-US"/>
            <a:t>| 2     | Neha | 55000  | 102    |</a:t>
          </a:r>
        </a:p>
      </dgm:t>
    </dgm:pt>
    <dgm:pt modelId="{A9D27218-7699-4D3B-8A8E-10CAF333B455}" type="parTrans" cxnId="{BAF59AB1-EB4B-49F7-A2B1-5D5556DEC701}">
      <dgm:prSet/>
      <dgm:spPr/>
      <dgm:t>
        <a:bodyPr/>
        <a:lstStyle/>
        <a:p>
          <a:endParaRPr lang="en-US"/>
        </a:p>
      </dgm:t>
    </dgm:pt>
    <dgm:pt modelId="{C84144E1-E18D-4B6F-8724-AAE1707271E4}" type="sibTrans" cxnId="{BAF59AB1-EB4B-49F7-A2B1-5D5556DEC701}">
      <dgm:prSet/>
      <dgm:spPr/>
      <dgm:t>
        <a:bodyPr/>
        <a:lstStyle/>
        <a:p>
          <a:endParaRPr lang="en-US"/>
        </a:p>
      </dgm:t>
    </dgm:pt>
    <dgm:pt modelId="{5F4F1954-5907-1647-AE5B-C0BB0CD1F3F8}" type="pres">
      <dgm:prSet presAssocID="{5893A6BC-921D-425B-8316-AB42CB2DB72E}" presName="vert0" presStyleCnt="0">
        <dgm:presLayoutVars>
          <dgm:dir/>
          <dgm:animOne val="branch"/>
          <dgm:animLvl val="lvl"/>
        </dgm:presLayoutVars>
      </dgm:prSet>
      <dgm:spPr/>
    </dgm:pt>
    <dgm:pt modelId="{98CDCF27-6BA4-BC4D-B8E9-E37E7D21A01E}" type="pres">
      <dgm:prSet presAssocID="{4E65972E-9E70-4FF9-A4AE-E654239EF834}" presName="thickLine" presStyleLbl="alignNode1" presStyleIdx="0" presStyleCnt="8"/>
      <dgm:spPr/>
    </dgm:pt>
    <dgm:pt modelId="{77F4F786-3476-8B4A-82BA-2FDD1788F0DD}" type="pres">
      <dgm:prSet presAssocID="{4E65972E-9E70-4FF9-A4AE-E654239EF834}" presName="horz1" presStyleCnt="0"/>
      <dgm:spPr/>
    </dgm:pt>
    <dgm:pt modelId="{D1116E5B-78DB-7240-8423-3F763F0F0052}" type="pres">
      <dgm:prSet presAssocID="{4E65972E-9E70-4FF9-A4AE-E654239EF834}" presName="tx1" presStyleLbl="revTx" presStyleIdx="0" presStyleCnt="8"/>
      <dgm:spPr/>
    </dgm:pt>
    <dgm:pt modelId="{B100A673-9556-1840-A920-16A7F8D20456}" type="pres">
      <dgm:prSet presAssocID="{4E65972E-9E70-4FF9-A4AE-E654239EF834}" presName="vert1" presStyleCnt="0"/>
      <dgm:spPr/>
    </dgm:pt>
    <dgm:pt modelId="{89C5A83F-4E11-DE41-8C04-75AE3AA450EE}" type="pres">
      <dgm:prSet presAssocID="{85BD5636-7530-41BA-8E6B-3551E3D64FB3}" presName="thickLine" presStyleLbl="alignNode1" presStyleIdx="1" presStyleCnt="8"/>
      <dgm:spPr/>
    </dgm:pt>
    <dgm:pt modelId="{4E751D22-2E68-604C-89B3-EB27BDAF17B4}" type="pres">
      <dgm:prSet presAssocID="{85BD5636-7530-41BA-8E6B-3551E3D64FB3}" presName="horz1" presStyleCnt="0"/>
      <dgm:spPr/>
    </dgm:pt>
    <dgm:pt modelId="{8C1909C4-22F4-EE42-A7AC-9CA08F2E1E82}" type="pres">
      <dgm:prSet presAssocID="{85BD5636-7530-41BA-8E6B-3551E3D64FB3}" presName="tx1" presStyleLbl="revTx" presStyleIdx="1" presStyleCnt="8"/>
      <dgm:spPr/>
    </dgm:pt>
    <dgm:pt modelId="{0CC85AF0-9582-FE49-9D01-F86D14B3DF0E}" type="pres">
      <dgm:prSet presAssocID="{85BD5636-7530-41BA-8E6B-3551E3D64FB3}" presName="vert1" presStyleCnt="0"/>
      <dgm:spPr/>
    </dgm:pt>
    <dgm:pt modelId="{C9CD94FF-522E-6646-855D-1AE3E386D7DC}" type="pres">
      <dgm:prSet presAssocID="{AC0A3352-4E26-47FC-A4CE-92158C66C8F8}" presName="thickLine" presStyleLbl="alignNode1" presStyleIdx="2" presStyleCnt="8"/>
      <dgm:spPr/>
    </dgm:pt>
    <dgm:pt modelId="{2E774082-1BFF-0F49-A458-27696343770A}" type="pres">
      <dgm:prSet presAssocID="{AC0A3352-4E26-47FC-A4CE-92158C66C8F8}" presName="horz1" presStyleCnt="0"/>
      <dgm:spPr/>
    </dgm:pt>
    <dgm:pt modelId="{5D383405-D27F-234D-8A80-34E6AFD1E225}" type="pres">
      <dgm:prSet presAssocID="{AC0A3352-4E26-47FC-A4CE-92158C66C8F8}" presName="tx1" presStyleLbl="revTx" presStyleIdx="2" presStyleCnt="8"/>
      <dgm:spPr/>
    </dgm:pt>
    <dgm:pt modelId="{D96E75F3-6237-EA40-80A1-4DB0C42B9E1C}" type="pres">
      <dgm:prSet presAssocID="{AC0A3352-4E26-47FC-A4CE-92158C66C8F8}" presName="vert1" presStyleCnt="0"/>
      <dgm:spPr/>
    </dgm:pt>
    <dgm:pt modelId="{83A2D464-BBDA-A541-AC62-13292CAFD2C7}" type="pres">
      <dgm:prSet presAssocID="{7C8A74B4-D5EC-439E-9FC4-6CA481A31725}" presName="thickLine" presStyleLbl="alignNode1" presStyleIdx="3" presStyleCnt="8"/>
      <dgm:spPr/>
    </dgm:pt>
    <dgm:pt modelId="{554CEFBA-C7C5-E94B-8FFB-55743F048519}" type="pres">
      <dgm:prSet presAssocID="{7C8A74B4-D5EC-439E-9FC4-6CA481A31725}" presName="horz1" presStyleCnt="0"/>
      <dgm:spPr/>
    </dgm:pt>
    <dgm:pt modelId="{73CE6C3A-C0AD-864D-9167-C2486CBC8A32}" type="pres">
      <dgm:prSet presAssocID="{7C8A74B4-D5EC-439E-9FC4-6CA481A31725}" presName="tx1" presStyleLbl="revTx" presStyleIdx="3" presStyleCnt="8"/>
      <dgm:spPr/>
    </dgm:pt>
    <dgm:pt modelId="{AA91BEE4-58E2-3F40-8311-06E66DB26DAC}" type="pres">
      <dgm:prSet presAssocID="{7C8A74B4-D5EC-439E-9FC4-6CA481A31725}" presName="vert1" presStyleCnt="0"/>
      <dgm:spPr/>
    </dgm:pt>
    <dgm:pt modelId="{B8DF142E-B379-B648-8CBC-F3FCC9D7FA5D}" type="pres">
      <dgm:prSet presAssocID="{0D164DD8-A472-46A6-B14B-E155C7D6860D}" presName="thickLine" presStyleLbl="alignNode1" presStyleIdx="4" presStyleCnt="8"/>
      <dgm:spPr/>
    </dgm:pt>
    <dgm:pt modelId="{85D707DE-6728-8F4E-87C9-E7440F1780CA}" type="pres">
      <dgm:prSet presAssocID="{0D164DD8-A472-46A6-B14B-E155C7D6860D}" presName="horz1" presStyleCnt="0"/>
      <dgm:spPr/>
    </dgm:pt>
    <dgm:pt modelId="{DE64971D-9447-8A4C-860F-6B2DBCEFEED0}" type="pres">
      <dgm:prSet presAssocID="{0D164DD8-A472-46A6-B14B-E155C7D6860D}" presName="tx1" presStyleLbl="revTx" presStyleIdx="4" presStyleCnt="8"/>
      <dgm:spPr/>
    </dgm:pt>
    <dgm:pt modelId="{9F0EA6D4-06CB-7449-AA87-D0D15384B663}" type="pres">
      <dgm:prSet presAssocID="{0D164DD8-A472-46A6-B14B-E155C7D6860D}" presName="vert1" presStyleCnt="0"/>
      <dgm:spPr/>
    </dgm:pt>
    <dgm:pt modelId="{0E2C4338-2973-AE49-86C9-27E367CB768A}" type="pres">
      <dgm:prSet presAssocID="{3D477D1A-E6BC-4F47-964F-AF78DF975511}" presName="thickLine" presStyleLbl="alignNode1" presStyleIdx="5" presStyleCnt="8"/>
      <dgm:spPr/>
    </dgm:pt>
    <dgm:pt modelId="{B8C59719-596C-B64C-AB78-D15DB3A9D885}" type="pres">
      <dgm:prSet presAssocID="{3D477D1A-E6BC-4F47-964F-AF78DF975511}" presName="horz1" presStyleCnt="0"/>
      <dgm:spPr/>
    </dgm:pt>
    <dgm:pt modelId="{4AE9C30A-9258-5145-9C4E-065D151CDF30}" type="pres">
      <dgm:prSet presAssocID="{3D477D1A-E6BC-4F47-964F-AF78DF975511}" presName="tx1" presStyleLbl="revTx" presStyleIdx="5" presStyleCnt="8"/>
      <dgm:spPr/>
    </dgm:pt>
    <dgm:pt modelId="{B5ED56B0-7AFC-814E-964D-486CE0E4F657}" type="pres">
      <dgm:prSet presAssocID="{3D477D1A-E6BC-4F47-964F-AF78DF975511}" presName="vert1" presStyleCnt="0"/>
      <dgm:spPr/>
    </dgm:pt>
    <dgm:pt modelId="{D67CEB65-2333-D046-98BF-8FBF90C3AAAF}" type="pres">
      <dgm:prSet presAssocID="{391CE07D-555C-4F92-A302-0887E31B788A}" presName="thickLine" presStyleLbl="alignNode1" presStyleIdx="6" presStyleCnt="8"/>
      <dgm:spPr/>
    </dgm:pt>
    <dgm:pt modelId="{F82C3B19-24DF-574E-AEEC-F8471B919EE6}" type="pres">
      <dgm:prSet presAssocID="{391CE07D-555C-4F92-A302-0887E31B788A}" presName="horz1" presStyleCnt="0"/>
      <dgm:spPr/>
    </dgm:pt>
    <dgm:pt modelId="{CEB88FD8-249C-454D-88E1-F34166BB80F0}" type="pres">
      <dgm:prSet presAssocID="{391CE07D-555C-4F92-A302-0887E31B788A}" presName="tx1" presStyleLbl="revTx" presStyleIdx="6" presStyleCnt="8"/>
      <dgm:spPr/>
    </dgm:pt>
    <dgm:pt modelId="{5AC33824-753B-3D49-A01E-19B46A8B9FA9}" type="pres">
      <dgm:prSet presAssocID="{391CE07D-555C-4F92-A302-0887E31B788A}" presName="vert1" presStyleCnt="0"/>
      <dgm:spPr/>
    </dgm:pt>
    <dgm:pt modelId="{DA52FD59-90F1-D743-967E-37B13A8C8C68}" type="pres">
      <dgm:prSet presAssocID="{55D63BE8-08A7-406B-B695-B59E7B1FE2BE}" presName="thickLine" presStyleLbl="alignNode1" presStyleIdx="7" presStyleCnt="8"/>
      <dgm:spPr/>
    </dgm:pt>
    <dgm:pt modelId="{FB7DA860-324D-EC4A-A32A-5D17F74C394A}" type="pres">
      <dgm:prSet presAssocID="{55D63BE8-08A7-406B-B695-B59E7B1FE2BE}" presName="horz1" presStyleCnt="0"/>
      <dgm:spPr/>
    </dgm:pt>
    <dgm:pt modelId="{22E9324A-F751-0447-94AB-70BCFA035403}" type="pres">
      <dgm:prSet presAssocID="{55D63BE8-08A7-406B-B695-B59E7B1FE2BE}" presName="tx1" presStyleLbl="revTx" presStyleIdx="7" presStyleCnt="8"/>
      <dgm:spPr/>
    </dgm:pt>
    <dgm:pt modelId="{AA8E26BC-A208-CB46-9806-8EEC1D386611}" type="pres">
      <dgm:prSet presAssocID="{55D63BE8-08A7-406B-B695-B59E7B1FE2BE}" presName="vert1" presStyleCnt="0"/>
      <dgm:spPr/>
    </dgm:pt>
  </dgm:ptLst>
  <dgm:cxnLst>
    <dgm:cxn modelId="{286FEA01-A58D-4947-86E8-0687B20040F7}" type="presOf" srcId="{0D164DD8-A472-46A6-B14B-E155C7D6860D}" destId="{DE64971D-9447-8A4C-860F-6B2DBCEFEED0}" srcOrd="0" destOrd="0" presId="urn:microsoft.com/office/officeart/2008/layout/LinedList"/>
    <dgm:cxn modelId="{EDDE571D-90EE-4731-BF9D-A514EB9D0C0A}" srcId="{5893A6BC-921D-425B-8316-AB42CB2DB72E}" destId="{4E65972E-9E70-4FF9-A4AE-E654239EF834}" srcOrd="0" destOrd="0" parTransId="{A8E94536-9D5C-44E6-9491-163E32268868}" sibTransId="{33D49BDA-AD9E-4A6F-B17B-61452B8F58F3}"/>
    <dgm:cxn modelId="{F145762F-964E-3B42-9619-DBCA6D4307D4}" type="presOf" srcId="{391CE07D-555C-4F92-A302-0887E31B788A}" destId="{CEB88FD8-249C-454D-88E1-F34166BB80F0}" srcOrd="0" destOrd="0" presId="urn:microsoft.com/office/officeart/2008/layout/LinedList"/>
    <dgm:cxn modelId="{BBE5E83C-64A8-4433-9DFF-33889983B27D}" srcId="{5893A6BC-921D-425B-8316-AB42CB2DB72E}" destId="{7C8A74B4-D5EC-439E-9FC4-6CA481A31725}" srcOrd="3" destOrd="0" parTransId="{2402AB60-6EF7-430B-A316-10CD1E8D658E}" sibTransId="{B450F639-40B4-418A-B7FE-B34B74ACC296}"/>
    <dgm:cxn modelId="{B017D44A-2835-F24E-B149-99F0A11A5F32}" type="presOf" srcId="{7C8A74B4-D5EC-439E-9FC4-6CA481A31725}" destId="{73CE6C3A-C0AD-864D-9167-C2486CBC8A32}" srcOrd="0" destOrd="0" presId="urn:microsoft.com/office/officeart/2008/layout/LinedList"/>
    <dgm:cxn modelId="{B8D50F4D-C24F-479F-A950-64F81AB4FAB8}" srcId="{5893A6BC-921D-425B-8316-AB42CB2DB72E}" destId="{391CE07D-555C-4F92-A302-0887E31B788A}" srcOrd="6" destOrd="0" parTransId="{C1828CF2-BEB6-4417-8038-F5257E49527B}" sibTransId="{259EFAB4-B280-402C-8158-D1CB3C91D8F5}"/>
    <dgm:cxn modelId="{14474164-7536-9843-8AAF-E7D0781F850A}" type="presOf" srcId="{4E65972E-9E70-4FF9-A4AE-E654239EF834}" destId="{D1116E5B-78DB-7240-8423-3F763F0F0052}" srcOrd="0" destOrd="0" presId="urn:microsoft.com/office/officeart/2008/layout/LinedList"/>
    <dgm:cxn modelId="{B5361C75-A9F9-F54D-B152-56FF3B25E666}" type="presOf" srcId="{55D63BE8-08A7-406B-B695-B59E7B1FE2BE}" destId="{22E9324A-F751-0447-94AB-70BCFA035403}" srcOrd="0" destOrd="0" presId="urn:microsoft.com/office/officeart/2008/layout/LinedList"/>
    <dgm:cxn modelId="{F6E98A7F-23D7-4787-8E5E-DA0C03C20A61}" srcId="{5893A6BC-921D-425B-8316-AB42CB2DB72E}" destId="{0D164DD8-A472-46A6-B14B-E155C7D6860D}" srcOrd="4" destOrd="0" parTransId="{4D55B88E-8B8E-439A-A42C-72594FDBD21C}" sibTransId="{08164006-79AB-4B3C-AAF4-96C793C8269A}"/>
    <dgm:cxn modelId="{ECB1F48A-BE44-3742-8C8C-8D0E84E5D330}" type="presOf" srcId="{AC0A3352-4E26-47FC-A4CE-92158C66C8F8}" destId="{5D383405-D27F-234D-8A80-34E6AFD1E225}" srcOrd="0" destOrd="0" presId="urn:microsoft.com/office/officeart/2008/layout/LinedList"/>
    <dgm:cxn modelId="{BAF59AB1-EB4B-49F7-A2B1-5D5556DEC701}" srcId="{5893A6BC-921D-425B-8316-AB42CB2DB72E}" destId="{55D63BE8-08A7-406B-B695-B59E7B1FE2BE}" srcOrd="7" destOrd="0" parTransId="{A9D27218-7699-4D3B-8A8E-10CAF333B455}" sibTransId="{C84144E1-E18D-4B6F-8724-AAE1707271E4}"/>
    <dgm:cxn modelId="{92D820B8-B962-AA4F-87FC-12B90811F54E}" type="presOf" srcId="{5893A6BC-921D-425B-8316-AB42CB2DB72E}" destId="{5F4F1954-5907-1647-AE5B-C0BB0CD1F3F8}" srcOrd="0" destOrd="0" presId="urn:microsoft.com/office/officeart/2008/layout/LinedList"/>
    <dgm:cxn modelId="{86973DD5-578D-4CA8-827E-B390D494CD98}" srcId="{5893A6BC-921D-425B-8316-AB42CB2DB72E}" destId="{AC0A3352-4E26-47FC-A4CE-92158C66C8F8}" srcOrd="2" destOrd="0" parTransId="{EEB82651-3D15-4DAB-AB5D-A232B2F67FCD}" sibTransId="{5C122AA6-10AA-4C83-BA94-3B5EA62F3C1F}"/>
    <dgm:cxn modelId="{A3A41EE0-FD8C-4106-8FAF-632DDFA4F801}" srcId="{5893A6BC-921D-425B-8316-AB42CB2DB72E}" destId="{3D477D1A-E6BC-4F47-964F-AF78DF975511}" srcOrd="5" destOrd="0" parTransId="{2040F708-6110-4BE5-AAAE-E42377A2B108}" sibTransId="{84D6F7C8-31F7-4045-9DD1-08C7FD0F518A}"/>
    <dgm:cxn modelId="{B328DEE5-5A0A-4B20-9667-59E7403AD5BF}" srcId="{5893A6BC-921D-425B-8316-AB42CB2DB72E}" destId="{85BD5636-7530-41BA-8E6B-3551E3D64FB3}" srcOrd="1" destOrd="0" parTransId="{627A2F13-BBFB-41B4-8F67-3E1E053B4A3A}" sibTransId="{C69E69E1-4762-44CE-A128-6E16866368EB}"/>
    <dgm:cxn modelId="{78C20DF4-871C-594F-A349-2D665B115DE3}" type="presOf" srcId="{85BD5636-7530-41BA-8E6B-3551E3D64FB3}" destId="{8C1909C4-22F4-EE42-A7AC-9CA08F2E1E82}" srcOrd="0" destOrd="0" presId="urn:microsoft.com/office/officeart/2008/layout/LinedList"/>
    <dgm:cxn modelId="{E3B868FB-0A96-5345-9471-43371238B6D4}" type="presOf" srcId="{3D477D1A-E6BC-4F47-964F-AF78DF975511}" destId="{4AE9C30A-9258-5145-9C4E-065D151CDF30}" srcOrd="0" destOrd="0" presId="urn:microsoft.com/office/officeart/2008/layout/LinedList"/>
    <dgm:cxn modelId="{29DE2AA2-1DF7-C34C-BDAB-53796146A955}" type="presParOf" srcId="{5F4F1954-5907-1647-AE5B-C0BB0CD1F3F8}" destId="{98CDCF27-6BA4-BC4D-B8E9-E37E7D21A01E}" srcOrd="0" destOrd="0" presId="urn:microsoft.com/office/officeart/2008/layout/LinedList"/>
    <dgm:cxn modelId="{126AA724-7634-B44E-912D-124277F0DD8E}" type="presParOf" srcId="{5F4F1954-5907-1647-AE5B-C0BB0CD1F3F8}" destId="{77F4F786-3476-8B4A-82BA-2FDD1788F0DD}" srcOrd="1" destOrd="0" presId="urn:microsoft.com/office/officeart/2008/layout/LinedList"/>
    <dgm:cxn modelId="{62D6C59E-FCB7-8046-8A23-E77E8FFDA9AA}" type="presParOf" srcId="{77F4F786-3476-8B4A-82BA-2FDD1788F0DD}" destId="{D1116E5B-78DB-7240-8423-3F763F0F0052}" srcOrd="0" destOrd="0" presId="urn:microsoft.com/office/officeart/2008/layout/LinedList"/>
    <dgm:cxn modelId="{A358AF4B-5C61-CD43-86C2-77323660D097}" type="presParOf" srcId="{77F4F786-3476-8B4A-82BA-2FDD1788F0DD}" destId="{B100A673-9556-1840-A920-16A7F8D20456}" srcOrd="1" destOrd="0" presId="urn:microsoft.com/office/officeart/2008/layout/LinedList"/>
    <dgm:cxn modelId="{1C9E80BD-D36E-D94D-84B2-DCBACD5C64DF}" type="presParOf" srcId="{5F4F1954-5907-1647-AE5B-C0BB0CD1F3F8}" destId="{89C5A83F-4E11-DE41-8C04-75AE3AA450EE}" srcOrd="2" destOrd="0" presId="urn:microsoft.com/office/officeart/2008/layout/LinedList"/>
    <dgm:cxn modelId="{D9E1FC39-47E9-EF46-A245-B352CD6A457F}" type="presParOf" srcId="{5F4F1954-5907-1647-AE5B-C0BB0CD1F3F8}" destId="{4E751D22-2E68-604C-89B3-EB27BDAF17B4}" srcOrd="3" destOrd="0" presId="urn:microsoft.com/office/officeart/2008/layout/LinedList"/>
    <dgm:cxn modelId="{AA424E01-5139-5446-85B6-13131380AE82}" type="presParOf" srcId="{4E751D22-2E68-604C-89B3-EB27BDAF17B4}" destId="{8C1909C4-22F4-EE42-A7AC-9CA08F2E1E82}" srcOrd="0" destOrd="0" presId="urn:microsoft.com/office/officeart/2008/layout/LinedList"/>
    <dgm:cxn modelId="{84BC5337-827A-2D44-9848-931362B44D56}" type="presParOf" srcId="{4E751D22-2E68-604C-89B3-EB27BDAF17B4}" destId="{0CC85AF0-9582-FE49-9D01-F86D14B3DF0E}" srcOrd="1" destOrd="0" presId="urn:microsoft.com/office/officeart/2008/layout/LinedList"/>
    <dgm:cxn modelId="{9186AA5A-A01F-9D41-B733-95FDB649BFB5}" type="presParOf" srcId="{5F4F1954-5907-1647-AE5B-C0BB0CD1F3F8}" destId="{C9CD94FF-522E-6646-855D-1AE3E386D7DC}" srcOrd="4" destOrd="0" presId="urn:microsoft.com/office/officeart/2008/layout/LinedList"/>
    <dgm:cxn modelId="{816160DA-B750-A848-B3C6-222FDD05E146}" type="presParOf" srcId="{5F4F1954-5907-1647-AE5B-C0BB0CD1F3F8}" destId="{2E774082-1BFF-0F49-A458-27696343770A}" srcOrd="5" destOrd="0" presId="urn:microsoft.com/office/officeart/2008/layout/LinedList"/>
    <dgm:cxn modelId="{8D980997-9ADB-864C-B9AC-4EBB27EB07C6}" type="presParOf" srcId="{2E774082-1BFF-0F49-A458-27696343770A}" destId="{5D383405-D27F-234D-8A80-34E6AFD1E225}" srcOrd="0" destOrd="0" presId="urn:microsoft.com/office/officeart/2008/layout/LinedList"/>
    <dgm:cxn modelId="{7ACD9C2A-85CF-E243-BD8A-9F8F047C73CB}" type="presParOf" srcId="{2E774082-1BFF-0F49-A458-27696343770A}" destId="{D96E75F3-6237-EA40-80A1-4DB0C42B9E1C}" srcOrd="1" destOrd="0" presId="urn:microsoft.com/office/officeart/2008/layout/LinedList"/>
    <dgm:cxn modelId="{2657E52D-C146-AB49-8138-B7374B5C1527}" type="presParOf" srcId="{5F4F1954-5907-1647-AE5B-C0BB0CD1F3F8}" destId="{83A2D464-BBDA-A541-AC62-13292CAFD2C7}" srcOrd="6" destOrd="0" presId="urn:microsoft.com/office/officeart/2008/layout/LinedList"/>
    <dgm:cxn modelId="{338A9052-A7BD-8F45-AC80-F0F296A12942}" type="presParOf" srcId="{5F4F1954-5907-1647-AE5B-C0BB0CD1F3F8}" destId="{554CEFBA-C7C5-E94B-8FFB-55743F048519}" srcOrd="7" destOrd="0" presId="urn:microsoft.com/office/officeart/2008/layout/LinedList"/>
    <dgm:cxn modelId="{2DB10A74-BAC2-4641-BAA4-58CD30B7802B}" type="presParOf" srcId="{554CEFBA-C7C5-E94B-8FFB-55743F048519}" destId="{73CE6C3A-C0AD-864D-9167-C2486CBC8A32}" srcOrd="0" destOrd="0" presId="urn:microsoft.com/office/officeart/2008/layout/LinedList"/>
    <dgm:cxn modelId="{E4EF08CE-7795-9640-8867-4FBB7831FFE6}" type="presParOf" srcId="{554CEFBA-C7C5-E94B-8FFB-55743F048519}" destId="{AA91BEE4-58E2-3F40-8311-06E66DB26DAC}" srcOrd="1" destOrd="0" presId="urn:microsoft.com/office/officeart/2008/layout/LinedList"/>
    <dgm:cxn modelId="{74F09675-25AD-BE47-A631-E9158C155606}" type="presParOf" srcId="{5F4F1954-5907-1647-AE5B-C0BB0CD1F3F8}" destId="{B8DF142E-B379-B648-8CBC-F3FCC9D7FA5D}" srcOrd="8" destOrd="0" presId="urn:microsoft.com/office/officeart/2008/layout/LinedList"/>
    <dgm:cxn modelId="{2F75998B-224E-FF4F-A291-358F423DA8DF}" type="presParOf" srcId="{5F4F1954-5907-1647-AE5B-C0BB0CD1F3F8}" destId="{85D707DE-6728-8F4E-87C9-E7440F1780CA}" srcOrd="9" destOrd="0" presId="urn:microsoft.com/office/officeart/2008/layout/LinedList"/>
    <dgm:cxn modelId="{ABEE7E8D-CCF4-4941-88B3-FA70005434CC}" type="presParOf" srcId="{85D707DE-6728-8F4E-87C9-E7440F1780CA}" destId="{DE64971D-9447-8A4C-860F-6B2DBCEFEED0}" srcOrd="0" destOrd="0" presId="urn:microsoft.com/office/officeart/2008/layout/LinedList"/>
    <dgm:cxn modelId="{3F3C4805-B4B3-8849-BF65-FE5F0908B3AF}" type="presParOf" srcId="{85D707DE-6728-8F4E-87C9-E7440F1780CA}" destId="{9F0EA6D4-06CB-7449-AA87-D0D15384B663}" srcOrd="1" destOrd="0" presId="urn:microsoft.com/office/officeart/2008/layout/LinedList"/>
    <dgm:cxn modelId="{C7C5361D-1F62-7A4E-8887-E80D44F784AC}" type="presParOf" srcId="{5F4F1954-5907-1647-AE5B-C0BB0CD1F3F8}" destId="{0E2C4338-2973-AE49-86C9-27E367CB768A}" srcOrd="10" destOrd="0" presId="urn:microsoft.com/office/officeart/2008/layout/LinedList"/>
    <dgm:cxn modelId="{8A61149C-82BA-1D40-8153-4619A1CC14AC}" type="presParOf" srcId="{5F4F1954-5907-1647-AE5B-C0BB0CD1F3F8}" destId="{B8C59719-596C-B64C-AB78-D15DB3A9D885}" srcOrd="11" destOrd="0" presId="urn:microsoft.com/office/officeart/2008/layout/LinedList"/>
    <dgm:cxn modelId="{864616D5-F781-2645-9E42-524C89552869}" type="presParOf" srcId="{B8C59719-596C-B64C-AB78-D15DB3A9D885}" destId="{4AE9C30A-9258-5145-9C4E-065D151CDF30}" srcOrd="0" destOrd="0" presId="urn:microsoft.com/office/officeart/2008/layout/LinedList"/>
    <dgm:cxn modelId="{42D5C557-6BA8-984D-A8D9-F746D26CD9FE}" type="presParOf" srcId="{B8C59719-596C-B64C-AB78-D15DB3A9D885}" destId="{B5ED56B0-7AFC-814E-964D-486CE0E4F657}" srcOrd="1" destOrd="0" presId="urn:microsoft.com/office/officeart/2008/layout/LinedList"/>
    <dgm:cxn modelId="{F182BFB7-5D04-2C4D-AD79-D1EB61D1EA5F}" type="presParOf" srcId="{5F4F1954-5907-1647-AE5B-C0BB0CD1F3F8}" destId="{D67CEB65-2333-D046-98BF-8FBF90C3AAAF}" srcOrd="12" destOrd="0" presId="urn:microsoft.com/office/officeart/2008/layout/LinedList"/>
    <dgm:cxn modelId="{A1745E6E-20AF-E04E-A17F-D82D38D3649B}" type="presParOf" srcId="{5F4F1954-5907-1647-AE5B-C0BB0CD1F3F8}" destId="{F82C3B19-24DF-574E-AEEC-F8471B919EE6}" srcOrd="13" destOrd="0" presId="urn:microsoft.com/office/officeart/2008/layout/LinedList"/>
    <dgm:cxn modelId="{D53E6327-67B1-134C-BD4E-97CBACD0EC20}" type="presParOf" srcId="{F82C3B19-24DF-574E-AEEC-F8471B919EE6}" destId="{CEB88FD8-249C-454D-88E1-F34166BB80F0}" srcOrd="0" destOrd="0" presId="urn:microsoft.com/office/officeart/2008/layout/LinedList"/>
    <dgm:cxn modelId="{45215D39-737B-9746-A529-5060D190EC58}" type="presParOf" srcId="{F82C3B19-24DF-574E-AEEC-F8471B919EE6}" destId="{5AC33824-753B-3D49-A01E-19B46A8B9FA9}" srcOrd="1" destOrd="0" presId="urn:microsoft.com/office/officeart/2008/layout/LinedList"/>
    <dgm:cxn modelId="{78A91633-7CE5-3344-B3C2-77C3B1A93C86}" type="presParOf" srcId="{5F4F1954-5907-1647-AE5B-C0BB0CD1F3F8}" destId="{DA52FD59-90F1-D743-967E-37B13A8C8C68}" srcOrd="14" destOrd="0" presId="urn:microsoft.com/office/officeart/2008/layout/LinedList"/>
    <dgm:cxn modelId="{753D48E7-D212-ED4B-89E0-AB3BD237057C}" type="presParOf" srcId="{5F4F1954-5907-1647-AE5B-C0BB0CD1F3F8}" destId="{FB7DA860-324D-EC4A-A32A-5D17F74C394A}" srcOrd="15" destOrd="0" presId="urn:microsoft.com/office/officeart/2008/layout/LinedList"/>
    <dgm:cxn modelId="{CD8FDE41-7A86-6A43-96E3-4B874B5C42B5}" type="presParOf" srcId="{FB7DA860-324D-EC4A-A32A-5D17F74C394A}" destId="{22E9324A-F751-0447-94AB-70BCFA035403}" srcOrd="0" destOrd="0" presId="urn:microsoft.com/office/officeart/2008/layout/LinedList"/>
    <dgm:cxn modelId="{0EA69A59-0367-BB43-8EAE-C8699FFE95CB}" type="presParOf" srcId="{FB7DA860-324D-EC4A-A32A-5D17F74C394A}" destId="{AA8E26BC-A208-CB46-9806-8EEC1D3866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670E195-8C75-4308-B2F0-D2E3A938651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ED070B-E631-4BA2-BAE2-240C3C4EA811}">
      <dgm:prSet/>
      <dgm:spPr/>
      <dgm:t>
        <a:bodyPr/>
        <a:lstStyle/>
        <a:p>
          <a:r>
            <a:rPr lang="en-US"/>
            <a:t>SELECT * FROM Employees WHERE Salary &gt; 55000;</a:t>
          </a:r>
        </a:p>
      </dgm:t>
    </dgm:pt>
    <dgm:pt modelId="{E5DA5F07-6161-45C7-9BF5-D967F7FC89FD}" type="parTrans" cxnId="{2E1883D1-690F-4CBA-A88E-91570E8DF312}">
      <dgm:prSet/>
      <dgm:spPr/>
      <dgm:t>
        <a:bodyPr/>
        <a:lstStyle/>
        <a:p>
          <a:endParaRPr lang="en-US"/>
        </a:p>
      </dgm:t>
    </dgm:pt>
    <dgm:pt modelId="{AF47370C-5600-410A-A551-0B29A8CAC4C7}" type="sibTrans" cxnId="{2E1883D1-690F-4CBA-A88E-91570E8DF312}">
      <dgm:prSet/>
      <dgm:spPr/>
      <dgm:t>
        <a:bodyPr/>
        <a:lstStyle/>
        <a:p>
          <a:endParaRPr lang="en-US"/>
        </a:p>
      </dgm:t>
    </dgm:pt>
    <dgm:pt modelId="{48D6FBE5-5834-494C-A242-723641EB0804}">
      <dgm:prSet/>
      <dgm:spPr/>
      <dgm:t>
        <a:bodyPr/>
        <a:lstStyle/>
        <a:p>
          <a:r>
            <a:rPr lang="en-US"/>
            <a:t>Output:</a:t>
          </a:r>
        </a:p>
      </dgm:t>
    </dgm:pt>
    <dgm:pt modelId="{F0B4404D-96D2-437D-9FDE-8060A051D94F}" type="parTrans" cxnId="{F62B8AD9-ED94-41C6-8E44-AED83F1605AC}">
      <dgm:prSet/>
      <dgm:spPr/>
      <dgm:t>
        <a:bodyPr/>
        <a:lstStyle/>
        <a:p>
          <a:endParaRPr lang="en-US"/>
        </a:p>
      </dgm:t>
    </dgm:pt>
    <dgm:pt modelId="{474BF330-E94C-429A-9564-F2E11EFD3E22}" type="sibTrans" cxnId="{F62B8AD9-ED94-41C6-8E44-AED83F1605AC}">
      <dgm:prSet/>
      <dgm:spPr/>
      <dgm:t>
        <a:bodyPr/>
        <a:lstStyle/>
        <a:p>
          <a:endParaRPr lang="en-US"/>
        </a:p>
      </dgm:t>
    </dgm:pt>
    <dgm:pt modelId="{F094E2AE-2C29-4AD6-AC8B-729BD44BEB00}">
      <dgm:prSet/>
      <dgm:spPr/>
      <dgm:t>
        <a:bodyPr/>
        <a:lstStyle/>
        <a:p>
          <a:r>
            <a:rPr lang="en-US"/>
            <a:t>| EmpID | Name | Salary | DeptID |</a:t>
          </a:r>
        </a:p>
      </dgm:t>
    </dgm:pt>
    <dgm:pt modelId="{A7B1C578-1F73-480D-9F43-A5493037B698}" type="parTrans" cxnId="{833ACBB2-B625-4F01-8F14-917F52C01D5B}">
      <dgm:prSet/>
      <dgm:spPr/>
      <dgm:t>
        <a:bodyPr/>
        <a:lstStyle/>
        <a:p>
          <a:endParaRPr lang="en-US"/>
        </a:p>
      </dgm:t>
    </dgm:pt>
    <dgm:pt modelId="{027AF123-FF76-4BB6-8D35-0949A6F28C76}" type="sibTrans" cxnId="{833ACBB2-B625-4F01-8F14-917F52C01D5B}">
      <dgm:prSet/>
      <dgm:spPr/>
      <dgm:t>
        <a:bodyPr/>
        <a:lstStyle/>
        <a:p>
          <a:endParaRPr lang="en-US"/>
        </a:p>
      </dgm:t>
    </dgm:pt>
    <dgm:pt modelId="{87BB5FF1-C96F-4880-BE3E-F8E9D142847D}">
      <dgm:prSet/>
      <dgm:spPr/>
      <dgm:t>
        <a:bodyPr/>
        <a:lstStyle/>
        <a:p>
          <a:r>
            <a:rPr lang="en-US"/>
            <a:t>|-------|------|--------|--------|</a:t>
          </a:r>
        </a:p>
      </dgm:t>
    </dgm:pt>
    <dgm:pt modelId="{123E2E94-AE55-492D-942D-8A9DB0623AA0}" type="parTrans" cxnId="{32D0BF72-BD8D-4EF2-A1AA-AB49752E4A2A}">
      <dgm:prSet/>
      <dgm:spPr/>
      <dgm:t>
        <a:bodyPr/>
        <a:lstStyle/>
        <a:p>
          <a:endParaRPr lang="en-US"/>
        </a:p>
      </dgm:t>
    </dgm:pt>
    <dgm:pt modelId="{D85DA8F7-8148-4220-B429-BFB383EAE029}" type="sibTrans" cxnId="{32D0BF72-BD8D-4EF2-A1AA-AB49752E4A2A}">
      <dgm:prSet/>
      <dgm:spPr/>
      <dgm:t>
        <a:bodyPr/>
        <a:lstStyle/>
        <a:p>
          <a:endParaRPr lang="en-US"/>
        </a:p>
      </dgm:t>
    </dgm:pt>
    <dgm:pt modelId="{1DF2705C-A13B-4626-955F-0C09FEBCAB2A}">
      <dgm:prSet/>
      <dgm:spPr/>
      <dgm:t>
        <a:bodyPr/>
        <a:lstStyle/>
        <a:p>
          <a:r>
            <a:rPr lang="en-US"/>
            <a:t>| 1     | Amit | 60000  | 101    |</a:t>
          </a:r>
        </a:p>
      </dgm:t>
    </dgm:pt>
    <dgm:pt modelId="{20A9015C-5C74-4E58-9050-D43FD2664F54}" type="parTrans" cxnId="{D3342C96-FE53-4F32-B4B6-7C3A4215A26D}">
      <dgm:prSet/>
      <dgm:spPr/>
      <dgm:t>
        <a:bodyPr/>
        <a:lstStyle/>
        <a:p>
          <a:endParaRPr lang="en-US"/>
        </a:p>
      </dgm:t>
    </dgm:pt>
    <dgm:pt modelId="{E05FEBCF-8D8C-4A88-B029-B5621EFFA242}" type="sibTrans" cxnId="{D3342C96-FE53-4F32-B4B6-7C3A4215A26D}">
      <dgm:prSet/>
      <dgm:spPr/>
      <dgm:t>
        <a:bodyPr/>
        <a:lstStyle/>
        <a:p>
          <a:endParaRPr lang="en-US"/>
        </a:p>
      </dgm:t>
    </dgm:pt>
    <dgm:pt modelId="{569C8669-05B9-DE47-84B2-56DAD5E46A29}" type="pres">
      <dgm:prSet presAssocID="{A670E195-8C75-4308-B2F0-D2E3A9386514}" presName="vert0" presStyleCnt="0">
        <dgm:presLayoutVars>
          <dgm:dir/>
          <dgm:animOne val="branch"/>
          <dgm:animLvl val="lvl"/>
        </dgm:presLayoutVars>
      </dgm:prSet>
      <dgm:spPr/>
    </dgm:pt>
    <dgm:pt modelId="{B4554C8B-4AFD-AB48-AA92-6544CE3D3843}" type="pres">
      <dgm:prSet presAssocID="{45ED070B-E631-4BA2-BAE2-240C3C4EA811}" presName="thickLine" presStyleLbl="alignNode1" presStyleIdx="0" presStyleCnt="5"/>
      <dgm:spPr/>
    </dgm:pt>
    <dgm:pt modelId="{CFB169BF-5D35-EC48-A077-1AB301D7302D}" type="pres">
      <dgm:prSet presAssocID="{45ED070B-E631-4BA2-BAE2-240C3C4EA811}" presName="horz1" presStyleCnt="0"/>
      <dgm:spPr/>
    </dgm:pt>
    <dgm:pt modelId="{C191CBB8-E289-D941-8953-968AEF916E5E}" type="pres">
      <dgm:prSet presAssocID="{45ED070B-E631-4BA2-BAE2-240C3C4EA811}" presName="tx1" presStyleLbl="revTx" presStyleIdx="0" presStyleCnt="5"/>
      <dgm:spPr/>
    </dgm:pt>
    <dgm:pt modelId="{52DA3B94-3083-4C41-A392-0FA6E1DFFED9}" type="pres">
      <dgm:prSet presAssocID="{45ED070B-E631-4BA2-BAE2-240C3C4EA811}" presName="vert1" presStyleCnt="0"/>
      <dgm:spPr/>
    </dgm:pt>
    <dgm:pt modelId="{8C2B00C7-86EF-6C48-A52F-6398445D7F1F}" type="pres">
      <dgm:prSet presAssocID="{48D6FBE5-5834-494C-A242-723641EB0804}" presName="thickLine" presStyleLbl="alignNode1" presStyleIdx="1" presStyleCnt="5"/>
      <dgm:spPr/>
    </dgm:pt>
    <dgm:pt modelId="{37C2A9C0-07A4-BB49-9BBF-7343D83F08AF}" type="pres">
      <dgm:prSet presAssocID="{48D6FBE5-5834-494C-A242-723641EB0804}" presName="horz1" presStyleCnt="0"/>
      <dgm:spPr/>
    </dgm:pt>
    <dgm:pt modelId="{C2BB4A87-A8BD-E941-9D1B-D4E15E7BE9EB}" type="pres">
      <dgm:prSet presAssocID="{48D6FBE5-5834-494C-A242-723641EB0804}" presName="tx1" presStyleLbl="revTx" presStyleIdx="1" presStyleCnt="5"/>
      <dgm:spPr/>
    </dgm:pt>
    <dgm:pt modelId="{8D308623-9657-2642-927F-BC2AC3FBFF11}" type="pres">
      <dgm:prSet presAssocID="{48D6FBE5-5834-494C-A242-723641EB0804}" presName="vert1" presStyleCnt="0"/>
      <dgm:spPr/>
    </dgm:pt>
    <dgm:pt modelId="{61302349-10DE-DB44-8A2E-5E366C1F018A}" type="pres">
      <dgm:prSet presAssocID="{F094E2AE-2C29-4AD6-AC8B-729BD44BEB00}" presName="thickLine" presStyleLbl="alignNode1" presStyleIdx="2" presStyleCnt="5"/>
      <dgm:spPr/>
    </dgm:pt>
    <dgm:pt modelId="{B774F32F-4D24-8644-B738-9E1A5DD8B387}" type="pres">
      <dgm:prSet presAssocID="{F094E2AE-2C29-4AD6-AC8B-729BD44BEB00}" presName="horz1" presStyleCnt="0"/>
      <dgm:spPr/>
    </dgm:pt>
    <dgm:pt modelId="{C474BB1C-4A4B-9749-92F0-8142E36F4750}" type="pres">
      <dgm:prSet presAssocID="{F094E2AE-2C29-4AD6-AC8B-729BD44BEB00}" presName="tx1" presStyleLbl="revTx" presStyleIdx="2" presStyleCnt="5"/>
      <dgm:spPr/>
    </dgm:pt>
    <dgm:pt modelId="{4CFF44B3-3611-E84B-9B92-50DB24614245}" type="pres">
      <dgm:prSet presAssocID="{F094E2AE-2C29-4AD6-AC8B-729BD44BEB00}" presName="vert1" presStyleCnt="0"/>
      <dgm:spPr/>
    </dgm:pt>
    <dgm:pt modelId="{4894C542-F732-0842-92A5-C814CFC97749}" type="pres">
      <dgm:prSet presAssocID="{87BB5FF1-C96F-4880-BE3E-F8E9D142847D}" presName="thickLine" presStyleLbl="alignNode1" presStyleIdx="3" presStyleCnt="5"/>
      <dgm:spPr/>
    </dgm:pt>
    <dgm:pt modelId="{77BAD8B2-38A4-EE4E-A15E-BC0BCE42A129}" type="pres">
      <dgm:prSet presAssocID="{87BB5FF1-C96F-4880-BE3E-F8E9D142847D}" presName="horz1" presStyleCnt="0"/>
      <dgm:spPr/>
    </dgm:pt>
    <dgm:pt modelId="{1A163A3D-F2AD-3142-868C-01BCFC789B1B}" type="pres">
      <dgm:prSet presAssocID="{87BB5FF1-C96F-4880-BE3E-F8E9D142847D}" presName="tx1" presStyleLbl="revTx" presStyleIdx="3" presStyleCnt="5"/>
      <dgm:spPr/>
    </dgm:pt>
    <dgm:pt modelId="{DF3534B4-FF46-9B4B-94BC-E3E246E7CB6C}" type="pres">
      <dgm:prSet presAssocID="{87BB5FF1-C96F-4880-BE3E-F8E9D142847D}" presName="vert1" presStyleCnt="0"/>
      <dgm:spPr/>
    </dgm:pt>
    <dgm:pt modelId="{09F505A8-0606-364D-8119-CC68DBB14C3B}" type="pres">
      <dgm:prSet presAssocID="{1DF2705C-A13B-4626-955F-0C09FEBCAB2A}" presName="thickLine" presStyleLbl="alignNode1" presStyleIdx="4" presStyleCnt="5"/>
      <dgm:spPr/>
    </dgm:pt>
    <dgm:pt modelId="{B1E15C09-4B74-9E47-B7C4-1F37A8CC4111}" type="pres">
      <dgm:prSet presAssocID="{1DF2705C-A13B-4626-955F-0C09FEBCAB2A}" presName="horz1" presStyleCnt="0"/>
      <dgm:spPr/>
    </dgm:pt>
    <dgm:pt modelId="{D82513B2-A3DC-F24E-8925-5CBCB9DB347F}" type="pres">
      <dgm:prSet presAssocID="{1DF2705C-A13B-4626-955F-0C09FEBCAB2A}" presName="tx1" presStyleLbl="revTx" presStyleIdx="4" presStyleCnt="5"/>
      <dgm:spPr/>
    </dgm:pt>
    <dgm:pt modelId="{7541257D-FD84-C648-BDBF-02E4516137E1}" type="pres">
      <dgm:prSet presAssocID="{1DF2705C-A13B-4626-955F-0C09FEBCAB2A}" presName="vert1" presStyleCnt="0"/>
      <dgm:spPr/>
    </dgm:pt>
  </dgm:ptLst>
  <dgm:cxnLst>
    <dgm:cxn modelId="{ED029A31-8EB3-0146-B1A3-17F163808A66}" type="presOf" srcId="{F094E2AE-2C29-4AD6-AC8B-729BD44BEB00}" destId="{C474BB1C-4A4B-9749-92F0-8142E36F4750}" srcOrd="0" destOrd="0" presId="urn:microsoft.com/office/officeart/2008/layout/LinedList"/>
    <dgm:cxn modelId="{9365E653-C412-2949-98BB-C8612A6836E3}" type="presOf" srcId="{A670E195-8C75-4308-B2F0-D2E3A9386514}" destId="{569C8669-05B9-DE47-84B2-56DAD5E46A29}" srcOrd="0" destOrd="0" presId="urn:microsoft.com/office/officeart/2008/layout/LinedList"/>
    <dgm:cxn modelId="{32D0BF72-BD8D-4EF2-A1AA-AB49752E4A2A}" srcId="{A670E195-8C75-4308-B2F0-D2E3A9386514}" destId="{87BB5FF1-C96F-4880-BE3E-F8E9D142847D}" srcOrd="3" destOrd="0" parTransId="{123E2E94-AE55-492D-942D-8A9DB0623AA0}" sibTransId="{D85DA8F7-8148-4220-B429-BFB383EAE029}"/>
    <dgm:cxn modelId="{AE545573-3E34-534D-AE1C-206938CD5185}" type="presOf" srcId="{87BB5FF1-C96F-4880-BE3E-F8E9D142847D}" destId="{1A163A3D-F2AD-3142-868C-01BCFC789B1B}" srcOrd="0" destOrd="0" presId="urn:microsoft.com/office/officeart/2008/layout/LinedList"/>
    <dgm:cxn modelId="{5D801088-B98A-A74E-A71B-F65E609AA3C8}" type="presOf" srcId="{48D6FBE5-5834-494C-A242-723641EB0804}" destId="{C2BB4A87-A8BD-E941-9D1B-D4E15E7BE9EB}" srcOrd="0" destOrd="0" presId="urn:microsoft.com/office/officeart/2008/layout/LinedList"/>
    <dgm:cxn modelId="{D3342C96-FE53-4F32-B4B6-7C3A4215A26D}" srcId="{A670E195-8C75-4308-B2F0-D2E3A9386514}" destId="{1DF2705C-A13B-4626-955F-0C09FEBCAB2A}" srcOrd="4" destOrd="0" parTransId="{20A9015C-5C74-4E58-9050-D43FD2664F54}" sibTransId="{E05FEBCF-8D8C-4A88-B029-B5621EFFA242}"/>
    <dgm:cxn modelId="{57CC8E99-EFDF-2E45-8308-2372BC6DC811}" type="presOf" srcId="{1DF2705C-A13B-4626-955F-0C09FEBCAB2A}" destId="{D82513B2-A3DC-F24E-8925-5CBCB9DB347F}" srcOrd="0" destOrd="0" presId="urn:microsoft.com/office/officeart/2008/layout/LinedList"/>
    <dgm:cxn modelId="{833ACBB2-B625-4F01-8F14-917F52C01D5B}" srcId="{A670E195-8C75-4308-B2F0-D2E3A9386514}" destId="{F094E2AE-2C29-4AD6-AC8B-729BD44BEB00}" srcOrd="2" destOrd="0" parTransId="{A7B1C578-1F73-480D-9F43-A5493037B698}" sibTransId="{027AF123-FF76-4BB6-8D35-0949A6F28C76}"/>
    <dgm:cxn modelId="{2E1883D1-690F-4CBA-A88E-91570E8DF312}" srcId="{A670E195-8C75-4308-B2F0-D2E3A9386514}" destId="{45ED070B-E631-4BA2-BAE2-240C3C4EA811}" srcOrd="0" destOrd="0" parTransId="{E5DA5F07-6161-45C7-9BF5-D967F7FC89FD}" sibTransId="{AF47370C-5600-410A-A551-0B29A8CAC4C7}"/>
    <dgm:cxn modelId="{F62B8AD9-ED94-41C6-8E44-AED83F1605AC}" srcId="{A670E195-8C75-4308-B2F0-D2E3A9386514}" destId="{48D6FBE5-5834-494C-A242-723641EB0804}" srcOrd="1" destOrd="0" parTransId="{F0B4404D-96D2-437D-9FDE-8060A051D94F}" sibTransId="{474BF330-E94C-429A-9564-F2E11EFD3E22}"/>
    <dgm:cxn modelId="{C07D36F3-D53D-F04B-A57B-BDC0D82DE8D3}" type="presOf" srcId="{45ED070B-E631-4BA2-BAE2-240C3C4EA811}" destId="{C191CBB8-E289-D941-8953-968AEF916E5E}" srcOrd="0" destOrd="0" presId="urn:microsoft.com/office/officeart/2008/layout/LinedList"/>
    <dgm:cxn modelId="{72209C65-737A-E648-8FDE-239E0FA272C4}" type="presParOf" srcId="{569C8669-05B9-DE47-84B2-56DAD5E46A29}" destId="{B4554C8B-4AFD-AB48-AA92-6544CE3D3843}" srcOrd="0" destOrd="0" presId="urn:microsoft.com/office/officeart/2008/layout/LinedList"/>
    <dgm:cxn modelId="{2F83ECED-0C0A-F941-A78D-BC72657C00D5}" type="presParOf" srcId="{569C8669-05B9-DE47-84B2-56DAD5E46A29}" destId="{CFB169BF-5D35-EC48-A077-1AB301D7302D}" srcOrd="1" destOrd="0" presId="urn:microsoft.com/office/officeart/2008/layout/LinedList"/>
    <dgm:cxn modelId="{6D415B73-8123-4E43-9E77-619FF4C488A2}" type="presParOf" srcId="{CFB169BF-5D35-EC48-A077-1AB301D7302D}" destId="{C191CBB8-E289-D941-8953-968AEF916E5E}" srcOrd="0" destOrd="0" presId="urn:microsoft.com/office/officeart/2008/layout/LinedList"/>
    <dgm:cxn modelId="{D502080D-34A1-6A4A-864D-3C893F8A4ADA}" type="presParOf" srcId="{CFB169BF-5D35-EC48-A077-1AB301D7302D}" destId="{52DA3B94-3083-4C41-A392-0FA6E1DFFED9}" srcOrd="1" destOrd="0" presId="urn:microsoft.com/office/officeart/2008/layout/LinedList"/>
    <dgm:cxn modelId="{8B149C71-D99D-6F4D-9990-47F75F6B433B}" type="presParOf" srcId="{569C8669-05B9-DE47-84B2-56DAD5E46A29}" destId="{8C2B00C7-86EF-6C48-A52F-6398445D7F1F}" srcOrd="2" destOrd="0" presId="urn:microsoft.com/office/officeart/2008/layout/LinedList"/>
    <dgm:cxn modelId="{E1878E03-AC0B-834E-8012-2712EACFD09D}" type="presParOf" srcId="{569C8669-05B9-DE47-84B2-56DAD5E46A29}" destId="{37C2A9C0-07A4-BB49-9BBF-7343D83F08AF}" srcOrd="3" destOrd="0" presId="urn:microsoft.com/office/officeart/2008/layout/LinedList"/>
    <dgm:cxn modelId="{A9512C18-6110-0C46-B6BA-6C965CC90EDB}" type="presParOf" srcId="{37C2A9C0-07A4-BB49-9BBF-7343D83F08AF}" destId="{C2BB4A87-A8BD-E941-9D1B-D4E15E7BE9EB}" srcOrd="0" destOrd="0" presId="urn:microsoft.com/office/officeart/2008/layout/LinedList"/>
    <dgm:cxn modelId="{3F2B0182-66A0-2A46-82FF-0012424BD0C3}" type="presParOf" srcId="{37C2A9C0-07A4-BB49-9BBF-7343D83F08AF}" destId="{8D308623-9657-2642-927F-BC2AC3FBFF11}" srcOrd="1" destOrd="0" presId="urn:microsoft.com/office/officeart/2008/layout/LinedList"/>
    <dgm:cxn modelId="{203AA86E-24B0-CD43-947C-FD5EC2E551ED}" type="presParOf" srcId="{569C8669-05B9-DE47-84B2-56DAD5E46A29}" destId="{61302349-10DE-DB44-8A2E-5E366C1F018A}" srcOrd="4" destOrd="0" presId="urn:microsoft.com/office/officeart/2008/layout/LinedList"/>
    <dgm:cxn modelId="{21EEBD3D-166F-9D43-8FCA-2212F2103E1C}" type="presParOf" srcId="{569C8669-05B9-DE47-84B2-56DAD5E46A29}" destId="{B774F32F-4D24-8644-B738-9E1A5DD8B387}" srcOrd="5" destOrd="0" presId="urn:microsoft.com/office/officeart/2008/layout/LinedList"/>
    <dgm:cxn modelId="{9B54C2FE-D679-C540-9784-BCD21472175F}" type="presParOf" srcId="{B774F32F-4D24-8644-B738-9E1A5DD8B387}" destId="{C474BB1C-4A4B-9749-92F0-8142E36F4750}" srcOrd="0" destOrd="0" presId="urn:microsoft.com/office/officeart/2008/layout/LinedList"/>
    <dgm:cxn modelId="{FF48A361-D881-314D-A29E-A9161D6FFA48}" type="presParOf" srcId="{B774F32F-4D24-8644-B738-9E1A5DD8B387}" destId="{4CFF44B3-3611-E84B-9B92-50DB24614245}" srcOrd="1" destOrd="0" presId="urn:microsoft.com/office/officeart/2008/layout/LinedList"/>
    <dgm:cxn modelId="{EF51C38A-1BA3-EB43-A813-B416C71E8454}" type="presParOf" srcId="{569C8669-05B9-DE47-84B2-56DAD5E46A29}" destId="{4894C542-F732-0842-92A5-C814CFC97749}" srcOrd="6" destOrd="0" presId="urn:microsoft.com/office/officeart/2008/layout/LinedList"/>
    <dgm:cxn modelId="{41E4E46F-A355-6445-A369-F643C8E610D0}" type="presParOf" srcId="{569C8669-05B9-DE47-84B2-56DAD5E46A29}" destId="{77BAD8B2-38A4-EE4E-A15E-BC0BCE42A129}" srcOrd="7" destOrd="0" presId="urn:microsoft.com/office/officeart/2008/layout/LinedList"/>
    <dgm:cxn modelId="{5D7134C8-EB38-B64B-A085-8927C106CA98}" type="presParOf" srcId="{77BAD8B2-38A4-EE4E-A15E-BC0BCE42A129}" destId="{1A163A3D-F2AD-3142-868C-01BCFC789B1B}" srcOrd="0" destOrd="0" presId="urn:microsoft.com/office/officeart/2008/layout/LinedList"/>
    <dgm:cxn modelId="{8D3817EC-67EC-E94A-A96F-05EC038E4297}" type="presParOf" srcId="{77BAD8B2-38A4-EE4E-A15E-BC0BCE42A129}" destId="{DF3534B4-FF46-9B4B-94BC-E3E246E7CB6C}" srcOrd="1" destOrd="0" presId="urn:microsoft.com/office/officeart/2008/layout/LinedList"/>
    <dgm:cxn modelId="{0C933227-61B9-8640-A09F-F9E64D09E920}" type="presParOf" srcId="{569C8669-05B9-DE47-84B2-56DAD5E46A29}" destId="{09F505A8-0606-364D-8119-CC68DBB14C3B}" srcOrd="8" destOrd="0" presId="urn:microsoft.com/office/officeart/2008/layout/LinedList"/>
    <dgm:cxn modelId="{E797E75B-7D3B-F94A-A72B-6E65ED206DF1}" type="presParOf" srcId="{569C8669-05B9-DE47-84B2-56DAD5E46A29}" destId="{B1E15C09-4B74-9E47-B7C4-1F37A8CC4111}" srcOrd="9" destOrd="0" presId="urn:microsoft.com/office/officeart/2008/layout/LinedList"/>
    <dgm:cxn modelId="{7311A4B6-9479-FB45-B8E6-36742AC5E43B}" type="presParOf" srcId="{B1E15C09-4B74-9E47-B7C4-1F37A8CC4111}" destId="{D82513B2-A3DC-F24E-8925-5CBCB9DB347F}" srcOrd="0" destOrd="0" presId="urn:microsoft.com/office/officeart/2008/layout/LinedList"/>
    <dgm:cxn modelId="{6DC95534-859D-F147-9764-ADD5B0B040AC}" type="presParOf" srcId="{B1E15C09-4B74-9E47-B7C4-1F37A8CC4111}" destId="{7541257D-FD84-C648-BDBF-02E4516137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86BDBD-BA3E-4169-A8C1-04011F748B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8F2906-953F-45EC-A6DA-D13AABDBB875}">
      <dgm:prSet/>
      <dgm:spPr/>
      <dgm:t>
        <a:bodyPr/>
        <a:lstStyle/>
        <a:p>
          <a:r>
            <a:rPr lang="en-US"/>
            <a:t>SELECT * FROM Employees ORDER BY Salary DESC LIMIT 2;</a:t>
          </a:r>
        </a:p>
      </dgm:t>
    </dgm:pt>
    <dgm:pt modelId="{76BF21CF-8FF0-4D46-8A76-1887D6BBD4C3}" type="parTrans" cxnId="{C687B0F7-496A-4EEF-8264-64287039356D}">
      <dgm:prSet/>
      <dgm:spPr/>
      <dgm:t>
        <a:bodyPr/>
        <a:lstStyle/>
        <a:p>
          <a:endParaRPr lang="en-US"/>
        </a:p>
      </dgm:t>
    </dgm:pt>
    <dgm:pt modelId="{76CFC38B-5523-4BFA-B77B-906833B98B13}" type="sibTrans" cxnId="{C687B0F7-496A-4EEF-8264-64287039356D}">
      <dgm:prSet/>
      <dgm:spPr/>
      <dgm:t>
        <a:bodyPr/>
        <a:lstStyle/>
        <a:p>
          <a:endParaRPr lang="en-US"/>
        </a:p>
      </dgm:t>
    </dgm:pt>
    <dgm:pt modelId="{C0877D32-1ADD-45A3-A602-5AB342A3E087}">
      <dgm:prSet/>
      <dgm:spPr/>
      <dgm:t>
        <a:bodyPr/>
        <a:lstStyle/>
        <a:p>
          <a:r>
            <a:rPr lang="en-US"/>
            <a:t>Output:</a:t>
          </a:r>
        </a:p>
      </dgm:t>
    </dgm:pt>
    <dgm:pt modelId="{5AD1D37B-3E50-490B-9874-F8D55C893B16}" type="parTrans" cxnId="{39006ED5-84DD-40AF-BE14-F40C13E567E1}">
      <dgm:prSet/>
      <dgm:spPr/>
      <dgm:t>
        <a:bodyPr/>
        <a:lstStyle/>
        <a:p>
          <a:endParaRPr lang="en-US"/>
        </a:p>
      </dgm:t>
    </dgm:pt>
    <dgm:pt modelId="{04455809-3F12-4A46-812B-E9023EFBFAEA}" type="sibTrans" cxnId="{39006ED5-84DD-40AF-BE14-F40C13E567E1}">
      <dgm:prSet/>
      <dgm:spPr/>
      <dgm:t>
        <a:bodyPr/>
        <a:lstStyle/>
        <a:p>
          <a:endParaRPr lang="en-US"/>
        </a:p>
      </dgm:t>
    </dgm:pt>
    <dgm:pt modelId="{0B746650-8FB1-45AE-88FB-3EFB6016D533}">
      <dgm:prSet/>
      <dgm:spPr/>
      <dgm:t>
        <a:bodyPr/>
        <a:lstStyle/>
        <a:p>
          <a:r>
            <a:rPr lang="en-US"/>
            <a:t>| EmpID | Name | Salary | DeptID |</a:t>
          </a:r>
        </a:p>
      </dgm:t>
    </dgm:pt>
    <dgm:pt modelId="{1E9B6086-2B09-49E3-8067-E02D208BC354}" type="parTrans" cxnId="{B58DBC1C-43DF-4BD9-AE8F-09DEE8ED0E8B}">
      <dgm:prSet/>
      <dgm:spPr/>
      <dgm:t>
        <a:bodyPr/>
        <a:lstStyle/>
        <a:p>
          <a:endParaRPr lang="en-US"/>
        </a:p>
      </dgm:t>
    </dgm:pt>
    <dgm:pt modelId="{70FF73BC-C23B-4B87-9886-E93B4077CBB1}" type="sibTrans" cxnId="{B58DBC1C-43DF-4BD9-AE8F-09DEE8ED0E8B}">
      <dgm:prSet/>
      <dgm:spPr/>
      <dgm:t>
        <a:bodyPr/>
        <a:lstStyle/>
        <a:p>
          <a:endParaRPr lang="en-US"/>
        </a:p>
      </dgm:t>
    </dgm:pt>
    <dgm:pt modelId="{FE3135DD-D850-4966-BA04-B3C8F7C32014}">
      <dgm:prSet/>
      <dgm:spPr/>
      <dgm:t>
        <a:bodyPr/>
        <a:lstStyle/>
        <a:p>
          <a:r>
            <a:rPr lang="en-US"/>
            <a:t>|-------|------|--------|--------|</a:t>
          </a:r>
        </a:p>
      </dgm:t>
    </dgm:pt>
    <dgm:pt modelId="{2385FBA5-D5A2-49E6-B93A-0680976BDAEB}" type="parTrans" cxnId="{7C4B42F0-B455-44EB-BED5-A7D60FE92912}">
      <dgm:prSet/>
      <dgm:spPr/>
      <dgm:t>
        <a:bodyPr/>
        <a:lstStyle/>
        <a:p>
          <a:endParaRPr lang="en-US"/>
        </a:p>
      </dgm:t>
    </dgm:pt>
    <dgm:pt modelId="{19630742-EABF-4C00-B266-B2F0656E9586}" type="sibTrans" cxnId="{7C4B42F0-B455-44EB-BED5-A7D60FE92912}">
      <dgm:prSet/>
      <dgm:spPr/>
      <dgm:t>
        <a:bodyPr/>
        <a:lstStyle/>
        <a:p>
          <a:endParaRPr lang="en-US"/>
        </a:p>
      </dgm:t>
    </dgm:pt>
    <dgm:pt modelId="{A066228D-8559-4BFE-9EED-F4D677D9B701}">
      <dgm:prSet/>
      <dgm:spPr/>
      <dgm:t>
        <a:bodyPr/>
        <a:lstStyle/>
        <a:p>
          <a:r>
            <a:rPr lang="en-US"/>
            <a:t>| 1     | Amit | 60000  | 101    |</a:t>
          </a:r>
        </a:p>
      </dgm:t>
    </dgm:pt>
    <dgm:pt modelId="{4AEC25E8-BE2C-44F9-9944-7D9E76FB426B}" type="parTrans" cxnId="{B0EC006A-175B-4E6A-8A34-8A32E3F80E19}">
      <dgm:prSet/>
      <dgm:spPr/>
      <dgm:t>
        <a:bodyPr/>
        <a:lstStyle/>
        <a:p>
          <a:endParaRPr lang="en-US"/>
        </a:p>
      </dgm:t>
    </dgm:pt>
    <dgm:pt modelId="{1247107C-07B3-46AD-8194-AAB4AF8D6941}" type="sibTrans" cxnId="{B0EC006A-175B-4E6A-8A34-8A32E3F80E19}">
      <dgm:prSet/>
      <dgm:spPr/>
      <dgm:t>
        <a:bodyPr/>
        <a:lstStyle/>
        <a:p>
          <a:endParaRPr lang="en-US"/>
        </a:p>
      </dgm:t>
    </dgm:pt>
    <dgm:pt modelId="{B089D238-B953-4FA5-8E62-FB5E1109372E}">
      <dgm:prSet/>
      <dgm:spPr/>
      <dgm:t>
        <a:bodyPr/>
        <a:lstStyle/>
        <a:p>
          <a:r>
            <a:rPr lang="en-US"/>
            <a:t>| 2     | Neha | 55000  | 102    |</a:t>
          </a:r>
        </a:p>
      </dgm:t>
    </dgm:pt>
    <dgm:pt modelId="{2F8F32B8-774B-4B59-83C7-206CC72B4C5D}" type="parTrans" cxnId="{6B4FD203-B12A-4325-B42E-0AC7BC23E162}">
      <dgm:prSet/>
      <dgm:spPr/>
      <dgm:t>
        <a:bodyPr/>
        <a:lstStyle/>
        <a:p>
          <a:endParaRPr lang="en-US"/>
        </a:p>
      </dgm:t>
    </dgm:pt>
    <dgm:pt modelId="{DB974AEE-2E57-429F-B7C6-94CCCBB37141}" type="sibTrans" cxnId="{6B4FD203-B12A-4325-B42E-0AC7BC23E162}">
      <dgm:prSet/>
      <dgm:spPr/>
      <dgm:t>
        <a:bodyPr/>
        <a:lstStyle/>
        <a:p>
          <a:endParaRPr lang="en-US"/>
        </a:p>
      </dgm:t>
    </dgm:pt>
    <dgm:pt modelId="{96546BC4-E377-9E4E-9440-A1DE56D86263}" type="pres">
      <dgm:prSet presAssocID="{8086BDBD-BA3E-4169-A8C1-04011F748B71}" presName="linear" presStyleCnt="0">
        <dgm:presLayoutVars>
          <dgm:animLvl val="lvl"/>
          <dgm:resizeHandles val="exact"/>
        </dgm:presLayoutVars>
      </dgm:prSet>
      <dgm:spPr/>
    </dgm:pt>
    <dgm:pt modelId="{8BF04A2F-1752-1341-85C5-1C9A716A1CA3}" type="pres">
      <dgm:prSet presAssocID="{0B8F2906-953F-45EC-A6DA-D13AABDBB87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D7FBCD5-65B5-5145-B520-6A702F76458B}" type="pres">
      <dgm:prSet presAssocID="{76CFC38B-5523-4BFA-B77B-906833B98B13}" presName="spacer" presStyleCnt="0"/>
      <dgm:spPr/>
    </dgm:pt>
    <dgm:pt modelId="{0DDF3B18-980B-3E42-BA3E-CFECF55232CC}" type="pres">
      <dgm:prSet presAssocID="{C0877D32-1ADD-45A3-A602-5AB342A3E08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B62E1B0-29CD-A242-A22F-64538203F078}" type="pres">
      <dgm:prSet presAssocID="{04455809-3F12-4A46-812B-E9023EFBFAEA}" presName="spacer" presStyleCnt="0"/>
      <dgm:spPr/>
    </dgm:pt>
    <dgm:pt modelId="{5E12A319-572E-D041-A57E-7550B0EDF636}" type="pres">
      <dgm:prSet presAssocID="{0B746650-8FB1-45AE-88FB-3EFB6016D53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E293C92-6E94-4B46-BD45-86D349B32A42}" type="pres">
      <dgm:prSet presAssocID="{70FF73BC-C23B-4B87-9886-E93B4077CBB1}" presName="spacer" presStyleCnt="0"/>
      <dgm:spPr/>
    </dgm:pt>
    <dgm:pt modelId="{82DC3C9A-434F-CD41-9DA4-380C3E26961B}" type="pres">
      <dgm:prSet presAssocID="{FE3135DD-D850-4966-BA04-B3C8F7C3201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39A9C6E-E6E0-EE44-A1C0-865EC17CE8EC}" type="pres">
      <dgm:prSet presAssocID="{19630742-EABF-4C00-B266-B2F0656E9586}" presName="spacer" presStyleCnt="0"/>
      <dgm:spPr/>
    </dgm:pt>
    <dgm:pt modelId="{38F23D32-B751-B848-80BC-AEC23B3397F8}" type="pres">
      <dgm:prSet presAssocID="{A066228D-8559-4BFE-9EED-F4D677D9B70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043EA5F-85F2-0348-8929-69FA6725698D}" type="pres">
      <dgm:prSet presAssocID="{1247107C-07B3-46AD-8194-AAB4AF8D6941}" presName="spacer" presStyleCnt="0"/>
      <dgm:spPr/>
    </dgm:pt>
    <dgm:pt modelId="{CD3447DA-07B4-194B-9A97-18D5F96A7C84}" type="pres">
      <dgm:prSet presAssocID="{B089D238-B953-4FA5-8E62-FB5E1109372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B4FD203-B12A-4325-B42E-0AC7BC23E162}" srcId="{8086BDBD-BA3E-4169-A8C1-04011F748B71}" destId="{B089D238-B953-4FA5-8E62-FB5E1109372E}" srcOrd="5" destOrd="0" parTransId="{2F8F32B8-774B-4B59-83C7-206CC72B4C5D}" sibTransId="{DB974AEE-2E57-429F-B7C6-94CCCBB37141}"/>
    <dgm:cxn modelId="{B58DBC1C-43DF-4BD9-AE8F-09DEE8ED0E8B}" srcId="{8086BDBD-BA3E-4169-A8C1-04011F748B71}" destId="{0B746650-8FB1-45AE-88FB-3EFB6016D533}" srcOrd="2" destOrd="0" parTransId="{1E9B6086-2B09-49E3-8067-E02D208BC354}" sibTransId="{70FF73BC-C23B-4B87-9886-E93B4077CBB1}"/>
    <dgm:cxn modelId="{30074221-29B7-CC49-B181-744B572E5BB6}" type="presOf" srcId="{B089D238-B953-4FA5-8E62-FB5E1109372E}" destId="{CD3447DA-07B4-194B-9A97-18D5F96A7C84}" srcOrd="0" destOrd="0" presId="urn:microsoft.com/office/officeart/2005/8/layout/vList2"/>
    <dgm:cxn modelId="{853E9F34-1030-6049-9EFB-3562E24AAE6D}" type="presOf" srcId="{8086BDBD-BA3E-4169-A8C1-04011F748B71}" destId="{96546BC4-E377-9E4E-9440-A1DE56D86263}" srcOrd="0" destOrd="0" presId="urn:microsoft.com/office/officeart/2005/8/layout/vList2"/>
    <dgm:cxn modelId="{B0EC006A-175B-4E6A-8A34-8A32E3F80E19}" srcId="{8086BDBD-BA3E-4169-A8C1-04011F748B71}" destId="{A066228D-8559-4BFE-9EED-F4D677D9B701}" srcOrd="4" destOrd="0" parTransId="{4AEC25E8-BE2C-44F9-9944-7D9E76FB426B}" sibTransId="{1247107C-07B3-46AD-8194-AAB4AF8D6941}"/>
    <dgm:cxn modelId="{23CDEF8A-E19F-2F40-B369-846820BC0733}" type="presOf" srcId="{FE3135DD-D850-4966-BA04-B3C8F7C32014}" destId="{82DC3C9A-434F-CD41-9DA4-380C3E26961B}" srcOrd="0" destOrd="0" presId="urn:microsoft.com/office/officeart/2005/8/layout/vList2"/>
    <dgm:cxn modelId="{DA4C96AE-B13C-BC44-8848-8253D6C7F28C}" type="presOf" srcId="{C0877D32-1ADD-45A3-A602-5AB342A3E087}" destId="{0DDF3B18-980B-3E42-BA3E-CFECF55232CC}" srcOrd="0" destOrd="0" presId="urn:microsoft.com/office/officeart/2005/8/layout/vList2"/>
    <dgm:cxn modelId="{C4E222CC-A9E2-7E4B-92EC-F52554B2163D}" type="presOf" srcId="{0B8F2906-953F-45EC-A6DA-D13AABDBB875}" destId="{8BF04A2F-1752-1341-85C5-1C9A716A1CA3}" srcOrd="0" destOrd="0" presId="urn:microsoft.com/office/officeart/2005/8/layout/vList2"/>
    <dgm:cxn modelId="{39006ED5-84DD-40AF-BE14-F40C13E567E1}" srcId="{8086BDBD-BA3E-4169-A8C1-04011F748B71}" destId="{C0877D32-1ADD-45A3-A602-5AB342A3E087}" srcOrd="1" destOrd="0" parTransId="{5AD1D37B-3E50-490B-9874-F8D55C893B16}" sibTransId="{04455809-3F12-4A46-812B-E9023EFBFAEA}"/>
    <dgm:cxn modelId="{D8D205DE-A530-B246-85AC-890398994686}" type="presOf" srcId="{A066228D-8559-4BFE-9EED-F4D677D9B701}" destId="{38F23D32-B751-B848-80BC-AEC23B3397F8}" srcOrd="0" destOrd="0" presId="urn:microsoft.com/office/officeart/2005/8/layout/vList2"/>
    <dgm:cxn modelId="{7C4B42F0-B455-44EB-BED5-A7D60FE92912}" srcId="{8086BDBD-BA3E-4169-A8C1-04011F748B71}" destId="{FE3135DD-D850-4966-BA04-B3C8F7C32014}" srcOrd="3" destOrd="0" parTransId="{2385FBA5-D5A2-49E6-B93A-0680976BDAEB}" sibTransId="{19630742-EABF-4C00-B266-B2F0656E9586}"/>
    <dgm:cxn modelId="{B7DE90F1-1B2D-C442-95FD-A9A1F1BD251A}" type="presOf" srcId="{0B746650-8FB1-45AE-88FB-3EFB6016D533}" destId="{5E12A319-572E-D041-A57E-7550B0EDF636}" srcOrd="0" destOrd="0" presId="urn:microsoft.com/office/officeart/2005/8/layout/vList2"/>
    <dgm:cxn modelId="{C687B0F7-496A-4EEF-8264-64287039356D}" srcId="{8086BDBD-BA3E-4169-A8C1-04011F748B71}" destId="{0B8F2906-953F-45EC-A6DA-D13AABDBB875}" srcOrd="0" destOrd="0" parTransId="{76BF21CF-8FF0-4D46-8A76-1887D6BBD4C3}" sibTransId="{76CFC38B-5523-4BFA-B77B-906833B98B13}"/>
    <dgm:cxn modelId="{84A3BF8B-1767-924F-8DC1-7DBE9088113B}" type="presParOf" srcId="{96546BC4-E377-9E4E-9440-A1DE56D86263}" destId="{8BF04A2F-1752-1341-85C5-1C9A716A1CA3}" srcOrd="0" destOrd="0" presId="urn:microsoft.com/office/officeart/2005/8/layout/vList2"/>
    <dgm:cxn modelId="{403C2FFF-11FB-9F4E-A7F2-42C72CEDACA0}" type="presParOf" srcId="{96546BC4-E377-9E4E-9440-A1DE56D86263}" destId="{1D7FBCD5-65B5-5145-B520-6A702F76458B}" srcOrd="1" destOrd="0" presId="urn:microsoft.com/office/officeart/2005/8/layout/vList2"/>
    <dgm:cxn modelId="{EEBBA3FC-1CF9-E94D-B3B9-461CF3739D56}" type="presParOf" srcId="{96546BC4-E377-9E4E-9440-A1DE56D86263}" destId="{0DDF3B18-980B-3E42-BA3E-CFECF55232CC}" srcOrd="2" destOrd="0" presId="urn:microsoft.com/office/officeart/2005/8/layout/vList2"/>
    <dgm:cxn modelId="{3CC0B7AF-83A3-204B-9850-5A54C5FB5784}" type="presParOf" srcId="{96546BC4-E377-9E4E-9440-A1DE56D86263}" destId="{AB62E1B0-29CD-A242-A22F-64538203F078}" srcOrd="3" destOrd="0" presId="urn:microsoft.com/office/officeart/2005/8/layout/vList2"/>
    <dgm:cxn modelId="{5588AAE7-B541-BA4E-8EDB-0CC2629394EB}" type="presParOf" srcId="{96546BC4-E377-9E4E-9440-A1DE56D86263}" destId="{5E12A319-572E-D041-A57E-7550B0EDF636}" srcOrd="4" destOrd="0" presId="urn:microsoft.com/office/officeart/2005/8/layout/vList2"/>
    <dgm:cxn modelId="{D6ACED55-4DAC-B54F-A49F-3576BBDB907B}" type="presParOf" srcId="{96546BC4-E377-9E4E-9440-A1DE56D86263}" destId="{2E293C92-6E94-4B46-BD45-86D349B32A42}" srcOrd="5" destOrd="0" presId="urn:microsoft.com/office/officeart/2005/8/layout/vList2"/>
    <dgm:cxn modelId="{FE701810-9F78-0044-8A3D-23E11C7A42C9}" type="presParOf" srcId="{96546BC4-E377-9E4E-9440-A1DE56D86263}" destId="{82DC3C9A-434F-CD41-9DA4-380C3E26961B}" srcOrd="6" destOrd="0" presId="urn:microsoft.com/office/officeart/2005/8/layout/vList2"/>
    <dgm:cxn modelId="{DB86E536-0223-F84B-B3AD-43C61083AED7}" type="presParOf" srcId="{96546BC4-E377-9E4E-9440-A1DE56D86263}" destId="{639A9C6E-E6E0-EE44-A1C0-865EC17CE8EC}" srcOrd="7" destOrd="0" presId="urn:microsoft.com/office/officeart/2005/8/layout/vList2"/>
    <dgm:cxn modelId="{01939BDB-DF19-DF45-8023-52BB3B182410}" type="presParOf" srcId="{96546BC4-E377-9E4E-9440-A1DE56D86263}" destId="{38F23D32-B751-B848-80BC-AEC23B3397F8}" srcOrd="8" destOrd="0" presId="urn:microsoft.com/office/officeart/2005/8/layout/vList2"/>
    <dgm:cxn modelId="{5F307B83-D697-0D49-AC26-BD2722F3FC56}" type="presParOf" srcId="{96546BC4-E377-9E4E-9440-A1DE56D86263}" destId="{A043EA5F-85F2-0348-8929-69FA6725698D}" srcOrd="9" destOrd="0" presId="urn:microsoft.com/office/officeart/2005/8/layout/vList2"/>
    <dgm:cxn modelId="{E7D6432D-D8A8-EC4B-9C08-299477742C0E}" type="presParOf" srcId="{96546BC4-E377-9E4E-9440-A1DE56D86263}" destId="{CD3447DA-07B4-194B-9A97-18D5F96A7C8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707AAE6-989B-4C1E-9FC7-510C8270107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BB2294-4021-4066-8C7F-FA25F7908C54}">
      <dgm:prSet/>
      <dgm:spPr/>
      <dgm:t>
        <a:bodyPr/>
        <a:lstStyle/>
        <a:p>
          <a:r>
            <a:rPr lang="en-US"/>
            <a:t>SELECT COUNT(*) AS Total, AVG(Salary) AS AvgSal FROM Employees;</a:t>
          </a:r>
        </a:p>
      </dgm:t>
    </dgm:pt>
    <dgm:pt modelId="{DF20C8E2-2434-470A-B406-A610B17240CC}" type="parTrans" cxnId="{9F45EB81-A049-45BE-B726-85128C0D3034}">
      <dgm:prSet/>
      <dgm:spPr/>
      <dgm:t>
        <a:bodyPr/>
        <a:lstStyle/>
        <a:p>
          <a:endParaRPr lang="en-US"/>
        </a:p>
      </dgm:t>
    </dgm:pt>
    <dgm:pt modelId="{661BBC78-AC6B-47DB-8A01-D6DF80A0D332}" type="sibTrans" cxnId="{9F45EB81-A049-45BE-B726-85128C0D3034}">
      <dgm:prSet/>
      <dgm:spPr/>
      <dgm:t>
        <a:bodyPr/>
        <a:lstStyle/>
        <a:p>
          <a:endParaRPr lang="en-US"/>
        </a:p>
      </dgm:t>
    </dgm:pt>
    <dgm:pt modelId="{2970CE9A-438E-4E5F-A021-59D2A589AA5F}">
      <dgm:prSet/>
      <dgm:spPr/>
      <dgm:t>
        <a:bodyPr/>
        <a:lstStyle/>
        <a:p>
          <a:r>
            <a:rPr lang="en-US"/>
            <a:t>Output:</a:t>
          </a:r>
        </a:p>
      </dgm:t>
    </dgm:pt>
    <dgm:pt modelId="{29B00495-A35E-413A-B7BC-ED10ED204DEB}" type="parTrans" cxnId="{1EF0490A-A087-4231-8DFB-0088A88D6E32}">
      <dgm:prSet/>
      <dgm:spPr/>
      <dgm:t>
        <a:bodyPr/>
        <a:lstStyle/>
        <a:p>
          <a:endParaRPr lang="en-US"/>
        </a:p>
      </dgm:t>
    </dgm:pt>
    <dgm:pt modelId="{54B72804-2BC6-4A7B-B250-B5B1158506B0}" type="sibTrans" cxnId="{1EF0490A-A087-4231-8DFB-0088A88D6E32}">
      <dgm:prSet/>
      <dgm:spPr/>
      <dgm:t>
        <a:bodyPr/>
        <a:lstStyle/>
        <a:p>
          <a:endParaRPr lang="en-US"/>
        </a:p>
      </dgm:t>
    </dgm:pt>
    <dgm:pt modelId="{FED0459B-CEF6-4517-8DBE-67CBE7965C60}">
      <dgm:prSet/>
      <dgm:spPr/>
      <dgm:t>
        <a:bodyPr/>
        <a:lstStyle/>
        <a:p>
          <a:r>
            <a:rPr lang="en-US"/>
            <a:t>| Total | AvgSal |</a:t>
          </a:r>
        </a:p>
      </dgm:t>
    </dgm:pt>
    <dgm:pt modelId="{FD32729E-9D40-4EF9-BF4F-EFE3B31084AD}" type="parTrans" cxnId="{146D4646-7208-452A-8262-709C2611F416}">
      <dgm:prSet/>
      <dgm:spPr/>
      <dgm:t>
        <a:bodyPr/>
        <a:lstStyle/>
        <a:p>
          <a:endParaRPr lang="en-US"/>
        </a:p>
      </dgm:t>
    </dgm:pt>
    <dgm:pt modelId="{D58AF8BF-C351-4764-85C5-B21A471EA65D}" type="sibTrans" cxnId="{146D4646-7208-452A-8262-709C2611F416}">
      <dgm:prSet/>
      <dgm:spPr/>
      <dgm:t>
        <a:bodyPr/>
        <a:lstStyle/>
        <a:p>
          <a:endParaRPr lang="en-US"/>
        </a:p>
      </dgm:t>
    </dgm:pt>
    <dgm:pt modelId="{8E7FEF91-D5E0-4A5D-AD2E-45272D968786}">
      <dgm:prSet/>
      <dgm:spPr/>
      <dgm:t>
        <a:bodyPr/>
        <a:lstStyle/>
        <a:p>
          <a:r>
            <a:rPr lang="en-US"/>
            <a:t>|-------|--------|</a:t>
          </a:r>
        </a:p>
      </dgm:t>
    </dgm:pt>
    <dgm:pt modelId="{07AAC46E-A5B4-4CAE-A75C-561C873D931E}" type="parTrans" cxnId="{EDE15D1C-8596-4FF8-9347-4059D49A4531}">
      <dgm:prSet/>
      <dgm:spPr/>
      <dgm:t>
        <a:bodyPr/>
        <a:lstStyle/>
        <a:p>
          <a:endParaRPr lang="en-US"/>
        </a:p>
      </dgm:t>
    </dgm:pt>
    <dgm:pt modelId="{7D87F36A-025E-487A-94F0-A6F8FBFE27C0}" type="sibTrans" cxnId="{EDE15D1C-8596-4FF8-9347-4059D49A4531}">
      <dgm:prSet/>
      <dgm:spPr/>
      <dgm:t>
        <a:bodyPr/>
        <a:lstStyle/>
        <a:p>
          <a:endParaRPr lang="en-US"/>
        </a:p>
      </dgm:t>
    </dgm:pt>
    <dgm:pt modelId="{5295EC3A-4756-4D60-9F59-B989FC4628AC}">
      <dgm:prSet/>
      <dgm:spPr/>
      <dgm:t>
        <a:bodyPr/>
        <a:lstStyle/>
        <a:p>
          <a:r>
            <a:rPr lang="en-US"/>
            <a:t>|   2   | 57500  |</a:t>
          </a:r>
        </a:p>
      </dgm:t>
    </dgm:pt>
    <dgm:pt modelId="{9EA8361E-D31A-4952-9F1B-FC72E515CECA}" type="parTrans" cxnId="{3C134557-0C0D-4026-9B9B-E5E2E3C2ECD5}">
      <dgm:prSet/>
      <dgm:spPr/>
      <dgm:t>
        <a:bodyPr/>
        <a:lstStyle/>
        <a:p>
          <a:endParaRPr lang="en-US"/>
        </a:p>
      </dgm:t>
    </dgm:pt>
    <dgm:pt modelId="{622DF7CF-E4C1-4E01-AE1D-54342D26B31F}" type="sibTrans" cxnId="{3C134557-0C0D-4026-9B9B-E5E2E3C2ECD5}">
      <dgm:prSet/>
      <dgm:spPr/>
      <dgm:t>
        <a:bodyPr/>
        <a:lstStyle/>
        <a:p>
          <a:endParaRPr lang="en-US"/>
        </a:p>
      </dgm:t>
    </dgm:pt>
    <dgm:pt modelId="{33296FA4-BB41-1248-9361-2E2FD2032690}" type="pres">
      <dgm:prSet presAssocID="{4707AAE6-989B-4C1E-9FC7-510C82701072}" presName="vert0" presStyleCnt="0">
        <dgm:presLayoutVars>
          <dgm:dir/>
          <dgm:animOne val="branch"/>
          <dgm:animLvl val="lvl"/>
        </dgm:presLayoutVars>
      </dgm:prSet>
      <dgm:spPr/>
    </dgm:pt>
    <dgm:pt modelId="{A63FE424-665C-C44E-AE5C-B3627BE6E5F6}" type="pres">
      <dgm:prSet presAssocID="{08BB2294-4021-4066-8C7F-FA25F7908C54}" presName="thickLine" presStyleLbl="alignNode1" presStyleIdx="0" presStyleCnt="5"/>
      <dgm:spPr/>
    </dgm:pt>
    <dgm:pt modelId="{214C1C68-16D0-2E4E-8489-C3BE00DFA649}" type="pres">
      <dgm:prSet presAssocID="{08BB2294-4021-4066-8C7F-FA25F7908C54}" presName="horz1" presStyleCnt="0"/>
      <dgm:spPr/>
    </dgm:pt>
    <dgm:pt modelId="{D2DC4666-0BC3-E04B-8C22-D6FC7EAD53F6}" type="pres">
      <dgm:prSet presAssocID="{08BB2294-4021-4066-8C7F-FA25F7908C54}" presName="tx1" presStyleLbl="revTx" presStyleIdx="0" presStyleCnt="5"/>
      <dgm:spPr/>
    </dgm:pt>
    <dgm:pt modelId="{6A5245CC-989E-174D-B2C2-2AE5B0145081}" type="pres">
      <dgm:prSet presAssocID="{08BB2294-4021-4066-8C7F-FA25F7908C54}" presName="vert1" presStyleCnt="0"/>
      <dgm:spPr/>
    </dgm:pt>
    <dgm:pt modelId="{8C6A8C36-2138-2441-81FF-1782DF793EAD}" type="pres">
      <dgm:prSet presAssocID="{2970CE9A-438E-4E5F-A021-59D2A589AA5F}" presName="thickLine" presStyleLbl="alignNode1" presStyleIdx="1" presStyleCnt="5"/>
      <dgm:spPr/>
    </dgm:pt>
    <dgm:pt modelId="{AA7BBEA7-BEC6-1848-8CA7-1B7180CD89E9}" type="pres">
      <dgm:prSet presAssocID="{2970CE9A-438E-4E5F-A021-59D2A589AA5F}" presName="horz1" presStyleCnt="0"/>
      <dgm:spPr/>
    </dgm:pt>
    <dgm:pt modelId="{0C2D0644-0705-854A-BA41-0F3F3560F897}" type="pres">
      <dgm:prSet presAssocID="{2970CE9A-438E-4E5F-A021-59D2A589AA5F}" presName="tx1" presStyleLbl="revTx" presStyleIdx="1" presStyleCnt="5"/>
      <dgm:spPr/>
    </dgm:pt>
    <dgm:pt modelId="{600876A3-5E6E-1145-B0F6-A5D9CBD50335}" type="pres">
      <dgm:prSet presAssocID="{2970CE9A-438E-4E5F-A021-59D2A589AA5F}" presName="vert1" presStyleCnt="0"/>
      <dgm:spPr/>
    </dgm:pt>
    <dgm:pt modelId="{D5CF6F7C-28A9-1145-A392-CC1A14FCC233}" type="pres">
      <dgm:prSet presAssocID="{FED0459B-CEF6-4517-8DBE-67CBE7965C60}" presName="thickLine" presStyleLbl="alignNode1" presStyleIdx="2" presStyleCnt="5"/>
      <dgm:spPr/>
    </dgm:pt>
    <dgm:pt modelId="{FA8244A0-25E9-ED42-90FA-154EEEF8674B}" type="pres">
      <dgm:prSet presAssocID="{FED0459B-CEF6-4517-8DBE-67CBE7965C60}" presName="horz1" presStyleCnt="0"/>
      <dgm:spPr/>
    </dgm:pt>
    <dgm:pt modelId="{F380887B-96A2-7142-8F1E-A466992227DE}" type="pres">
      <dgm:prSet presAssocID="{FED0459B-CEF6-4517-8DBE-67CBE7965C60}" presName="tx1" presStyleLbl="revTx" presStyleIdx="2" presStyleCnt="5"/>
      <dgm:spPr/>
    </dgm:pt>
    <dgm:pt modelId="{97FC32F1-275D-8149-86DC-45ED052C3311}" type="pres">
      <dgm:prSet presAssocID="{FED0459B-CEF6-4517-8DBE-67CBE7965C60}" presName="vert1" presStyleCnt="0"/>
      <dgm:spPr/>
    </dgm:pt>
    <dgm:pt modelId="{B13B824B-DCEC-E641-B5E5-A199DE76467A}" type="pres">
      <dgm:prSet presAssocID="{8E7FEF91-D5E0-4A5D-AD2E-45272D968786}" presName="thickLine" presStyleLbl="alignNode1" presStyleIdx="3" presStyleCnt="5"/>
      <dgm:spPr/>
    </dgm:pt>
    <dgm:pt modelId="{8C3A4D21-97D1-1243-858B-C7E4348B3677}" type="pres">
      <dgm:prSet presAssocID="{8E7FEF91-D5E0-4A5D-AD2E-45272D968786}" presName="horz1" presStyleCnt="0"/>
      <dgm:spPr/>
    </dgm:pt>
    <dgm:pt modelId="{ED56C841-0DF3-364D-B81E-94680296862E}" type="pres">
      <dgm:prSet presAssocID="{8E7FEF91-D5E0-4A5D-AD2E-45272D968786}" presName="tx1" presStyleLbl="revTx" presStyleIdx="3" presStyleCnt="5"/>
      <dgm:spPr/>
    </dgm:pt>
    <dgm:pt modelId="{9A39C8F8-D36D-7748-9A44-320CB73CCCA5}" type="pres">
      <dgm:prSet presAssocID="{8E7FEF91-D5E0-4A5D-AD2E-45272D968786}" presName="vert1" presStyleCnt="0"/>
      <dgm:spPr/>
    </dgm:pt>
    <dgm:pt modelId="{4B37AA7F-48E5-E14C-9258-D98C1210B2DF}" type="pres">
      <dgm:prSet presAssocID="{5295EC3A-4756-4D60-9F59-B989FC4628AC}" presName="thickLine" presStyleLbl="alignNode1" presStyleIdx="4" presStyleCnt="5"/>
      <dgm:spPr/>
    </dgm:pt>
    <dgm:pt modelId="{17ABDFE9-4AA1-8F4D-BB33-9D19140E8027}" type="pres">
      <dgm:prSet presAssocID="{5295EC3A-4756-4D60-9F59-B989FC4628AC}" presName="horz1" presStyleCnt="0"/>
      <dgm:spPr/>
    </dgm:pt>
    <dgm:pt modelId="{0FC1C375-D5F0-B846-ABAB-BD19C7FD4099}" type="pres">
      <dgm:prSet presAssocID="{5295EC3A-4756-4D60-9F59-B989FC4628AC}" presName="tx1" presStyleLbl="revTx" presStyleIdx="4" presStyleCnt="5"/>
      <dgm:spPr/>
    </dgm:pt>
    <dgm:pt modelId="{6B5F9012-2070-924B-B5EC-C9F49034E8D9}" type="pres">
      <dgm:prSet presAssocID="{5295EC3A-4756-4D60-9F59-B989FC4628AC}" presName="vert1" presStyleCnt="0"/>
      <dgm:spPr/>
    </dgm:pt>
  </dgm:ptLst>
  <dgm:cxnLst>
    <dgm:cxn modelId="{1EF0490A-A087-4231-8DFB-0088A88D6E32}" srcId="{4707AAE6-989B-4C1E-9FC7-510C82701072}" destId="{2970CE9A-438E-4E5F-A021-59D2A589AA5F}" srcOrd="1" destOrd="0" parTransId="{29B00495-A35E-413A-B7BC-ED10ED204DEB}" sibTransId="{54B72804-2BC6-4A7B-B250-B5B1158506B0}"/>
    <dgm:cxn modelId="{EDE15D1C-8596-4FF8-9347-4059D49A4531}" srcId="{4707AAE6-989B-4C1E-9FC7-510C82701072}" destId="{8E7FEF91-D5E0-4A5D-AD2E-45272D968786}" srcOrd="3" destOrd="0" parTransId="{07AAC46E-A5B4-4CAE-A75C-561C873D931E}" sibTransId="{7D87F36A-025E-487A-94F0-A6F8FBFE27C0}"/>
    <dgm:cxn modelId="{C32A8D43-4E1B-D64E-9FB4-6A6BBF911036}" type="presOf" srcId="{4707AAE6-989B-4C1E-9FC7-510C82701072}" destId="{33296FA4-BB41-1248-9361-2E2FD2032690}" srcOrd="0" destOrd="0" presId="urn:microsoft.com/office/officeart/2008/layout/LinedList"/>
    <dgm:cxn modelId="{146D4646-7208-452A-8262-709C2611F416}" srcId="{4707AAE6-989B-4C1E-9FC7-510C82701072}" destId="{FED0459B-CEF6-4517-8DBE-67CBE7965C60}" srcOrd="2" destOrd="0" parTransId="{FD32729E-9D40-4EF9-BF4F-EFE3B31084AD}" sibTransId="{D58AF8BF-C351-4764-85C5-B21A471EA65D}"/>
    <dgm:cxn modelId="{3C134557-0C0D-4026-9B9B-E5E2E3C2ECD5}" srcId="{4707AAE6-989B-4C1E-9FC7-510C82701072}" destId="{5295EC3A-4756-4D60-9F59-B989FC4628AC}" srcOrd="4" destOrd="0" parTransId="{9EA8361E-D31A-4952-9F1B-FC72E515CECA}" sibTransId="{622DF7CF-E4C1-4E01-AE1D-54342D26B31F}"/>
    <dgm:cxn modelId="{056C2863-7E66-4340-B72E-1D583B7CDFA9}" type="presOf" srcId="{8E7FEF91-D5E0-4A5D-AD2E-45272D968786}" destId="{ED56C841-0DF3-364D-B81E-94680296862E}" srcOrd="0" destOrd="0" presId="urn:microsoft.com/office/officeart/2008/layout/LinedList"/>
    <dgm:cxn modelId="{E607A378-D33F-AB46-B0CE-AFC2AA89D731}" type="presOf" srcId="{5295EC3A-4756-4D60-9F59-B989FC4628AC}" destId="{0FC1C375-D5F0-B846-ABAB-BD19C7FD4099}" srcOrd="0" destOrd="0" presId="urn:microsoft.com/office/officeart/2008/layout/LinedList"/>
    <dgm:cxn modelId="{94AA9781-D664-5E46-B0F5-AFECBD7908F2}" type="presOf" srcId="{2970CE9A-438E-4E5F-A021-59D2A589AA5F}" destId="{0C2D0644-0705-854A-BA41-0F3F3560F897}" srcOrd="0" destOrd="0" presId="urn:microsoft.com/office/officeart/2008/layout/LinedList"/>
    <dgm:cxn modelId="{9F45EB81-A049-45BE-B726-85128C0D3034}" srcId="{4707AAE6-989B-4C1E-9FC7-510C82701072}" destId="{08BB2294-4021-4066-8C7F-FA25F7908C54}" srcOrd="0" destOrd="0" parTransId="{DF20C8E2-2434-470A-B406-A610B17240CC}" sibTransId="{661BBC78-AC6B-47DB-8A01-D6DF80A0D332}"/>
    <dgm:cxn modelId="{0C98B48A-7B36-584B-BD60-1B5D8F6DF1A0}" type="presOf" srcId="{FED0459B-CEF6-4517-8DBE-67CBE7965C60}" destId="{F380887B-96A2-7142-8F1E-A466992227DE}" srcOrd="0" destOrd="0" presId="urn:microsoft.com/office/officeart/2008/layout/LinedList"/>
    <dgm:cxn modelId="{AFBECD90-8378-0F46-AA0E-E45EB60C931F}" type="presOf" srcId="{08BB2294-4021-4066-8C7F-FA25F7908C54}" destId="{D2DC4666-0BC3-E04B-8C22-D6FC7EAD53F6}" srcOrd="0" destOrd="0" presId="urn:microsoft.com/office/officeart/2008/layout/LinedList"/>
    <dgm:cxn modelId="{8A9A957F-C8EF-CE4A-BD50-67F90165883D}" type="presParOf" srcId="{33296FA4-BB41-1248-9361-2E2FD2032690}" destId="{A63FE424-665C-C44E-AE5C-B3627BE6E5F6}" srcOrd="0" destOrd="0" presId="urn:microsoft.com/office/officeart/2008/layout/LinedList"/>
    <dgm:cxn modelId="{D809EA49-2977-2D48-AE47-83D46E516222}" type="presParOf" srcId="{33296FA4-BB41-1248-9361-2E2FD2032690}" destId="{214C1C68-16D0-2E4E-8489-C3BE00DFA649}" srcOrd="1" destOrd="0" presId="urn:microsoft.com/office/officeart/2008/layout/LinedList"/>
    <dgm:cxn modelId="{7A1807FD-AB1A-6947-B116-7B8F6807F3B5}" type="presParOf" srcId="{214C1C68-16D0-2E4E-8489-C3BE00DFA649}" destId="{D2DC4666-0BC3-E04B-8C22-D6FC7EAD53F6}" srcOrd="0" destOrd="0" presId="urn:microsoft.com/office/officeart/2008/layout/LinedList"/>
    <dgm:cxn modelId="{7962300F-1A56-3445-8DFE-EE3CD70ADE05}" type="presParOf" srcId="{214C1C68-16D0-2E4E-8489-C3BE00DFA649}" destId="{6A5245CC-989E-174D-B2C2-2AE5B0145081}" srcOrd="1" destOrd="0" presId="urn:microsoft.com/office/officeart/2008/layout/LinedList"/>
    <dgm:cxn modelId="{E567BCDF-E02D-9F4A-9A89-C725DC407876}" type="presParOf" srcId="{33296FA4-BB41-1248-9361-2E2FD2032690}" destId="{8C6A8C36-2138-2441-81FF-1782DF793EAD}" srcOrd="2" destOrd="0" presId="urn:microsoft.com/office/officeart/2008/layout/LinedList"/>
    <dgm:cxn modelId="{911D7CAF-C57C-F046-89C4-C2C0337C8DE0}" type="presParOf" srcId="{33296FA4-BB41-1248-9361-2E2FD2032690}" destId="{AA7BBEA7-BEC6-1848-8CA7-1B7180CD89E9}" srcOrd="3" destOrd="0" presId="urn:microsoft.com/office/officeart/2008/layout/LinedList"/>
    <dgm:cxn modelId="{57E647F9-6AC4-D14F-8530-E40B1172E78A}" type="presParOf" srcId="{AA7BBEA7-BEC6-1848-8CA7-1B7180CD89E9}" destId="{0C2D0644-0705-854A-BA41-0F3F3560F897}" srcOrd="0" destOrd="0" presId="urn:microsoft.com/office/officeart/2008/layout/LinedList"/>
    <dgm:cxn modelId="{84BBADFB-51A1-FF4F-B69A-030C5512878C}" type="presParOf" srcId="{AA7BBEA7-BEC6-1848-8CA7-1B7180CD89E9}" destId="{600876A3-5E6E-1145-B0F6-A5D9CBD50335}" srcOrd="1" destOrd="0" presId="urn:microsoft.com/office/officeart/2008/layout/LinedList"/>
    <dgm:cxn modelId="{5B7D033D-C8CF-9A4D-B6D4-9364C4838A68}" type="presParOf" srcId="{33296FA4-BB41-1248-9361-2E2FD2032690}" destId="{D5CF6F7C-28A9-1145-A392-CC1A14FCC233}" srcOrd="4" destOrd="0" presId="urn:microsoft.com/office/officeart/2008/layout/LinedList"/>
    <dgm:cxn modelId="{77604C21-A3FC-6542-88B1-50D9EAFCA506}" type="presParOf" srcId="{33296FA4-BB41-1248-9361-2E2FD2032690}" destId="{FA8244A0-25E9-ED42-90FA-154EEEF8674B}" srcOrd="5" destOrd="0" presId="urn:microsoft.com/office/officeart/2008/layout/LinedList"/>
    <dgm:cxn modelId="{B6DC6C3D-FEA6-BE41-987F-C6AB9202BB67}" type="presParOf" srcId="{FA8244A0-25E9-ED42-90FA-154EEEF8674B}" destId="{F380887B-96A2-7142-8F1E-A466992227DE}" srcOrd="0" destOrd="0" presId="urn:microsoft.com/office/officeart/2008/layout/LinedList"/>
    <dgm:cxn modelId="{E442BC73-65EB-4C47-9461-CD087E9AD6B4}" type="presParOf" srcId="{FA8244A0-25E9-ED42-90FA-154EEEF8674B}" destId="{97FC32F1-275D-8149-86DC-45ED052C3311}" srcOrd="1" destOrd="0" presId="urn:microsoft.com/office/officeart/2008/layout/LinedList"/>
    <dgm:cxn modelId="{FEDEDC73-E1A8-1B45-A161-DEC8E0D9CC43}" type="presParOf" srcId="{33296FA4-BB41-1248-9361-2E2FD2032690}" destId="{B13B824B-DCEC-E641-B5E5-A199DE76467A}" srcOrd="6" destOrd="0" presId="urn:microsoft.com/office/officeart/2008/layout/LinedList"/>
    <dgm:cxn modelId="{46D16D0B-53C9-2948-B624-4AA92929629B}" type="presParOf" srcId="{33296FA4-BB41-1248-9361-2E2FD2032690}" destId="{8C3A4D21-97D1-1243-858B-C7E4348B3677}" srcOrd="7" destOrd="0" presId="urn:microsoft.com/office/officeart/2008/layout/LinedList"/>
    <dgm:cxn modelId="{34C79FE3-FF0B-F549-B507-CE7B8CF48DA7}" type="presParOf" srcId="{8C3A4D21-97D1-1243-858B-C7E4348B3677}" destId="{ED56C841-0DF3-364D-B81E-94680296862E}" srcOrd="0" destOrd="0" presId="urn:microsoft.com/office/officeart/2008/layout/LinedList"/>
    <dgm:cxn modelId="{83620ED5-31E4-4146-98D4-1A31FE37FBBE}" type="presParOf" srcId="{8C3A4D21-97D1-1243-858B-C7E4348B3677}" destId="{9A39C8F8-D36D-7748-9A44-320CB73CCCA5}" srcOrd="1" destOrd="0" presId="urn:microsoft.com/office/officeart/2008/layout/LinedList"/>
    <dgm:cxn modelId="{7687D4DD-9DE8-B44B-A75B-BC723AD6C376}" type="presParOf" srcId="{33296FA4-BB41-1248-9361-2E2FD2032690}" destId="{4B37AA7F-48E5-E14C-9258-D98C1210B2DF}" srcOrd="8" destOrd="0" presId="urn:microsoft.com/office/officeart/2008/layout/LinedList"/>
    <dgm:cxn modelId="{0DC43646-46E7-324D-9A55-00EB0A4BB0E3}" type="presParOf" srcId="{33296FA4-BB41-1248-9361-2E2FD2032690}" destId="{17ABDFE9-4AA1-8F4D-BB33-9D19140E8027}" srcOrd="9" destOrd="0" presId="urn:microsoft.com/office/officeart/2008/layout/LinedList"/>
    <dgm:cxn modelId="{0F8BDA8F-021E-EF43-BFB3-7D0B8DBF7800}" type="presParOf" srcId="{17ABDFE9-4AA1-8F4D-BB33-9D19140E8027}" destId="{0FC1C375-D5F0-B846-ABAB-BD19C7FD4099}" srcOrd="0" destOrd="0" presId="urn:microsoft.com/office/officeart/2008/layout/LinedList"/>
    <dgm:cxn modelId="{91E7E70B-B16E-6D40-AFD0-2453E41DDAC6}" type="presParOf" srcId="{17ABDFE9-4AA1-8F4D-BB33-9D19140E8027}" destId="{6B5F9012-2070-924B-B5EC-C9F49034E8D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AA5079F-E57A-4597-962F-3BB0791B2A9D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67D9E9F-FB67-47E5-B67C-D3E2881AFF93}">
      <dgm:prSet/>
      <dgm:spPr/>
      <dgm:t>
        <a:bodyPr/>
        <a:lstStyle/>
        <a:p>
          <a:r>
            <a:rPr lang="en-US"/>
            <a:t>SELECT DeptID, COUNT(*) AS Total</a:t>
          </a:r>
        </a:p>
      </dgm:t>
    </dgm:pt>
    <dgm:pt modelId="{A942CE2E-DF00-4CDC-83F6-741943B57F7C}" type="parTrans" cxnId="{F969AAF4-CCC5-4407-81C2-EB17EE03D33F}">
      <dgm:prSet/>
      <dgm:spPr/>
      <dgm:t>
        <a:bodyPr/>
        <a:lstStyle/>
        <a:p>
          <a:endParaRPr lang="en-US"/>
        </a:p>
      </dgm:t>
    </dgm:pt>
    <dgm:pt modelId="{AF5640A0-BB53-4F83-A926-56207F2F38EA}" type="sibTrans" cxnId="{F969AAF4-CCC5-4407-81C2-EB17EE03D33F}">
      <dgm:prSet/>
      <dgm:spPr/>
      <dgm:t>
        <a:bodyPr/>
        <a:lstStyle/>
        <a:p>
          <a:endParaRPr lang="en-US"/>
        </a:p>
      </dgm:t>
    </dgm:pt>
    <dgm:pt modelId="{4A30A15D-2E98-4B83-BA3C-10D79D2302A4}">
      <dgm:prSet/>
      <dgm:spPr/>
      <dgm:t>
        <a:bodyPr/>
        <a:lstStyle/>
        <a:p>
          <a:r>
            <a:rPr lang="en-US"/>
            <a:t>FROM Employees</a:t>
          </a:r>
        </a:p>
      </dgm:t>
    </dgm:pt>
    <dgm:pt modelId="{C67B3B3E-25BE-48BF-B3D2-E83160B7CB56}" type="parTrans" cxnId="{7B349DF3-4F79-4878-B0F9-DD37E0B4C71C}">
      <dgm:prSet/>
      <dgm:spPr/>
      <dgm:t>
        <a:bodyPr/>
        <a:lstStyle/>
        <a:p>
          <a:endParaRPr lang="en-US"/>
        </a:p>
      </dgm:t>
    </dgm:pt>
    <dgm:pt modelId="{9EBE6D66-9647-4F37-9C47-AFBA56322389}" type="sibTrans" cxnId="{7B349DF3-4F79-4878-B0F9-DD37E0B4C71C}">
      <dgm:prSet/>
      <dgm:spPr/>
      <dgm:t>
        <a:bodyPr/>
        <a:lstStyle/>
        <a:p>
          <a:endParaRPr lang="en-US"/>
        </a:p>
      </dgm:t>
    </dgm:pt>
    <dgm:pt modelId="{7F7D46EE-C5BD-4B09-A75E-66CB0FCED5FC}">
      <dgm:prSet/>
      <dgm:spPr/>
      <dgm:t>
        <a:bodyPr/>
        <a:lstStyle/>
        <a:p>
          <a:r>
            <a:rPr lang="en-US"/>
            <a:t>GROUP BY DeptID</a:t>
          </a:r>
        </a:p>
      </dgm:t>
    </dgm:pt>
    <dgm:pt modelId="{63C9B0D3-ADF8-43AF-8FC4-DBB808136DE1}" type="parTrans" cxnId="{E2351809-DA48-4DB5-94F1-A2C21EB11291}">
      <dgm:prSet/>
      <dgm:spPr/>
      <dgm:t>
        <a:bodyPr/>
        <a:lstStyle/>
        <a:p>
          <a:endParaRPr lang="en-US"/>
        </a:p>
      </dgm:t>
    </dgm:pt>
    <dgm:pt modelId="{A2950DF8-7296-4990-9A54-CBC262049502}" type="sibTrans" cxnId="{E2351809-DA48-4DB5-94F1-A2C21EB11291}">
      <dgm:prSet/>
      <dgm:spPr/>
      <dgm:t>
        <a:bodyPr/>
        <a:lstStyle/>
        <a:p>
          <a:endParaRPr lang="en-US"/>
        </a:p>
      </dgm:t>
    </dgm:pt>
    <dgm:pt modelId="{8D3EC32E-31C1-4B2A-970B-F6EA7D2E910D}">
      <dgm:prSet/>
      <dgm:spPr/>
      <dgm:t>
        <a:bodyPr/>
        <a:lstStyle/>
        <a:p>
          <a:r>
            <a:rPr lang="en-US"/>
            <a:t>HAVING COUNT(*) &gt; 1;</a:t>
          </a:r>
        </a:p>
      </dgm:t>
    </dgm:pt>
    <dgm:pt modelId="{282C875E-A688-47D3-8135-6F0B5C2E1AF5}" type="parTrans" cxnId="{7683C5EE-13F4-49BF-A26B-FA1B192957A0}">
      <dgm:prSet/>
      <dgm:spPr/>
      <dgm:t>
        <a:bodyPr/>
        <a:lstStyle/>
        <a:p>
          <a:endParaRPr lang="en-US"/>
        </a:p>
      </dgm:t>
    </dgm:pt>
    <dgm:pt modelId="{1311595E-C311-45E9-BCB3-CBCAB37B5D18}" type="sibTrans" cxnId="{7683C5EE-13F4-49BF-A26B-FA1B192957A0}">
      <dgm:prSet/>
      <dgm:spPr/>
      <dgm:t>
        <a:bodyPr/>
        <a:lstStyle/>
        <a:p>
          <a:endParaRPr lang="en-US"/>
        </a:p>
      </dgm:t>
    </dgm:pt>
    <dgm:pt modelId="{FD3CCB02-E04B-4A86-945C-F95668B3EFAB}">
      <dgm:prSet/>
      <dgm:spPr/>
      <dgm:t>
        <a:bodyPr/>
        <a:lstStyle/>
        <a:p>
          <a:r>
            <a:rPr lang="en-US"/>
            <a:t>Output:</a:t>
          </a:r>
        </a:p>
      </dgm:t>
    </dgm:pt>
    <dgm:pt modelId="{76980FF0-C7A8-4FB9-82DF-A46007A40C8F}" type="parTrans" cxnId="{A594F7B4-697F-485A-A108-31CCC25FB173}">
      <dgm:prSet/>
      <dgm:spPr/>
      <dgm:t>
        <a:bodyPr/>
        <a:lstStyle/>
        <a:p>
          <a:endParaRPr lang="en-US"/>
        </a:p>
      </dgm:t>
    </dgm:pt>
    <dgm:pt modelId="{03D081EC-14BD-4E2C-8E4D-8EE3603AAF2C}" type="sibTrans" cxnId="{A594F7B4-697F-485A-A108-31CCC25FB173}">
      <dgm:prSet/>
      <dgm:spPr/>
      <dgm:t>
        <a:bodyPr/>
        <a:lstStyle/>
        <a:p>
          <a:endParaRPr lang="en-US"/>
        </a:p>
      </dgm:t>
    </dgm:pt>
    <dgm:pt modelId="{AAEAE443-4202-4C08-AB2B-2CB374411F3B}">
      <dgm:prSet/>
      <dgm:spPr/>
      <dgm:t>
        <a:bodyPr/>
        <a:lstStyle/>
        <a:p>
          <a:r>
            <a:rPr lang="en-US"/>
            <a:t>| DeptID | Total |</a:t>
          </a:r>
        </a:p>
      </dgm:t>
    </dgm:pt>
    <dgm:pt modelId="{34CB19FE-9A81-402A-96B4-983FBF8016DB}" type="parTrans" cxnId="{3A78851D-AD2F-4850-B079-D3EAE535663A}">
      <dgm:prSet/>
      <dgm:spPr/>
      <dgm:t>
        <a:bodyPr/>
        <a:lstStyle/>
        <a:p>
          <a:endParaRPr lang="en-US"/>
        </a:p>
      </dgm:t>
    </dgm:pt>
    <dgm:pt modelId="{404BB333-5A3A-4F9B-93E1-47F001CD54D6}" type="sibTrans" cxnId="{3A78851D-AD2F-4850-B079-D3EAE535663A}">
      <dgm:prSet/>
      <dgm:spPr/>
      <dgm:t>
        <a:bodyPr/>
        <a:lstStyle/>
        <a:p>
          <a:endParaRPr lang="en-US"/>
        </a:p>
      </dgm:t>
    </dgm:pt>
    <dgm:pt modelId="{2E04DD05-FD91-46B2-82B8-C64E03669512}">
      <dgm:prSet/>
      <dgm:spPr/>
      <dgm:t>
        <a:bodyPr/>
        <a:lstStyle/>
        <a:p>
          <a:r>
            <a:rPr lang="en-US"/>
            <a:t>|--------|-------|</a:t>
          </a:r>
        </a:p>
      </dgm:t>
    </dgm:pt>
    <dgm:pt modelId="{5F0F1E5C-5756-4AF9-B865-3A4C95506F1F}" type="parTrans" cxnId="{D0C0CA77-5C18-41A0-A1FF-134C33F4198E}">
      <dgm:prSet/>
      <dgm:spPr/>
      <dgm:t>
        <a:bodyPr/>
        <a:lstStyle/>
        <a:p>
          <a:endParaRPr lang="en-US"/>
        </a:p>
      </dgm:t>
    </dgm:pt>
    <dgm:pt modelId="{245F9E46-044C-49C5-BCB4-DF47883A577C}" type="sibTrans" cxnId="{D0C0CA77-5C18-41A0-A1FF-134C33F4198E}">
      <dgm:prSet/>
      <dgm:spPr/>
      <dgm:t>
        <a:bodyPr/>
        <a:lstStyle/>
        <a:p>
          <a:endParaRPr lang="en-US"/>
        </a:p>
      </dgm:t>
    </dgm:pt>
    <dgm:pt modelId="{2D1D72E1-3724-4C41-BF80-B4111EC209BF}">
      <dgm:prSet/>
      <dgm:spPr/>
      <dgm:t>
        <a:bodyPr/>
        <a:lstStyle/>
        <a:p>
          <a:r>
            <a:rPr lang="en-US"/>
            <a:t>| 101    |   2   |</a:t>
          </a:r>
        </a:p>
      </dgm:t>
    </dgm:pt>
    <dgm:pt modelId="{5C2603B5-5F33-444E-B1F0-40745639468A}" type="parTrans" cxnId="{CD0B3430-87FF-4067-97EB-5FD8EFDDA265}">
      <dgm:prSet/>
      <dgm:spPr/>
      <dgm:t>
        <a:bodyPr/>
        <a:lstStyle/>
        <a:p>
          <a:endParaRPr lang="en-US"/>
        </a:p>
      </dgm:t>
    </dgm:pt>
    <dgm:pt modelId="{5335B335-03A0-4740-8DEC-5769E9FFBD07}" type="sibTrans" cxnId="{CD0B3430-87FF-4067-97EB-5FD8EFDDA265}">
      <dgm:prSet/>
      <dgm:spPr/>
      <dgm:t>
        <a:bodyPr/>
        <a:lstStyle/>
        <a:p>
          <a:endParaRPr lang="en-US"/>
        </a:p>
      </dgm:t>
    </dgm:pt>
    <dgm:pt modelId="{B93AD7FB-9E70-7242-BDC2-A925541C4CDE}" type="pres">
      <dgm:prSet presAssocID="{CAA5079F-E57A-4597-962F-3BB0791B2A9D}" presName="vert0" presStyleCnt="0">
        <dgm:presLayoutVars>
          <dgm:dir/>
          <dgm:animOne val="branch"/>
          <dgm:animLvl val="lvl"/>
        </dgm:presLayoutVars>
      </dgm:prSet>
      <dgm:spPr/>
    </dgm:pt>
    <dgm:pt modelId="{F4A8DAFB-497D-4745-8F8C-D1033D7B2132}" type="pres">
      <dgm:prSet presAssocID="{767D9E9F-FB67-47E5-B67C-D3E2881AFF93}" presName="thickLine" presStyleLbl="alignNode1" presStyleIdx="0" presStyleCnt="8"/>
      <dgm:spPr/>
    </dgm:pt>
    <dgm:pt modelId="{9509A7C9-56B1-0C43-8A8D-4D277BCFD952}" type="pres">
      <dgm:prSet presAssocID="{767D9E9F-FB67-47E5-B67C-D3E2881AFF93}" presName="horz1" presStyleCnt="0"/>
      <dgm:spPr/>
    </dgm:pt>
    <dgm:pt modelId="{6C1B7308-1A4E-6C45-966E-7F73E964A355}" type="pres">
      <dgm:prSet presAssocID="{767D9E9F-FB67-47E5-B67C-D3E2881AFF93}" presName="tx1" presStyleLbl="revTx" presStyleIdx="0" presStyleCnt="8"/>
      <dgm:spPr/>
    </dgm:pt>
    <dgm:pt modelId="{1AF8821D-AFFA-5E44-8F83-0C94CC4190C7}" type="pres">
      <dgm:prSet presAssocID="{767D9E9F-FB67-47E5-B67C-D3E2881AFF93}" presName="vert1" presStyleCnt="0"/>
      <dgm:spPr/>
    </dgm:pt>
    <dgm:pt modelId="{3DD6E8AC-CF9C-4B4C-B684-0B0BA309CCA6}" type="pres">
      <dgm:prSet presAssocID="{4A30A15D-2E98-4B83-BA3C-10D79D2302A4}" presName="thickLine" presStyleLbl="alignNode1" presStyleIdx="1" presStyleCnt="8"/>
      <dgm:spPr/>
    </dgm:pt>
    <dgm:pt modelId="{EEC9736E-4836-7945-9AFF-DC2E99DC3BE8}" type="pres">
      <dgm:prSet presAssocID="{4A30A15D-2E98-4B83-BA3C-10D79D2302A4}" presName="horz1" presStyleCnt="0"/>
      <dgm:spPr/>
    </dgm:pt>
    <dgm:pt modelId="{6EC3BFCA-D52A-534E-89F3-3198061E58D6}" type="pres">
      <dgm:prSet presAssocID="{4A30A15D-2E98-4B83-BA3C-10D79D2302A4}" presName="tx1" presStyleLbl="revTx" presStyleIdx="1" presStyleCnt="8"/>
      <dgm:spPr/>
    </dgm:pt>
    <dgm:pt modelId="{297DEFB7-8538-B548-826E-25821436A71E}" type="pres">
      <dgm:prSet presAssocID="{4A30A15D-2E98-4B83-BA3C-10D79D2302A4}" presName="vert1" presStyleCnt="0"/>
      <dgm:spPr/>
    </dgm:pt>
    <dgm:pt modelId="{BC277A88-E6DF-E04A-8A51-5B09BCA59DF5}" type="pres">
      <dgm:prSet presAssocID="{7F7D46EE-C5BD-4B09-A75E-66CB0FCED5FC}" presName="thickLine" presStyleLbl="alignNode1" presStyleIdx="2" presStyleCnt="8"/>
      <dgm:spPr/>
    </dgm:pt>
    <dgm:pt modelId="{B87A1472-DE0B-0A4C-8153-BB02147C0FF2}" type="pres">
      <dgm:prSet presAssocID="{7F7D46EE-C5BD-4B09-A75E-66CB0FCED5FC}" presName="horz1" presStyleCnt="0"/>
      <dgm:spPr/>
    </dgm:pt>
    <dgm:pt modelId="{D69AD83B-7CB5-324B-8449-4566C5DA4ACE}" type="pres">
      <dgm:prSet presAssocID="{7F7D46EE-C5BD-4B09-A75E-66CB0FCED5FC}" presName="tx1" presStyleLbl="revTx" presStyleIdx="2" presStyleCnt="8"/>
      <dgm:spPr/>
    </dgm:pt>
    <dgm:pt modelId="{0B375D07-E106-5D45-B24C-57CD70B2B54D}" type="pres">
      <dgm:prSet presAssocID="{7F7D46EE-C5BD-4B09-A75E-66CB0FCED5FC}" presName="vert1" presStyleCnt="0"/>
      <dgm:spPr/>
    </dgm:pt>
    <dgm:pt modelId="{D4331597-7C5C-7F42-B1FC-32CEB040AF6C}" type="pres">
      <dgm:prSet presAssocID="{8D3EC32E-31C1-4B2A-970B-F6EA7D2E910D}" presName="thickLine" presStyleLbl="alignNode1" presStyleIdx="3" presStyleCnt="8"/>
      <dgm:spPr/>
    </dgm:pt>
    <dgm:pt modelId="{1B9D7F9D-A110-734D-AB38-ABCB56E4F7FD}" type="pres">
      <dgm:prSet presAssocID="{8D3EC32E-31C1-4B2A-970B-F6EA7D2E910D}" presName="horz1" presStyleCnt="0"/>
      <dgm:spPr/>
    </dgm:pt>
    <dgm:pt modelId="{A7DC1F67-69D0-5640-A22E-734D2174FDE7}" type="pres">
      <dgm:prSet presAssocID="{8D3EC32E-31C1-4B2A-970B-F6EA7D2E910D}" presName="tx1" presStyleLbl="revTx" presStyleIdx="3" presStyleCnt="8"/>
      <dgm:spPr/>
    </dgm:pt>
    <dgm:pt modelId="{6EDC51D4-1741-3145-9C8C-71879B39BB64}" type="pres">
      <dgm:prSet presAssocID="{8D3EC32E-31C1-4B2A-970B-F6EA7D2E910D}" presName="vert1" presStyleCnt="0"/>
      <dgm:spPr/>
    </dgm:pt>
    <dgm:pt modelId="{DB9F020C-6C37-364D-B021-3D74D6620B42}" type="pres">
      <dgm:prSet presAssocID="{FD3CCB02-E04B-4A86-945C-F95668B3EFAB}" presName="thickLine" presStyleLbl="alignNode1" presStyleIdx="4" presStyleCnt="8"/>
      <dgm:spPr/>
    </dgm:pt>
    <dgm:pt modelId="{964F704C-57C6-C540-B75E-09559CFA870B}" type="pres">
      <dgm:prSet presAssocID="{FD3CCB02-E04B-4A86-945C-F95668B3EFAB}" presName="horz1" presStyleCnt="0"/>
      <dgm:spPr/>
    </dgm:pt>
    <dgm:pt modelId="{02523049-257D-1549-9964-7E8C9E248F3F}" type="pres">
      <dgm:prSet presAssocID="{FD3CCB02-E04B-4A86-945C-F95668B3EFAB}" presName="tx1" presStyleLbl="revTx" presStyleIdx="4" presStyleCnt="8"/>
      <dgm:spPr/>
    </dgm:pt>
    <dgm:pt modelId="{20E9BAD8-C694-CF46-B68A-2B4BA2611DE5}" type="pres">
      <dgm:prSet presAssocID="{FD3CCB02-E04B-4A86-945C-F95668B3EFAB}" presName="vert1" presStyleCnt="0"/>
      <dgm:spPr/>
    </dgm:pt>
    <dgm:pt modelId="{4E84CB11-57DC-FE4D-BFAC-986BAF464C77}" type="pres">
      <dgm:prSet presAssocID="{AAEAE443-4202-4C08-AB2B-2CB374411F3B}" presName="thickLine" presStyleLbl="alignNode1" presStyleIdx="5" presStyleCnt="8"/>
      <dgm:spPr/>
    </dgm:pt>
    <dgm:pt modelId="{8F09BFE6-1376-0346-AFD8-55CB8879FB55}" type="pres">
      <dgm:prSet presAssocID="{AAEAE443-4202-4C08-AB2B-2CB374411F3B}" presName="horz1" presStyleCnt="0"/>
      <dgm:spPr/>
    </dgm:pt>
    <dgm:pt modelId="{1FE7A41A-9F8F-B242-BA2E-3D16F06A39B5}" type="pres">
      <dgm:prSet presAssocID="{AAEAE443-4202-4C08-AB2B-2CB374411F3B}" presName="tx1" presStyleLbl="revTx" presStyleIdx="5" presStyleCnt="8"/>
      <dgm:spPr/>
    </dgm:pt>
    <dgm:pt modelId="{B634B31C-CF7C-0545-ADFE-9D26B2B32FBB}" type="pres">
      <dgm:prSet presAssocID="{AAEAE443-4202-4C08-AB2B-2CB374411F3B}" presName="vert1" presStyleCnt="0"/>
      <dgm:spPr/>
    </dgm:pt>
    <dgm:pt modelId="{3F2DC49B-C24D-CB4E-9E74-3AED298EC166}" type="pres">
      <dgm:prSet presAssocID="{2E04DD05-FD91-46B2-82B8-C64E03669512}" presName="thickLine" presStyleLbl="alignNode1" presStyleIdx="6" presStyleCnt="8"/>
      <dgm:spPr/>
    </dgm:pt>
    <dgm:pt modelId="{2C7D83CE-2ACF-5749-ACA5-DA38BE818359}" type="pres">
      <dgm:prSet presAssocID="{2E04DD05-FD91-46B2-82B8-C64E03669512}" presName="horz1" presStyleCnt="0"/>
      <dgm:spPr/>
    </dgm:pt>
    <dgm:pt modelId="{5A89ACCF-A54E-554D-85C7-713337AF2C57}" type="pres">
      <dgm:prSet presAssocID="{2E04DD05-FD91-46B2-82B8-C64E03669512}" presName="tx1" presStyleLbl="revTx" presStyleIdx="6" presStyleCnt="8"/>
      <dgm:spPr/>
    </dgm:pt>
    <dgm:pt modelId="{F28C9E7C-E789-684E-8085-83A2E40A84A0}" type="pres">
      <dgm:prSet presAssocID="{2E04DD05-FD91-46B2-82B8-C64E03669512}" presName="vert1" presStyleCnt="0"/>
      <dgm:spPr/>
    </dgm:pt>
    <dgm:pt modelId="{774C8CDA-D765-0E40-922F-1FE9924ADAE0}" type="pres">
      <dgm:prSet presAssocID="{2D1D72E1-3724-4C41-BF80-B4111EC209BF}" presName="thickLine" presStyleLbl="alignNode1" presStyleIdx="7" presStyleCnt="8"/>
      <dgm:spPr/>
    </dgm:pt>
    <dgm:pt modelId="{9DE1B67C-57BE-524A-B2A0-1CF9F52B1E6B}" type="pres">
      <dgm:prSet presAssocID="{2D1D72E1-3724-4C41-BF80-B4111EC209BF}" presName="horz1" presStyleCnt="0"/>
      <dgm:spPr/>
    </dgm:pt>
    <dgm:pt modelId="{0DB4414E-E6D2-774D-AF68-1CC43FEE7E78}" type="pres">
      <dgm:prSet presAssocID="{2D1D72E1-3724-4C41-BF80-B4111EC209BF}" presName="tx1" presStyleLbl="revTx" presStyleIdx="7" presStyleCnt="8"/>
      <dgm:spPr/>
    </dgm:pt>
    <dgm:pt modelId="{CB264F26-7885-554B-AF94-34AAE1071782}" type="pres">
      <dgm:prSet presAssocID="{2D1D72E1-3724-4C41-BF80-B4111EC209BF}" presName="vert1" presStyleCnt="0"/>
      <dgm:spPr/>
    </dgm:pt>
  </dgm:ptLst>
  <dgm:cxnLst>
    <dgm:cxn modelId="{E2351809-DA48-4DB5-94F1-A2C21EB11291}" srcId="{CAA5079F-E57A-4597-962F-3BB0791B2A9D}" destId="{7F7D46EE-C5BD-4B09-A75E-66CB0FCED5FC}" srcOrd="2" destOrd="0" parTransId="{63C9B0D3-ADF8-43AF-8FC4-DBB808136DE1}" sibTransId="{A2950DF8-7296-4990-9A54-CBC262049502}"/>
    <dgm:cxn modelId="{EC50CC0B-1043-5049-98F3-CBA9F57130EF}" type="presOf" srcId="{7F7D46EE-C5BD-4B09-A75E-66CB0FCED5FC}" destId="{D69AD83B-7CB5-324B-8449-4566C5DA4ACE}" srcOrd="0" destOrd="0" presId="urn:microsoft.com/office/officeart/2008/layout/LinedList"/>
    <dgm:cxn modelId="{610B870E-918F-D94A-8DC1-0C4390594840}" type="presOf" srcId="{AAEAE443-4202-4C08-AB2B-2CB374411F3B}" destId="{1FE7A41A-9F8F-B242-BA2E-3D16F06A39B5}" srcOrd="0" destOrd="0" presId="urn:microsoft.com/office/officeart/2008/layout/LinedList"/>
    <dgm:cxn modelId="{5E873F14-B133-0444-B582-70540588F246}" type="presOf" srcId="{CAA5079F-E57A-4597-962F-3BB0791B2A9D}" destId="{B93AD7FB-9E70-7242-BDC2-A925541C4CDE}" srcOrd="0" destOrd="0" presId="urn:microsoft.com/office/officeart/2008/layout/LinedList"/>
    <dgm:cxn modelId="{3A78851D-AD2F-4850-B079-D3EAE535663A}" srcId="{CAA5079F-E57A-4597-962F-3BB0791B2A9D}" destId="{AAEAE443-4202-4C08-AB2B-2CB374411F3B}" srcOrd="5" destOrd="0" parTransId="{34CB19FE-9A81-402A-96B4-983FBF8016DB}" sibTransId="{404BB333-5A3A-4F9B-93E1-47F001CD54D6}"/>
    <dgm:cxn modelId="{E89EE622-AD40-7846-8163-A11CFADC2219}" type="presOf" srcId="{8D3EC32E-31C1-4B2A-970B-F6EA7D2E910D}" destId="{A7DC1F67-69D0-5640-A22E-734D2174FDE7}" srcOrd="0" destOrd="0" presId="urn:microsoft.com/office/officeart/2008/layout/LinedList"/>
    <dgm:cxn modelId="{CD0B3430-87FF-4067-97EB-5FD8EFDDA265}" srcId="{CAA5079F-E57A-4597-962F-3BB0791B2A9D}" destId="{2D1D72E1-3724-4C41-BF80-B4111EC209BF}" srcOrd="7" destOrd="0" parTransId="{5C2603B5-5F33-444E-B1F0-40745639468A}" sibTransId="{5335B335-03A0-4740-8DEC-5769E9FFBD07}"/>
    <dgm:cxn modelId="{1B869667-E6FD-5741-A1A2-3D38CBC6CEFF}" type="presOf" srcId="{2D1D72E1-3724-4C41-BF80-B4111EC209BF}" destId="{0DB4414E-E6D2-774D-AF68-1CC43FEE7E78}" srcOrd="0" destOrd="0" presId="urn:microsoft.com/office/officeart/2008/layout/LinedList"/>
    <dgm:cxn modelId="{D0C0CA77-5C18-41A0-A1FF-134C33F4198E}" srcId="{CAA5079F-E57A-4597-962F-3BB0791B2A9D}" destId="{2E04DD05-FD91-46B2-82B8-C64E03669512}" srcOrd="6" destOrd="0" parTransId="{5F0F1E5C-5756-4AF9-B865-3A4C95506F1F}" sibTransId="{245F9E46-044C-49C5-BCB4-DF47883A577C}"/>
    <dgm:cxn modelId="{339AC491-0E4C-E145-975C-AC533604B7AF}" type="presOf" srcId="{2E04DD05-FD91-46B2-82B8-C64E03669512}" destId="{5A89ACCF-A54E-554D-85C7-713337AF2C57}" srcOrd="0" destOrd="0" presId="urn:microsoft.com/office/officeart/2008/layout/LinedList"/>
    <dgm:cxn modelId="{7BFBAD93-F68B-424D-B0C8-F30DB80E5821}" type="presOf" srcId="{FD3CCB02-E04B-4A86-945C-F95668B3EFAB}" destId="{02523049-257D-1549-9964-7E8C9E248F3F}" srcOrd="0" destOrd="0" presId="urn:microsoft.com/office/officeart/2008/layout/LinedList"/>
    <dgm:cxn modelId="{A594F7B4-697F-485A-A108-31CCC25FB173}" srcId="{CAA5079F-E57A-4597-962F-3BB0791B2A9D}" destId="{FD3CCB02-E04B-4A86-945C-F95668B3EFAB}" srcOrd="4" destOrd="0" parTransId="{76980FF0-C7A8-4FB9-82DF-A46007A40C8F}" sibTransId="{03D081EC-14BD-4E2C-8E4D-8EE3603AAF2C}"/>
    <dgm:cxn modelId="{3BAE08BA-1A80-5B4E-B983-70DBAFA6473B}" type="presOf" srcId="{4A30A15D-2E98-4B83-BA3C-10D79D2302A4}" destId="{6EC3BFCA-D52A-534E-89F3-3198061E58D6}" srcOrd="0" destOrd="0" presId="urn:microsoft.com/office/officeart/2008/layout/LinedList"/>
    <dgm:cxn modelId="{109F17C7-AC16-BE4F-BDA4-F9710B40A9EB}" type="presOf" srcId="{767D9E9F-FB67-47E5-B67C-D3E2881AFF93}" destId="{6C1B7308-1A4E-6C45-966E-7F73E964A355}" srcOrd="0" destOrd="0" presId="urn:microsoft.com/office/officeart/2008/layout/LinedList"/>
    <dgm:cxn modelId="{7683C5EE-13F4-49BF-A26B-FA1B192957A0}" srcId="{CAA5079F-E57A-4597-962F-3BB0791B2A9D}" destId="{8D3EC32E-31C1-4B2A-970B-F6EA7D2E910D}" srcOrd="3" destOrd="0" parTransId="{282C875E-A688-47D3-8135-6F0B5C2E1AF5}" sibTransId="{1311595E-C311-45E9-BCB3-CBCAB37B5D18}"/>
    <dgm:cxn modelId="{7B349DF3-4F79-4878-B0F9-DD37E0B4C71C}" srcId="{CAA5079F-E57A-4597-962F-3BB0791B2A9D}" destId="{4A30A15D-2E98-4B83-BA3C-10D79D2302A4}" srcOrd="1" destOrd="0" parTransId="{C67B3B3E-25BE-48BF-B3D2-E83160B7CB56}" sibTransId="{9EBE6D66-9647-4F37-9C47-AFBA56322389}"/>
    <dgm:cxn modelId="{F969AAF4-CCC5-4407-81C2-EB17EE03D33F}" srcId="{CAA5079F-E57A-4597-962F-3BB0791B2A9D}" destId="{767D9E9F-FB67-47E5-B67C-D3E2881AFF93}" srcOrd="0" destOrd="0" parTransId="{A942CE2E-DF00-4CDC-83F6-741943B57F7C}" sibTransId="{AF5640A0-BB53-4F83-A926-56207F2F38EA}"/>
    <dgm:cxn modelId="{570BD29E-6970-194C-9968-56A11E79A89C}" type="presParOf" srcId="{B93AD7FB-9E70-7242-BDC2-A925541C4CDE}" destId="{F4A8DAFB-497D-4745-8F8C-D1033D7B2132}" srcOrd="0" destOrd="0" presId="urn:microsoft.com/office/officeart/2008/layout/LinedList"/>
    <dgm:cxn modelId="{71E46EE7-2418-BD4F-94F8-AD513C35504C}" type="presParOf" srcId="{B93AD7FB-9E70-7242-BDC2-A925541C4CDE}" destId="{9509A7C9-56B1-0C43-8A8D-4D277BCFD952}" srcOrd="1" destOrd="0" presId="urn:microsoft.com/office/officeart/2008/layout/LinedList"/>
    <dgm:cxn modelId="{10780437-4AFA-EB4F-A822-BBA356546EEB}" type="presParOf" srcId="{9509A7C9-56B1-0C43-8A8D-4D277BCFD952}" destId="{6C1B7308-1A4E-6C45-966E-7F73E964A355}" srcOrd="0" destOrd="0" presId="urn:microsoft.com/office/officeart/2008/layout/LinedList"/>
    <dgm:cxn modelId="{4DC31677-F07D-7440-804E-2DAD0CD911F7}" type="presParOf" srcId="{9509A7C9-56B1-0C43-8A8D-4D277BCFD952}" destId="{1AF8821D-AFFA-5E44-8F83-0C94CC4190C7}" srcOrd="1" destOrd="0" presId="urn:microsoft.com/office/officeart/2008/layout/LinedList"/>
    <dgm:cxn modelId="{C5FE7167-D525-584F-8FDD-7ADC3E4F979D}" type="presParOf" srcId="{B93AD7FB-9E70-7242-BDC2-A925541C4CDE}" destId="{3DD6E8AC-CF9C-4B4C-B684-0B0BA309CCA6}" srcOrd="2" destOrd="0" presId="urn:microsoft.com/office/officeart/2008/layout/LinedList"/>
    <dgm:cxn modelId="{312D61C3-C9EA-E34E-A910-4DF5D53760D7}" type="presParOf" srcId="{B93AD7FB-9E70-7242-BDC2-A925541C4CDE}" destId="{EEC9736E-4836-7945-9AFF-DC2E99DC3BE8}" srcOrd="3" destOrd="0" presId="urn:microsoft.com/office/officeart/2008/layout/LinedList"/>
    <dgm:cxn modelId="{1A82E73B-BD7C-D442-80A1-DFCB379350E1}" type="presParOf" srcId="{EEC9736E-4836-7945-9AFF-DC2E99DC3BE8}" destId="{6EC3BFCA-D52A-534E-89F3-3198061E58D6}" srcOrd="0" destOrd="0" presId="urn:microsoft.com/office/officeart/2008/layout/LinedList"/>
    <dgm:cxn modelId="{CF33E1C7-2FCE-4A49-BA95-2168343301C2}" type="presParOf" srcId="{EEC9736E-4836-7945-9AFF-DC2E99DC3BE8}" destId="{297DEFB7-8538-B548-826E-25821436A71E}" srcOrd="1" destOrd="0" presId="urn:microsoft.com/office/officeart/2008/layout/LinedList"/>
    <dgm:cxn modelId="{73A8222E-CADE-E04A-9A91-6A93314A0C0F}" type="presParOf" srcId="{B93AD7FB-9E70-7242-BDC2-A925541C4CDE}" destId="{BC277A88-E6DF-E04A-8A51-5B09BCA59DF5}" srcOrd="4" destOrd="0" presId="urn:microsoft.com/office/officeart/2008/layout/LinedList"/>
    <dgm:cxn modelId="{65E0AEC3-4C7F-D247-9016-4B1206A37F09}" type="presParOf" srcId="{B93AD7FB-9E70-7242-BDC2-A925541C4CDE}" destId="{B87A1472-DE0B-0A4C-8153-BB02147C0FF2}" srcOrd="5" destOrd="0" presId="urn:microsoft.com/office/officeart/2008/layout/LinedList"/>
    <dgm:cxn modelId="{BEF188B4-0D3D-0B42-BA43-EC274A2B9ABD}" type="presParOf" srcId="{B87A1472-DE0B-0A4C-8153-BB02147C0FF2}" destId="{D69AD83B-7CB5-324B-8449-4566C5DA4ACE}" srcOrd="0" destOrd="0" presId="urn:microsoft.com/office/officeart/2008/layout/LinedList"/>
    <dgm:cxn modelId="{FAF61D1D-2AE3-C349-A06D-9C1884200AF6}" type="presParOf" srcId="{B87A1472-DE0B-0A4C-8153-BB02147C0FF2}" destId="{0B375D07-E106-5D45-B24C-57CD70B2B54D}" srcOrd="1" destOrd="0" presId="urn:microsoft.com/office/officeart/2008/layout/LinedList"/>
    <dgm:cxn modelId="{5D0776B3-5147-7D45-9802-E1D2FD8D66FF}" type="presParOf" srcId="{B93AD7FB-9E70-7242-BDC2-A925541C4CDE}" destId="{D4331597-7C5C-7F42-B1FC-32CEB040AF6C}" srcOrd="6" destOrd="0" presId="urn:microsoft.com/office/officeart/2008/layout/LinedList"/>
    <dgm:cxn modelId="{A61AE991-FA05-D046-93C1-A2486F684CA7}" type="presParOf" srcId="{B93AD7FB-9E70-7242-BDC2-A925541C4CDE}" destId="{1B9D7F9D-A110-734D-AB38-ABCB56E4F7FD}" srcOrd="7" destOrd="0" presId="urn:microsoft.com/office/officeart/2008/layout/LinedList"/>
    <dgm:cxn modelId="{9A46DF9E-3907-8A4D-BBCD-8477175E54AB}" type="presParOf" srcId="{1B9D7F9D-A110-734D-AB38-ABCB56E4F7FD}" destId="{A7DC1F67-69D0-5640-A22E-734D2174FDE7}" srcOrd="0" destOrd="0" presId="urn:microsoft.com/office/officeart/2008/layout/LinedList"/>
    <dgm:cxn modelId="{FB9013B0-418C-554C-B4CF-639FA9A9E231}" type="presParOf" srcId="{1B9D7F9D-A110-734D-AB38-ABCB56E4F7FD}" destId="{6EDC51D4-1741-3145-9C8C-71879B39BB64}" srcOrd="1" destOrd="0" presId="urn:microsoft.com/office/officeart/2008/layout/LinedList"/>
    <dgm:cxn modelId="{722F3015-9C17-8440-8D82-C1E268A6F5AC}" type="presParOf" srcId="{B93AD7FB-9E70-7242-BDC2-A925541C4CDE}" destId="{DB9F020C-6C37-364D-B021-3D74D6620B42}" srcOrd="8" destOrd="0" presId="urn:microsoft.com/office/officeart/2008/layout/LinedList"/>
    <dgm:cxn modelId="{D4C3215F-FDF4-4846-8DB8-FDEF29932E1C}" type="presParOf" srcId="{B93AD7FB-9E70-7242-BDC2-A925541C4CDE}" destId="{964F704C-57C6-C540-B75E-09559CFA870B}" srcOrd="9" destOrd="0" presId="urn:microsoft.com/office/officeart/2008/layout/LinedList"/>
    <dgm:cxn modelId="{66D216B4-16C4-6C44-926E-33FA35C3B7C3}" type="presParOf" srcId="{964F704C-57C6-C540-B75E-09559CFA870B}" destId="{02523049-257D-1549-9964-7E8C9E248F3F}" srcOrd="0" destOrd="0" presId="urn:microsoft.com/office/officeart/2008/layout/LinedList"/>
    <dgm:cxn modelId="{50CF775B-AEB8-0545-8667-8CC90F0DC216}" type="presParOf" srcId="{964F704C-57C6-C540-B75E-09559CFA870B}" destId="{20E9BAD8-C694-CF46-B68A-2B4BA2611DE5}" srcOrd="1" destOrd="0" presId="urn:microsoft.com/office/officeart/2008/layout/LinedList"/>
    <dgm:cxn modelId="{EA9C49EF-70B3-4543-A3B3-662C7C84F0B6}" type="presParOf" srcId="{B93AD7FB-9E70-7242-BDC2-A925541C4CDE}" destId="{4E84CB11-57DC-FE4D-BFAC-986BAF464C77}" srcOrd="10" destOrd="0" presId="urn:microsoft.com/office/officeart/2008/layout/LinedList"/>
    <dgm:cxn modelId="{889CCDAB-9AAD-3B42-8077-A23FA8A85638}" type="presParOf" srcId="{B93AD7FB-9E70-7242-BDC2-A925541C4CDE}" destId="{8F09BFE6-1376-0346-AFD8-55CB8879FB55}" srcOrd="11" destOrd="0" presId="urn:microsoft.com/office/officeart/2008/layout/LinedList"/>
    <dgm:cxn modelId="{7E85C8C2-D6EC-9947-9AE0-7AF8CC2A947E}" type="presParOf" srcId="{8F09BFE6-1376-0346-AFD8-55CB8879FB55}" destId="{1FE7A41A-9F8F-B242-BA2E-3D16F06A39B5}" srcOrd="0" destOrd="0" presId="urn:microsoft.com/office/officeart/2008/layout/LinedList"/>
    <dgm:cxn modelId="{48F269AF-6E9D-D048-A09F-DD09F8F101B8}" type="presParOf" srcId="{8F09BFE6-1376-0346-AFD8-55CB8879FB55}" destId="{B634B31C-CF7C-0545-ADFE-9D26B2B32FBB}" srcOrd="1" destOrd="0" presId="urn:microsoft.com/office/officeart/2008/layout/LinedList"/>
    <dgm:cxn modelId="{3F586F9E-2973-9E4F-8A8D-8DF8957C4941}" type="presParOf" srcId="{B93AD7FB-9E70-7242-BDC2-A925541C4CDE}" destId="{3F2DC49B-C24D-CB4E-9E74-3AED298EC166}" srcOrd="12" destOrd="0" presId="urn:microsoft.com/office/officeart/2008/layout/LinedList"/>
    <dgm:cxn modelId="{BF5344A7-C458-F44F-8E4D-3351C805316B}" type="presParOf" srcId="{B93AD7FB-9E70-7242-BDC2-A925541C4CDE}" destId="{2C7D83CE-2ACF-5749-ACA5-DA38BE818359}" srcOrd="13" destOrd="0" presId="urn:microsoft.com/office/officeart/2008/layout/LinedList"/>
    <dgm:cxn modelId="{4E048BFF-DBA3-2940-A709-851FF97CBD45}" type="presParOf" srcId="{2C7D83CE-2ACF-5749-ACA5-DA38BE818359}" destId="{5A89ACCF-A54E-554D-85C7-713337AF2C57}" srcOrd="0" destOrd="0" presId="urn:microsoft.com/office/officeart/2008/layout/LinedList"/>
    <dgm:cxn modelId="{AB6D9C91-25FE-BB4C-8F54-C1A75992CDC9}" type="presParOf" srcId="{2C7D83CE-2ACF-5749-ACA5-DA38BE818359}" destId="{F28C9E7C-E789-684E-8085-83A2E40A84A0}" srcOrd="1" destOrd="0" presId="urn:microsoft.com/office/officeart/2008/layout/LinedList"/>
    <dgm:cxn modelId="{D718A84D-0E05-534B-A733-3B19CE31A460}" type="presParOf" srcId="{B93AD7FB-9E70-7242-BDC2-A925541C4CDE}" destId="{774C8CDA-D765-0E40-922F-1FE9924ADAE0}" srcOrd="14" destOrd="0" presId="urn:microsoft.com/office/officeart/2008/layout/LinedList"/>
    <dgm:cxn modelId="{9D111CB5-C3A5-6D4E-A289-52DDFA982FF8}" type="presParOf" srcId="{B93AD7FB-9E70-7242-BDC2-A925541C4CDE}" destId="{9DE1B67C-57BE-524A-B2A0-1CF9F52B1E6B}" srcOrd="15" destOrd="0" presId="urn:microsoft.com/office/officeart/2008/layout/LinedList"/>
    <dgm:cxn modelId="{A80FEB37-33D9-6D42-8D8F-674066C6BD99}" type="presParOf" srcId="{9DE1B67C-57BE-524A-B2A0-1CF9F52B1E6B}" destId="{0DB4414E-E6D2-774D-AF68-1CC43FEE7E78}" srcOrd="0" destOrd="0" presId="urn:microsoft.com/office/officeart/2008/layout/LinedList"/>
    <dgm:cxn modelId="{E00D0F2F-D2F6-0349-AC08-C94CE8BEC9CC}" type="presParOf" srcId="{9DE1B67C-57BE-524A-B2A0-1CF9F52B1E6B}" destId="{CB264F26-7885-554B-AF94-34AAE107178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DBECF2B-77E7-4478-AA61-21C3C19060F0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02AF26A-88C3-4DAD-BCC3-522E7F2974CD}">
      <dgm:prSet/>
      <dgm:spPr/>
      <dgm:t>
        <a:bodyPr/>
        <a:lstStyle/>
        <a:p>
          <a:r>
            <a:rPr lang="en-US"/>
            <a:t>SELECT DISTINCT DeptID FROM Employees;</a:t>
          </a:r>
        </a:p>
      </dgm:t>
    </dgm:pt>
    <dgm:pt modelId="{26276185-5345-419B-B2FC-D384DE3B8BB4}" type="parTrans" cxnId="{F2B069A5-A316-45A6-A226-1EB6D259E1F1}">
      <dgm:prSet/>
      <dgm:spPr/>
      <dgm:t>
        <a:bodyPr/>
        <a:lstStyle/>
        <a:p>
          <a:endParaRPr lang="en-US"/>
        </a:p>
      </dgm:t>
    </dgm:pt>
    <dgm:pt modelId="{30010207-6161-4FDF-93BD-D45B9C164F38}" type="sibTrans" cxnId="{F2B069A5-A316-45A6-A226-1EB6D259E1F1}">
      <dgm:prSet/>
      <dgm:spPr/>
      <dgm:t>
        <a:bodyPr/>
        <a:lstStyle/>
        <a:p>
          <a:endParaRPr lang="en-US"/>
        </a:p>
      </dgm:t>
    </dgm:pt>
    <dgm:pt modelId="{90EF22CE-7390-444A-9499-B7622BF227D4}">
      <dgm:prSet/>
      <dgm:spPr/>
      <dgm:t>
        <a:bodyPr/>
        <a:lstStyle/>
        <a:p>
          <a:r>
            <a:rPr lang="en-US"/>
            <a:t>Output:</a:t>
          </a:r>
        </a:p>
      </dgm:t>
    </dgm:pt>
    <dgm:pt modelId="{D1B834C9-5D68-46CB-B449-5294089A4C2B}" type="parTrans" cxnId="{97616FC6-215C-4C51-A765-8719A8EC840E}">
      <dgm:prSet/>
      <dgm:spPr/>
      <dgm:t>
        <a:bodyPr/>
        <a:lstStyle/>
        <a:p>
          <a:endParaRPr lang="en-US"/>
        </a:p>
      </dgm:t>
    </dgm:pt>
    <dgm:pt modelId="{8233B08E-ED28-421C-B103-795A15E0EACF}" type="sibTrans" cxnId="{97616FC6-215C-4C51-A765-8719A8EC840E}">
      <dgm:prSet/>
      <dgm:spPr/>
      <dgm:t>
        <a:bodyPr/>
        <a:lstStyle/>
        <a:p>
          <a:endParaRPr lang="en-US"/>
        </a:p>
      </dgm:t>
    </dgm:pt>
    <dgm:pt modelId="{A509C78D-9AFA-4D30-80E9-68D6116F4419}">
      <dgm:prSet/>
      <dgm:spPr/>
      <dgm:t>
        <a:bodyPr/>
        <a:lstStyle/>
        <a:p>
          <a:r>
            <a:rPr lang="en-US"/>
            <a:t>| DeptID |</a:t>
          </a:r>
        </a:p>
      </dgm:t>
    </dgm:pt>
    <dgm:pt modelId="{C9586936-1E88-46E1-A9A0-18E6C00A1F11}" type="parTrans" cxnId="{4E405A66-87DF-4EA5-895E-522BC330C4FC}">
      <dgm:prSet/>
      <dgm:spPr/>
      <dgm:t>
        <a:bodyPr/>
        <a:lstStyle/>
        <a:p>
          <a:endParaRPr lang="en-US"/>
        </a:p>
      </dgm:t>
    </dgm:pt>
    <dgm:pt modelId="{DA864782-306C-4EC5-9EE7-9DB741C16795}" type="sibTrans" cxnId="{4E405A66-87DF-4EA5-895E-522BC330C4FC}">
      <dgm:prSet/>
      <dgm:spPr/>
      <dgm:t>
        <a:bodyPr/>
        <a:lstStyle/>
        <a:p>
          <a:endParaRPr lang="en-US"/>
        </a:p>
      </dgm:t>
    </dgm:pt>
    <dgm:pt modelId="{26D30694-D760-4E31-9AE4-B689099C8C2A}">
      <dgm:prSet/>
      <dgm:spPr/>
      <dgm:t>
        <a:bodyPr/>
        <a:lstStyle/>
        <a:p>
          <a:r>
            <a:rPr lang="en-US"/>
            <a:t>|--------|</a:t>
          </a:r>
        </a:p>
      </dgm:t>
    </dgm:pt>
    <dgm:pt modelId="{300B7564-97E1-4637-98F7-3C7E09185536}" type="parTrans" cxnId="{157A1B0E-C33B-4715-9A30-25B61979D2AF}">
      <dgm:prSet/>
      <dgm:spPr/>
      <dgm:t>
        <a:bodyPr/>
        <a:lstStyle/>
        <a:p>
          <a:endParaRPr lang="en-US"/>
        </a:p>
      </dgm:t>
    </dgm:pt>
    <dgm:pt modelId="{E81ACEB3-8503-42C7-AA3B-560EC7F151E5}" type="sibTrans" cxnId="{157A1B0E-C33B-4715-9A30-25B61979D2AF}">
      <dgm:prSet/>
      <dgm:spPr/>
      <dgm:t>
        <a:bodyPr/>
        <a:lstStyle/>
        <a:p>
          <a:endParaRPr lang="en-US"/>
        </a:p>
      </dgm:t>
    </dgm:pt>
    <dgm:pt modelId="{F2D4A2AD-BADA-483D-B9AA-F7102B16A05E}">
      <dgm:prSet/>
      <dgm:spPr/>
      <dgm:t>
        <a:bodyPr/>
        <a:lstStyle/>
        <a:p>
          <a:r>
            <a:rPr lang="en-US"/>
            <a:t>| 101    |</a:t>
          </a:r>
        </a:p>
      </dgm:t>
    </dgm:pt>
    <dgm:pt modelId="{F3D28847-824D-4646-A875-693669EAD220}" type="parTrans" cxnId="{22C7F36D-4926-41E7-B774-1750757C34BC}">
      <dgm:prSet/>
      <dgm:spPr/>
      <dgm:t>
        <a:bodyPr/>
        <a:lstStyle/>
        <a:p>
          <a:endParaRPr lang="en-US"/>
        </a:p>
      </dgm:t>
    </dgm:pt>
    <dgm:pt modelId="{613ACDA0-5230-4F81-A5B1-CF6F63151007}" type="sibTrans" cxnId="{22C7F36D-4926-41E7-B774-1750757C34BC}">
      <dgm:prSet/>
      <dgm:spPr/>
      <dgm:t>
        <a:bodyPr/>
        <a:lstStyle/>
        <a:p>
          <a:endParaRPr lang="en-US"/>
        </a:p>
      </dgm:t>
    </dgm:pt>
    <dgm:pt modelId="{A63BE201-B6CF-465C-A997-3E358E713038}">
      <dgm:prSet/>
      <dgm:spPr/>
      <dgm:t>
        <a:bodyPr/>
        <a:lstStyle/>
        <a:p>
          <a:r>
            <a:rPr lang="en-US"/>
            <a:t>| 102    |</a:t>
          </a:r>
        </a:p>
      </dgm:t>
    </dgm:pt>
    <dgm:pt modelId="{787EF1DD-1789-424F-ADA3-2C833B161E13}" type="parTrans" cxnId="{DF7F616F-9A81-455B-BA9F-1D35B6DC397A}">
      <dgm:prSet/>
      <dgm:spPr/>
      <dgm:t>
        <a:bodyPr/>
        <a:lstStyle/>
        <a:p>
          <a:endParaRPr lang="en-US"/>
        </a:p>
      </dgm:t>
    </dgm:pt>
    <dgm:pt modelId="{4A9E671C-A185-435C-A6E9-FEB810C4BBF0}" type="sibTrans" cxnId="{DF7F616F-9A81-455B-BA9F-1D35B6DC397A}">
      <dgm:prSet/>
      <dgm:spPr/>
      <dgm:t>
        <a:bodyPr/>
        <a:lstStyle/>
        <a:p>
          <a:endParaRPr lang="en-US"/>
        </a:p>
      </dgm:t>
    </dgm:pt>
    <dgm:pt modelId="{FBD4EE0A-4412-554A-B871-3A9B0D96085E}" type="pres">
      <dgm:prSet presAssocID="{DDBECF2B-77E7-4478-AA61-21C3C19060F0}" presName="vert0" presStyleCnt="0">
        <dgm:presLayoutVars>
          <dgm:dir/>
          <dgm:animOne val="branch"/>
          <dgm:animLvl val="lvl"/>
        </dgm:presLayoutVars>
      </dgm:prSet>
      <dgm:spPr/>
    </dgm:pt>
    <dgm:pt modelId="{E9B08F7A-7CCA-174F-803F-83BF2392DDD1}" type="pres">
      <dgm:prSet presAssocID="{602AF26A-88C3-4DAD-BCC3-522E7F2974CD}" presName="thickLine" presStyleLbl="alignNode1" presStyleIdx="0" presStyleCnt="6"/>
      <dgm:spPr/>
    </dgm:pt>
    <dgm:pt modelId="{00C1FF14-C8BD-A04A-9CF3-5CD76A15F226}" type="pres">
      <dgm:prSet presAssocID="{602AF26A-88C3-4DAD-BCC3-522E7F2974CD}" presName="horz1" presStyleCnt="0"/>
      <dgm:spPr/>
    </dgm:pt>
    <dgm:pt modelId="{0DEEE93D-4F1A-DB46-9204-8404C4319C36}" type="pres">
      <dgm:prSet presAssocID="{602AF26A-88C3-4DAD-BCC3-522E7F2974CD}" presName="tx1" presStyleLbl="revTx" presStyleIdx="0" presStyleCnt="6"/>
      <dgm:spPr/>
    </dgm:pt>
    <dgm:pt modelId="{99F6C454-BDA8-334D-B880-B1C8ED2FAD88}" type="pres">
      <dgm:prSet presAssocID="{602AF26A-88C3-4DAD-BCC3-522E7F2974CD}" presName="vert1" presStyleCnt="0"/>
      <dgm:spPr/>
    </dgm:pt>
    <dgm:pt modelId="{73D0B180-1781-F448-97EE-701D6A751A0E}" type="pres">
      <dgm:prSet presAssocID="{90EF22CE-7390-444A-9499-B7622BF227D4}" presName="thickLine" presStyleLbl="alignNode1" presStyleIdx="1" presStyleCnt="6"/>
      <dgm:spPr/>
    </dgm:pt>
    <dgm:pt modelId="{992844AF-F9B9-7D40-8305-260A11506302}" type="pres">
      <dgm:prSet presAssocID="{90EF22CE-7390-444A-9499-B7622BF227D4}" presName="horz1" presStyleCnt="0"/>
      <dgm:spPr/>
    </dgm:pt>
    <dgm:pt modelId="{9961BE47-8C27-9B4A-A998-54776B7041B4}" type="pres">
      <dgm:prSet presAssocID="{90EF22CE-7390-444A-9499-B7622BF227D4}" presName="tx1" presStyleLbl="revTx" presStyleIdx="1" presStyleCnt="6"/>
      <dgm:spPr/>
    </dgm:pt>
    <dgm:pt modelId="{9E532838-903B-DB47-B720-160343CB69B7}" type="pres">
      <dgm:prSet presAssocID="{90EF22CE-7390-444A-9499-B7622BF227D4}" presName="vert1" presStyleCnt="0"/>
      <dgm:spPr/>
    </dgm:pt>
    <dgm:pt modelId="{2131DCCF-7050-8C4E-BA92-BE4D1F752EAA}" type="pres">
      <dgm:prSet presAssocID="{A509C78D-9AFA-4D30-80E9-68D6116F4419}" presName="thickLine" presStyleLbl="alignNode1" presStyleIdx="2" presStyleCnt="6"/>
      <dgm:spPr/>
    </dgm:pt>
    <dgm:pt modelId="{BB157E33-BBBD-7749-AB42-F0FE02478AA7}" type="pres">
      <dgm:prSet presAssocID="{A509C78D-9AFA-4D30-80E9-68D6116F4419}" presName="horz1" presStyleCnt="0"/>
      <dgm:spPr/>
    </dgm:pt>
    <dgm:pt modelId="{1A7EBA68-CFCD-DA40-BB51-85E5E606EEEA}" type="pres">
      <dgm:prSet presAssocID="{A509C78D-9AFA-4D30-80E9-68D6116F4419}" presName="tx1" presStyleLbl="revTx" presStyleIdx="2" presStyleCnt="6"/>
      <dgm:spPr/>
    </dgm:pt>
    <dgm:pt modelId="{25B3DA5E-97DC-3843-AD24-35083D1944AE}" type="pres">
      <dgm:prSet presAssocID="{A509C78D-9AFA-4D30-80E9-68D6116F4419}" presName="vert1" presStyleCnt="0"/>
      <dgm:spPr/>
    </dgm:pt>
    <dgm:pt modelId="{EF4D4526-B451-D64D-BAA9-387775DDDD9E}" type="pres">
      <dgm:prSet presAssocID="{26D30694-D760-4E31-9AE4-B689099C8C2A}" presName="thickLine" presStyleLbl="alignNode1" presStyleIdx="3" presStyleCnt="6"/>
      <dgm:spPr/>
    </dgm:pt>
    <dgm:pt modelId="{526AE3EB-6CD6-7E45-8877-6B8402DD420E}" type="pres">
      <dgm:prSet presAssocID="{26D30694-D760-4E31-9AE4-B689099C8C2A}" presName="horz1" presStyleCnt="0"/>
      <dgm:spPr/>
    </dgm:pt>
    <dgm:pt modelId="{4562B46B-ED32-8542-8870-A281D7123E1B}" type="pres">
      <dgm:prSet presAssocID="{26D30694-D760-4E31-9AE4-B689099C8C2A}" presName="tx1" presStyleLbl="revTx" presStyleIdx="3" presStyleCnt="6"/>
      <dgm:spPr/>
    </dgm:pt>
    <dgm:pt modelId="{C8C9F17D-4E88-B94D-AA59-70E1E24724F2}" type="pres">
      <dgm:prSet presAssocID="{26D30694-D760-4E31-9AE4-B689099C8C2A}" presName="vert1" presStyleCnt="0"/>
      <dgm:spPr/>
    </dgm:pt>
    <dgm:pt modelId="{E608CCCD-AC5D-494A-B9E0-B1D1F71F6F58}" type="pres">
      <dgm:prSet presAssocID="{F2D4A2AD-BADA-483D-B9AA-F7102B16A05E}" presName="thickLine" presStyleLbl="alignNode1" presStyleIdx="4" presStyleCnt="6"/>
      <dgm:spPr/>
    </dgm:pt>
    <dgm:pt modelId="{AC92E7B2-2B51-2547-9B78-C876311D024B}" type="pres">
      <dgm:prSet presAssocID="{F2D4A2AD-BADA-483D-B9AA-F7102B16A05E}" presName="horz1" presStyleCnt="0"/>
      <dgm:spPr/>
    </dgm:pt>
    <dgm:pt modelId="{D8D9F3CF-1B25-1347-8999-3C56EF5ED37D}" type="pres">
      <dgm:prSet presAssocID="{F2D4A2AD-BADA-483D-B9AA-F7102B16A05E}" presName="tx1" presStyleLbl="revTx" presStyleIdx="4" presStyleCnt="6"/>
      <dgm:spPr/>
    </dgm:pt>
    <dgm:pt modelId="{73873D1F-7E9F-B248-99BC-C106F962DEFC}" type="pres">
      <dgm:prSet presAssocID="{F2D4A2AD-BADA-483D-B9AA-F7102B16A05E}" presName="vert1" presStyleCnt="0"/>
      <dgm:spPr/>
    </dgm:pt>
    <dgm:pt modelId="{6B1841A5-CDF4-564F-86CB-94CA91248BEA}" type="pres">
      <dgm:prSet presAssocID="{A63BE201-B6CF-465C-A997-3E358E713038}" presName="thickLine" presStyleLbl="alignNode1" presStyleIdx="5" presStyleCnt="6"/>
      <dgm:spPr/>
    </dgm:pt>
    <dgm:pt modelId="{0FA6C145-8615-BD41-900A-5C2C19D7733C}" type="pres">
      <dgm:prSet presAssocID="{A63BE201-B6CF-465C-A997-3E358E713038}" presName="horz1" presStyleCnt="0"/>
      <dgm:spPr/>
    </dgm:pt>
    <dgm:pt modelId="{07C60A6A-D082-424F-913C-DF7ADB1FE87F}" type="pres">
      <dgm:prSet presAssocID="{A63BE201-B6CF-465C-A997-3E358E713038}" presName="tx1" presStyleLbl="revTx" presStyleIdx="5" presStyleCnt="6"/>
      <dgm:spPr/>
    </dgm:pt>
    <dgm:pt modelId="{ABD557BC-D6FB-D943-8B63-52A726AB366A}" type="pres">
      <dgm:prSet presAssocID="{A63BE201-B6CF-465C-A997-3E358E713038}" presName="vert1" presStyleCnt="0"/>
      <dgm:spPr/>
    </dgm:pt>
  </dgm:ptLst>
  <dgm:cxnLst>
    <dgm:cxn modelId="{157A1B0E-C33B-4715-9A30-25B61979D2AF}" srcId="{DDBECF2B-77E7-4478-AA61-21C3C19060F0}" destId="{26D30694-D760-4E31-9AE4-B689099C8C2A}" srcOrd="3" destOrd="0" parTransId="{300B7564-97E1-4637-98F7-3C7E09185536}" sibTransId="{E81ACEB3-8503-42C7-AA3B-560EC7F151E5}"/>
    <dgm:cxn modelId="{FCC7E616-C0D2-F948-8844-87BE2860AC04}" type="presOf" srcId="{602AF26A-88C3-4DAD-BCC3-522E7F2974CD}" destId="{0DEEE93D-4F1A-DB46-9204-8404C4319C36}" srcOrd="0" destOrd="0" presId="urn:microsoft.com/office/officeart/2008/layout/LinedList"/>
    <dgm:cxn modelId="{4B000A19-29C2-F84D-BF0E-A71599B6110D}" type="presOf" srcId="{26D30694-D760-4E31-9AE4-B689099C8C2A}" destId="{4562B46B-ED32-8542-8870-A281D7123E1B}" srcOrd="0" destOrd="0" presId="urn:microsoft.com/office/officeart/2008/layout/LinedList"/>
    <dgm:cxn modelId="{C122983D-3799-AB48-88EF-66BABAF7BF2B}" type="presOf" srcId="{A63BE201-B6CF-465C-A997-3E358E713038}" destId="{07C60A6A-D082-424F-913C-DF7ADB1FE87F}" srcOrd="0" destOrd="0" presId="urn:microsoft.com/office/officeart/2008/layout/LinedList"/>
    <dgm:cxn modelId="{4E405A66-87DF-4EA5-895E-522BC330C4FC}" srcId="{DDBECF2B-77E7-4478-AA61-21C3C19060F0}" destId="{A509C78D-9AFA-4D30-80E9-68D6116F4419}" srcOrd="2" destOrd="0" parTransId="{C9586936-1E88-46E1-A9A0-18E6C00A1F11}" sibTransId="{DA864782-306C-4EC5-9EE7-9DB741C16795}"/>
    <dgm:cxn modelId="{22C7F36D-4926-41E7-B774-1750757C34BC}" srcId="{DDBECF2B-77E7-4478-AA61-21C3C19060F0}" destId="{F2D4A2AD-BADA-483D-B9AA-F7102B16A05E}" srcOrd="4" destOrd="0" parTransId="{F3D28847-824D-4646-A875-693669EAD220}" sibTransId="{613ACDA0-5230-4F81-A5B1-CF6F63151007}"/>
    <dgm:cxn modelId="{78A8246E-BD90-2A4B-9F3C-F8E160295A86}" type="presOf" srcId="{A509C78D-9AFA-4D30-80E9-68D6116F4419}" destId="{1A7EBA68-CFCD-DA40-BB51-85E5E606EEEA}" srcOrd="0" destOrd="0" presId="urn:microsoft.com/office/officeart/2008/layout/LinedList"/>
    <dgm:cxn modelId="{DF7F616F-9A81-455B-BA9F-1D35B6DC397A}" srcId="{DDBECF2B-77E7-4478-AA61-21C3C19060F0}" destId="{A63BE201-B6CF-465C-A997-3E358E713038}" srcOrd="5" destOrd="0" parTransId="{787EF1DD-1789-424F-ADA3-2C833B161E13}" sibTransId="{4A9E671C-A185-435C-A6E9-FEB810C4BBF0}"/>
    <dgm:cxn modelId="{F2B069A5-A316-45A6-A226-1EB6D259E1F1}" srcId="{DDBECF2B-77E7-4478-AA61-21C3C19060F0}" destId="{602AF26A-88C3-4DAD-BCC3-522E7F2974CD}" srcOrd="0" destOrd="0" parTransId="{26276185-5345-419B-B2FC-D384DE3B8BB4}" sibTransId="{30010207-6161-4FDF-93BD-D45B9C164F38}"/>
    <dgm:cxn modelId="{FDF4C2B2-E992-BC49-BD70-F6BCD8F99FD5}" type="presOf" srcId="{90EF22CE-7390-444A-9499-B7622BF227D4}" destId="{9961BE47-8C27-9B4A-A998-54776B7041B4}" srcOrd="0" destOrd="0" presId="urn:microsoft.com/office/officeart/2008/layout/LinedList"/>
    <dgm:cxn modelId="{97616FC6-215C-4C51-A765-8719A8EC840E}" srcId="{DDBECF2B-77E7-4478-AA61-21C3C19060F0}" destId="{90EF22CE-7390-444A-9499-B7622BF227D4}" srcOrd="1" destOrd="0" parTransId="{D1B834C9-5D68-46CB-B449-5294089A4C2B}" sibTransId="{8233B08E-ED28-421C-B103-795A15E0EACF}"/>
    <dgm:cxn modelId="{5D3143CA-0F80-F34B-99E9-019512F05E7A}" type="presOf" srcId="{F2D4A2AD-BADA-483D-B9AA-F7102B16A05E}" destId="{D8D9F3CF-1B25-1347-8999-3C56EF5ED37D}" srcOrd="0" destOrd="0" presId="urn:microsoft.com/office/officeart/2008/layout/LinedList"/>
    <dgm:cxn modelId="{401EC8FB-B3E8-9E4B-A05D-DE0B76D92182}" type="presOf" srcId="{DDBECF2B-77E7-4478-AA61-21C3C19060F0}" destId="{FBD4EE0A-4412-554A-B871-3A9B0D96085E}" srcOrd="0" destOrd="0" presId="urn:microsoft.com/office/officeart/2008/layout/LinedList"/>
    <dgm:cxn modelId="{4EE6A5EF-160A-6544-A1A6-3484B70BC808}" type="presParOf" srcId="{FBD4EE0A-4412-554A-B871-3A9B0D96085E}" destId="{E9B08F7A-7CCA-174F-803F-83BF2392DDD1}" srcOrd="0" destOrd="0" presId="urn:microsoft.com/office/officeart/2008/layout/LinedList"/>
    <dgm:cxn modelId="{2982CB62-2446-7347-BAC8-03E270CB9524}" type="presParOf" srcId="{FBD4EE0A-4412-554A-B871-3A9B0D96085E}" destId="{00C1FF14-C8BD-A04A-9CF3-5CD76A15F226}" srcOrd="1" destOrd="0" presId="urn:microsoft.com/office/officeart/2008/layout/LinedList"/>
    <dgm:cxn modelId="{B6C097EE-9EE1-944B-9778-3A5F9B1BBF87}" type="presParOf" srcId="{00C1FF14-C8BD-A04A-9CF3-5CD76A15F226}" destId="{0DEEE93D-4F1A-DB46-9204-8404C4319C36}" srcOrd="0" destOrd="0" presId="urn:microsoft.com/office/officeart/2008/layout/LinedList"/>
    <dgm:cxn modelId="{95A2DF1A-55B9-2D4E-AC54-3591DB9F781F}" type="presParOf" srcId="{00C1FF14-C8BD-A04A-9CF3-5CD76A15F226}" destId="{99F6C454-BDA8-334D-B880-B1C8ED2FAD88}" srcOrd="1" destOrd="0" presId="urn:microsoft.com/office/officeart/2008/layout/LinedList"/>
    <dgm:cxn modelId="{23D5D929-98AB-1845-959D-2670F893C0F9}" type="presParOf" srcId="{FBD4EE0A-4412-554A-B871-3A9B0D96085E}" destId="{73D0B180-1781-F448-97EE-701D6A751A0E}" srcOrd="2" destOrd="0" presId="urn:microsoft.com/office/officeart/2008/layout/LinedList"/>
    <dgm:cxn modelId="{46685895-8792-4A48-8C34-9138CFC3D540}" type="presParOf" srcId="{FBD4EE0A-4412-554A-B871-3A9B0D96085E}" destId="{992844AF-F9B9-7D40-8305-260A11506302}" srcOrd="3" destOrd="0" presId="urn:microsoft.com/office/officeart/2008/layout/LinedList"/>
    <dgm:cxn modelId="{8427DA17-C2B1-2143-8472-B34DF5C2834C}" type="presParOf" srcId="{992844AF-F9B9-7D40-8305-260A11506302}" destId="{9961BE47-8C27-9B4A-A998-54776B7041B4}" srcOrd="0" destOrd="0" presId="urn:microsoft.com/office/officeart/2008/layout/LinedList"/>
    <dgm:cxn modelId="{009D6167-F2A1-984B-84FA-A79B768B0FEE}" type="presParOf" srcId="{992844AF-F9B9-7D40-8305-260A11506302}" destId="{9E532838-903B-DB47-B720-160343CB69B7}" srcOrd="1" destOrd="0" presId="urn:microsoft.com/office/officeart/2008/layout/LinedList"/>
    <dgm:cxn modelId="{3E589925-7971-D043-AB6D-12B8C08B6392}" type="presParOf" srcId="{FBD4EE0A-4412-554A-B871-3A9B0D96085E}" destId="{2131DCCF-7050-8C4E-BA92-BE4D1F752EAA}" srcOrd="4" destOrd="0" presId="urn:microsoft.com/office/officeart/2008/layout/LinedList"/>
    <dgm:cxn modelId="{EFDB793F-C82D-3644-8A24-75745D19499A}" type="presParOf" srcId="{FBD4EE0A-4412-554A-B871-3A9B0D96085E}" destId="{BB157E33-BBBD-7749-AB42-F0FE02478AA7}" srcOrd="5" destOrd="0" presId="urn:microsoft.com/office/officeart/2008/layout/LinedList"/>
    <dgm:cxn modelId="{18B116BB-6EC0-2547-99B1-C77A917B874B}" type="presParOf" srcId="{BB157E33-BBBD-7749-AB42-F0FE02478AA7}" destId="{1A7EBA68-CFCD-DA40-BB51-85E5E606EEEA}" srcOrd="0" destOrd="0" presId="urn:microsoft.com/office/officeart/2008/layout/LinedList"/>
    <dgm:cxn modelId="{3DD3EFF5-9CDF-AD45-A36B-95EC7D6845E1}" type="presParOf" srcId="{BB157E33-BBBD-7749-AB42-F0FE02478AA7}" destId="{25B3DA5E-97DC-3843-AD24-35083D1944AE}" srcOrd="1" destOrd="0" presId="urn:microsoft.com/office/officeart/2008/layout/LinedList"/>
    <dgm:cxn modelId="{0BF4B2E6-4DAA-C743-AFD0-5136F48104AA}" type="presParOf" srcId="{FBD4EE0A-4412-554A-B871-3A9B0D96085E}" destId="{EF4D4526-B451-D64D-BAA9-387775DDDD9E}" srcOrd="6" destOrd="0" presId="urn:microsoft.com/office/officeart/2008/layout/LinedList"/>
    <dgm:cxn modelId="{B0A218BC-2573-1343-9ED4-42B9A25C9264}" type="presParOf" srcId="{FBD4EE0A-4412-554A-B871-3A9B0D96085E}" destId="{526AE3EB-6CD6-7E45-8877-6B8402DD420E}" srcOrd="7" destOrd="0" presId="urn:microsoft.com/office/officeart/2008/layout/LinedList"/>
    <dgm:cxn modelId="{43820233-85E3-9142-93B7-AD043B713B2C}" type="presParOf" srcId="{526AE3EB-6CD6-7E45-8877-6B8402DD420E}" destId="{4562B46B-ED32-8542-8870-A281D7123E1B}" srcOrd="0" destOrd="0" presId="urn:microsoft.com/office/officeart/2008/layout/LinedList"/>
    <dgm:cxn modelId="{AB876AB7-30BF-694B-8F67-B8ACD2957776}" type="presParOf" srcId="{526AE3EB-6CD6-7E45-8877-6B8402DD420E}" destId="{C8C9F17D-4E88-B94D-AA59-70E1E24724F2}" srcOrd="1" destOrd="0" presId="urn:microsoft.com/office/officeart/2008/layout/LinedList"/>
    <dgm:cxn modelId="{67A9A95B-6661-604C-B012-DD955F03D5F8}" type="presParOf" srcId="{FBD4EE0A-4412-554A-B871-3A9B0D96085E}" destId="{E608CCCD-AC5D-494A-B9E0-B1D1F71F6F58}" srcOrd="8" destOrd="0" presId="urn:microsoft.com/office/officeart/2008/layout/LinedList"/>
    <dgm:cxn modelId="{9F4FC679-4D94-3346-8FC0-94D998A44646}" type="presParOf" srcId="{FBD4EE0A-4412-554A-B871-3A9B0D96085E}" destId="{AC92E7B2-2B51-2547-9B78-C876311D024B}" srcOrd="9" destOrd="0" presId="urn:microsoft.com/office/officeart/2008/layout/LinedList"/>
    <dgm:cxn modelId="{6F958673-CDD2-4646-8BDF-8D033E4CDD26}" type="presParOf" srcId="{AC92E7B2-2B51-2547-9B78-C876311D024B}" destId="{D8D9F3CF-1B25-1347-8999-3C56EF5ED37D}" srcOrd="0" destOrd="0" presId="urn:microsoft.com/office/officeart/2008/layout/LinedList"/>
    <dgm:cxn modelId="{388E64F9-815A-9045-A405-A85668A7A2CD}" type="presParOf" srcId="{AC92E7B2-2B51-2547-9B78-C876311D024B}" destId="{73873D1F-7E9F-B248-99BC-C106F962DEFC}" srcOrd="1" destOrd="0" presId="urn:microsoft.com/office/officeart/2008/layout/LinedList"/>
    <dgm:cxn modelId="{9D999CD5-1FE2-424F-A324-DBF68D0F605A}" type="presParOf" srcId="{FBD4EE0A-4412-554A-B871-3A9B0D96085E}" destId="{6B1841A5-CDF4-564F-86CB-94CA91248BEA}" srcOrd="10" destOrd="0" presId="urn:microsoft.com/office/officeart/2008/layout/LinedList"/>
    <dgm:cxn modelId="{8CB859AA-6840-9E44-9A15-8F9148106A85}" type="presParOf" srcId="{FBD4EE0A-4412-554A-B871-3A9B0D96085E}" destId="{0FA6C145-8615-BD41-900A-5C2C19D7733C}" srcOrd="11" destOrd="0" presId="urn:microsoft.com/office/officeart/2008/layout/LinedList"/>
    <dgm:cxn modelId="{74BB0B55-E200-7C45-A4D4-F9EB18609C08}" type="presParOf" srcId="{0FA6C145-8615-BD41-900A-5C2C19D7733C}" destId="{07C60A6A-D082-424F-913C-DF7ADB1FE87F}" srcOrd="0" destOrd="0" presId="urn:microsoft.com/office/officeart/2008/layout/LinedList"/>
    <dgm:cxn modelId="{9A0B7832-06FB-F74F-BEF3-2B29AF46623C}" type="presParOf" srcId="{0FA6C145-8615-BD41-900A-5C2C19D7733C}" destId="{ABD557BC-D6FB-D943-8B63-52A726AB366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8D80A2B-9A72-4D43-9E75-5040EFEAC4DD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520D57C-6F66-4AC8-BE0B-B64DAC3A0B5B}">
      <dgm:prSet/>
      <dgm:spPr/>
      <dgm:t>
        <a:bodyPr/>
        <a:lstStyle/>
        <a:p>
          <a:r>
            <a:rPr lang="en-US"/>
            <a:t>SELECT E.Name, D.DeptName</a:t>
          </a:r>
        </a:p>
      </dgm:t>
    </dgm:pt>
    <dgm:pt modelId="{CFFAD169-2E67-4719-9392-EC8828C8576A}" type="parTrans" cxnId="{12FB260D-1ED3-410A-8BAA-B4D893513041}">
      <dgm:prSet/>
      <dgm:spPr/>
      <dgm:t>
        <a:bodyPr/>
        <a:lstStyle/>
        <a:p>
          <a:endParaRPr lang="en-US"/>
        </a:p>
      </dgm:t>
    </dgm:pt>
    <dgm:pt modelId="{44FBDE24-FEB3-4EE3-A51E-3E0A4C7FB473}" type="sibTrans" cxnId="{12FB260D-1ED3-410A-8BAA-B4D893513041}">
      <dgm:prSet/>
      <dgm:spPr/>
      <dgm:t>
        <a:bodyPr/>
        <a:lstStyle/>
        <a:p>
          <a:endParaRPr lang="en-US"/>
        </a:p>
      </dgm:t>
    </dgm:pt>
    <dgm:pt modelId="{A161A5A2-9C49-45D0-B778-4A6347B6567F}">
      <dgm:prSet/>
      <dgm:spPr/>
      <dgm:t>
        <a:bodyPr/>
        <a:lstStyle/>
        <a:p>
          <a:r>
            <a:rPr lang="en-US"/>
            <a:t>FROM Employees E</a:t>
          </a:r>
        </a:p>
      </dgm:t>
    </dgm:pt>
    <dgm:pt modelId="{7225CCD2-329F-4EBE-9B16-8B85C88BD42D}" type="parTrans" cxnId="{1AD58E6C-F963-4C31-9471-2F5F79FF543A}">
      <dgm:prSet/>
      <dgm:spPr/>
      <dgm:t>
        <a:bodyPr/>
        <a:lstStyle/>
        <a:p>
          <a:endParaRPr lang="en-US"/>
        </a:p>
      </dgm:t>
    </dgm:pt>
    <dgm:pt modelId="{E03282CF-4726-4BB8-95E4-EFF119CC7CB9}" type="sibTrans" cxnId="{1AD58E6C-F963-4C31-9471-2F5F79FF543A}">
      <dgm:prSet/>
      <dgm:spPr/>
      <dgm:t>
        <a:bodyPr/>
        <a:lstStyle/>
        <a:p>
          <a:endParaRPr lang="en-US"/>
        </a:p>
      </dgm:t>
    </dgm:pt>
    <dgm:pt modelId="{DC04DD24-80DE-4C1E-A707-F1A82E16922B}">
      <dgm:prSet/>
      <dgm:spPr/>
      <dgm:t>
        <a:bodyPr/>
        <a:lstStyle/>
        <a:p>
          <a:r>
            <a:rPr lang="en-US"/>
            <a:t>INNER JOIN Departments D ON E.DeptID = D.DeptID;</a:t>
          </a:r>
        </a:p>
      </dgm:t>
    </dgm:pt>
    <dgm:pt modelId="{860A7485-DC45-4D22-93D3-2CA347E080D4}" type="parTrans" cxnId="{C819E23E-55D6-4C6F-8416-DB78829CAA28}">
      <dgm:prSet/>
      <dgm:spPr/>
      <dgm:t>
        <a:bodyPr/>
        <a:lstStyle/>
        <a:p>
          <a:endParaRPr lang="en-US"/>
        </a:p>
      </dgm:t>
    </dgm:pt>
    <dgm:pt modelId="{7DA3A9BA-B1B2-48D5-BD33-8297A847C315}" type="sibTrans" cxnId="{C819E23E-55D6-4C6F-8416-DB78829CAA28}">
      <dgm:prSet/>
      <dgm:spPr/>
      <dgm:t>
        <a:bodyPr/>
        <a:lstStyle/>
        <a:p>
          <a:endParaRPr lang="en-US"/>
        </a:p>
      </dgm:t>
    </dgm:pt>
    <dgm:pt modelId="{34D9C06F-39A1-4A2C-A2F6-0DC3B94B4609}">
      <dgm:prSet/>
      <dgm:spPr/>
      <dgm:t>
        <a:bodyPr/>
        <a:lstStyle/>
        <a:p>
          <a:r>
            <a:rPr lang="en-US"/>
            <a:t>Output:</a:t>
          </a:r>
        </a:p>
      </dgm:t>
    </dgm:pt>
    <dgm:pt modelId="{9B7B2E27-EDE0-4B6F-900F-1E1E268D9072}" type="parTrans" cxnId="{7260647E-A570-45B5-9561-BA8774043924}">
      <dgm:prSet/>
      <dgm:spPr/>
      <dgm:t>
        <a:bodyPr/>
        <a:lstStyle/>
        <a:p>
          <a:endParaRPr lang="en-US"/>
        </a:p>
      </dgm:t>
    </dgm:pt>
    <dgm:pt modelId="{796C5C13-827C-4E12-8BC5-53A540588B8C}" type="sibTrans" cxnId="{7260647E-A570-45B5-9561-BA8774043924}">
      <dgm:prSet/>
      <dgm:spPr/>
      <dgm:t>
        <a:bodyPr/>
        <a:lstStyle/>
        <a:p>
          <a:endParaRPr lang="en-US"/>
        </a:p>
      </dgm:t>
    </dgm:pt>
    <dgm:pt modelId="{903A1C83-3B25-4EC7-A072-9F2A5404B16D}">
      <dgm:prSet/>
      <dgm:spPr/>
      <dgm:t>
        <a:bodyPr/>
        <a:lstStyle/>
        <a:p>
          <a:r>
            <a:rPr lang="en-US"/>
            <a:t>| Name  | DeptName |</a:t>
          </a:r>
        </a:p>
      </dgm:t>
    </dgm:pt>
    <dgm:pt modelId="{E2594A4A-A48D-48B7-84B0-860A6FE135DF}" type="parTrans" cxnId="{691944D6-F629-4284-8A38-3205FEA47D6E}">
      <dgm:prSet/>
      <dgm:spPr/>
      <dgm:t>
        <a:bodyPr/>
        <a:lstStyle/>
        <a:p>
          <a:endParaRPr lang="en-US"/>
        </a:p>
      </dgm:t>
    </dgm:pt>
    <dgm:pt modelId="{3FEB6FFD-96CC-4CFA-81AC-21C108C04FC0}" type="sibTrans" cxnId="{691944D6-F629-4284-8A38-3205FEA47D6E}">
      <dgm:prSet/>
      <dgm:spPr/>
      <dgm:t>
        <a:bodyPr/>
        <a:lstStyle/>
        <a:p>
          <a:endParaRPr lang="en-US"/>
        </a:p>
      </dgm:t>
    </dgm:pt>
    <dgm:pt modelId="{622E6851-32BF-43B2-876D-C8CC3DD37736}">
      <dgm:prSet/>
      <dgm:spPr/>
      <dgm:t>
        <a:bodyPr/>
        <a:lstStyle/>
        <a:p>
          <a:r>
            <a:rPr lang="en-US"/>
            <a:t>|-------|-----------|</a:t>
          </a:r>
        </a:p>
      </dgm:t>
    </dgm:pt>
    <dgm:pt modelId="{0C415452-6F05-4DB3-AB20-D6FF63484FC6}" type="parTrans" cxnId="{D88DAA39-B63F-4734-8DCD-E425406B7CA7}">
      <dgm:prSet/>
      <dgm:spPr/>
      <dgm:t>
        <a:bodyPr/>
        <a:lstStyle/>
        <a:p>
          <a:endParaRPr lang="en-US"/>
        </a:p>
      </dgm:t>
    </dgm:pt>
    <dgm:pt modelId="{EF5C50AD-95F4-4EAF-B627-7F53BA9BF33E}" type="sibTrans" cxnId="{D88DAA39-B63F-4734-8DCD-E425406B7CA7}">
      <dgm:prSet/>
      <dgm:spPr/>
      <dgm:t>
        <a:bodyPr/>
        <a:lstStyle/>
        <a:p>
          <a:endParaRPr lang="en-US"/>
        </a:p>
      </dgm:t>
    </dgm:pt>
    <dgm:pt modelId="{690E3C57-C796-4F8D-AE1E-90617BDC430A}">
      <dgm:prSet/>
      <dgm:spPr/>
      <dgm:t>
        <a:bodyPr/>
        <a:lstStyle/>
        <a:p>
          <a:r>
            <a:rPr lang="en-US"/>
            <a:t>| Amit  | HR        |</a:t>
          </a:r>
        </a:p>
      </dgm:t>
    </dgm:pt>
    <dgm:pt modelId="{6E37067E-5015-4504-98EE-8D1736F06629}" type="parTrans" cxnId="{87860818-0E4F-4CB8-A3A7-95E0835B0019}">
      <dgm:prSet/>
      <dgm:spPr/>
      <dgm:t>
        <a:bodyPr/>
        <a:lstStyle/>
        <a:p>
          <a:endParaRPr lang="en-US"/>
        </a:p>
      </dgm:t>
    </dgm:pt>
    <dgm:pt modelId="{104E0F27-8E7E-40E8-8734-3A0B12452161}" type="sibTrans" cxnId="{87860818-0E4F-4CB8-A3A7-95E0835B0019}">
      <dgm:prSet/>
      <dgm:spPr/>
      <dgm:t>
        <a:bodyPr/>
        <a:lstStyle/>
        <a:p>
          <a:endParaRPr lang="en-US"/>
        </a:p>
      </dgm:t>
    </dgm:pt>
    <dgm:pt modelId="{95CC913B-0E46-4E14-B9F8-6CFE2D941E5E}">
      <dgm:prSet/>
      <dgm:spPr/>
      <dgm:t>
        <a:bodyPr/>
        <a:lstStyle/>
        <a:p>
          <a:r>
            <a:rPr lang="en-US"/>
            <a:t>| Neha  | IT        |</a:t>
          </a:r>
        </a:p>
      </dgm:t>
    </dgm:pt>
    <dgm:pt modelId="{E70AE4AA-4542-41B8-99AD-36C0BD80EFC1}" type="parTrans" cxnId="{2BBADF8B-D09B-493E-891E-8E807319C698}">
      <dgm:prSet/>
      <dgm:spPr/>
      <dgm:t>
        <a:bodyPr/>
        <a:lstStyle/>
        <a:p>
          <a:endParaRPr lang="en-US"/>
        </a:p>
      </dgm:t>
    </dgm:pt>
    <dgm:pt modelId="{0D408605-7938-41F5-A73B-671DE9DCBD12}" type="sibTrans" cxnId="{2BBADF8B-D09B-493E-891E-8E807319C698}">
      <dgm:prSet/>
      <dgm:spPr/>
      <dgm:t>
        <a:bodyPr/>
        <a:lstStyle/>
        <a:p>
          <a:endParaRPr lang="en-US"/>
        </a:p>
      </dgm:t>
    </dgm:pt>
    <dgm:pt modelId="{9B233B94-A8FD-3944-8249-31DB4DC25F70}" type="pres">
      <dgm:prSet presAssocID="{48D80A2B-9A72-4D43-9E75-5040EFEAC4DD}" presName="vert0" presStyleCnt="0">
        <dgm:presLayoutVars>
          <dgm:dir/>
          <dgm:animOne val="branch"/>
          <dgm:animLvl val="lvl"/>
        </dgm:presLayoutVars>
      </dgm:prSet>
      <dgm:spPr/>
    </dgm:pt>
    <dgm:pt modelId="{9CE55D21-E32E-8D4D-9981-3BF3ECD03844}" type="pres">
      <dgm:prSet presAssocID="{3520D57C-6F66-4AC8-BE0B-B64DAC3A0B5B}" presName="thickLine" presStyleLbl="alignNode1" presStyleIdx="0" presStyleCnt="8"/>
      <dgm:spPr/>
    </dgm:pt>
    <dgm:pt modelId="{FF44CA89-0761-DF41-9E7A-D8F1E4961BAE}" type="pres">
      <dgm:prSet presAssocID="{3520D57C-6F66-4AC8-BE0B-B64DAC3A0B5B}" presName="horz1" presStyleCnt="0"/>
      <dgm:spPr/>
    </dgm:pt>
    <dgm:pt modelId="{AC51CE3B-4CD9-5947-9562-2C74D75047F1}" type="pres">
      <dgm:prSet presAssocID="{3520D57C-6F66-4AC8-BE0B-B64DAC3A0B5B}" presName="tx1" presStyleLbl="revTx" presStyleIdx="0" presStyleCnt="8"/>
      <dgm:spPr/>
    </dgm:pt>
    <dgm:pt modelId="{FA1765D6-2ABD-E740-AF48-C0BCE3FD44BB}" type="pres">
      <dgm:prSet presAssocID="{3520D57C-6F66-4AC8-BE0B-B64DAC3A0B5B}" presName="vert1" presStyleCnt="0"/>
      <dgm:spPr/>
    </dgm:pt>
    <dgm:pt modelId="{44D1E1AE-530A-AF46-9647-9C52BC75B2EF}" type="pres">
      <dgm:prSet presAssocID="{A161A5A2-9C49-45D0-B778-4A6347B6567F}" presName="thickLine" presStyleLbl="alignNode1" presStyleIdx="1" presStyleCnt="8"/>
      <dgm:spPr/>
    </dgm:pt>
    <dgm:pt modelId="{ABD351E5-2A97-8B4A-A1BF-1BB1782A6013}" type="pres">
      <dgm:prSet presAssocID="{A161A5A2-9C49-45D0-B778-4A6347B6567F}" presName="horz1" presStyleCnt="0"/>
      <dgm:spPr/>
    </dgm:pt>
    <dgm:pt modelId="{9A97B761-2155-6D45-8BA6-AE1DBB675F07}" type="pres">
      <dgm:prSet presAssocID="{A161A5A2-9C49-45D0-B778-4A6347B6567F}" presName="tx1" presStyleLbl="revTx" presStyleIdx="1" presStyleCnt="8"/>
      <dgm:spPr/>
    </dgm:pt>
    <dgm:pt modelId="{0588A281-A05C-E146-AFFA-270A5EA8B59C}" type="pres">
      <dgm:prSet presAssocID="{A161A5A2-9C49-45D0-B778-4A6347B6567F}" presName="vert1" presStyleCnt="0"/>
      <dgm:spPr/>
    </dgm:pt>
    <dgm:pt modelId="{8F1375A3-7B89-FC41-B3F9-14BF50FB20D1}" type="pres">
      <dgm:prSet presAssocID="{DC04DD24-80DE-4C1E-A707-F1A82E16922B}" presName="thickLine" presStyleLbl="alignNode1" presStyleIdx="2" presStyleCnt="8"/>
      <dgm:spPr/>
    </dgm:pt>
    <dgm:pt modelId="{4D64AD45-1868-4F4B-9754-50EF56708021}" type="pres">
      <dgm:prSet presAssocID="{DC04DD24-80DE-4C1E-A707-F1A82E16922B}" presName="horz1" presStyleCnt="0"/>
      <dgm:spPr/>
    </dgm:pt>
    <dgm:pt modelId="{56DC1B82-1F61-A049-816E-7D365B0C530C}" type="pres">
      <dgm:prSet presAssocID="{DC04DD24-80DE-4C1E-A707-F1A82E16922B}" presName="tx1" presStyleLbl="revTx" presStyleIdx="2" presStyleCnt="8"/>
      <dgm:spPr/>
    </dgm:pt>
    <dgm:pt modelId="{99ECC85A-C86A-D84C-A7D0-C0E32C04ECDB}" type="pres">
      <dgm:prSet presAssocID="{DC04DD24-80DE-4C1E-A707-F1A82E16922B}" presName="vert1" presStyleCnt="0"/>
      <dgm:spPr/>
    </dgm:pt>
    <dgm:pt modelId="{FD7AE754-5086-C140-8E55-5D84B99506B6}" type="pres">
      <dgm:prSet presAssocID="{34D9C06F-39A1-4A2C-A2F6-0DC3B94B4609}" presName="thickLine" presStyleLbl="alignNode1" presStyleIdx="3" presStyleCnt="8"/>
      <dgm:spPr/>
    </dgm:pt>
    <dgm:pt modelId="{7EE02980-5E0D-ED41-880E-43AA44513606}" type="pres">
      <dgm:prSet presAssocID="{34D9C06F-39A1-4A2C-A2F6-0DC3B94B4609}" presName="horz1" presStyleCnt="0"/>
      <dgm:spPr/>
    </dgm:pt>
    <dgm:pt modelId="{6738372F-1164-6C45-B81A-CDD19378011C}" type="pres">
      <dgm:prSet presAssocID="{34D9C06F-39A1-4A2C-A2F6-0DC3B94B4609}" presName="tx1" presStyleLbl="revTx" presStyleIdx="3" presStyleCnt="8"/>
      <dgm:spPr/>
    </dgm:pt>
    <dgm:pt modelId="{AF014E6A-B849-704F-870A-CA53821639C3}" type="pres">
      <dgm:prSet presAssocID="{34D9C06F-39A1-4A2C-A2F6-0DC3B94B4609}" presName="vert1" presStyleCnt="0"/>
      <dgm:spPr/>
    </dgm:pt>
    <dgm:pt modelId="{A9122BA7-ADC9-D843-880B-9F8733E6BA44}" type="pres">
      <dgm:prSet presAssocID="{903A1C83-3B25-4EC7-A072-9F2A5404B16D}" presName="thickLine" presStyleLbl="alignNode1" presStyleIdx="4" presStyleCnt="8"/>
      <dgm:spPr/>
    </dgm:pt>
    <dgm:pt modelId="{B0EEC446-FF77-3E40-B6C4-C763DD90668D}" type="pres">
      <dgm:prSet presAssocID="{903A1C83-3B25-4EC7-A072-9F2A5404B16D}" presName="horz1" presStyleCnt="0"/>
      <dgm:spPr/>
    </dgm:pt>
    <dgm:pt modelId="{102658C1-EFA6-7B4A-B33C-059614F1AAB0}" type="pres">
      <dgm:prSet presAssocID="{903A1C83-3B25-4EC7-A072-9F2A5404B16D}" presName="tx1" presStyleLbl="revTx" presStyleIdx="4" presStyleCnt="8"/>
      <dgm:spPr/>
    </dgm:pt>
    <dgm:pt modelId="{A8F23E01-80BA-C446-9B50-454FC9B5FC40}" type="pres">
      <dgm:prSet presAssocID="{903A1C83-3B25-4EC7-A072-9F2A5404B16D}" presName="vert1" presStyleCnt="0"/>
      <dgm:spPr/>
    </dgm:pt>
    <dgm:pt modelId="{AB19BAC5-C0A4-8842-B354-3B55A6FBDC7B}" type="pres">
      <dgm:prSet presAssocID="{622E6851-32BF-43B2-876D-C8CC3DD37736}" presName="thickLine" presStyleLbl="alignNode1" presStyleIdx="5" presStyleCnt="8"/>
      <dgm:spPr/>
    </dgm:pt>
    <dgm:pt modelId="{8E85048D-5E0B-EB4F-A7A6-5A45B1693B39}" type="pres">
      <dgm:prSet presAssocID="{622E6851-32BF-43B2-876D-C8CC3DD37736}" presName="horz1" presStyleCnt="0"/>
      <dgm:spPr/>
    </dgm:pt>
    <dgm:pt modelId="{B52E74CE-0470-8943-B7D2-E75EE68ACBD4}" type="pres">
      <dgm:prSet presAssocID="{622E6851-32BF-43B2-876D-C8CC3DD37736}" presName="tx1" presStyleLbl="revTx" presStyleIdx="5" presStyleCnt="8"/>
      <dgm:spPr/>
    </dgm:pt>
    <dgm:pt modelId="{3E63AC61-C88D-0A4D-A49A-E724441A3036}" type="pres">
      <dgm:prSet presAssocID="{622E6851-32BF-43B2-876D-C8CC3DD37736}" presName="vert1" presStyleCnt="0"/>
      <dgm:spPr/>
    </dgm:pt>
    <dgm:pt modelId="{69ABBEAE-9E86-5A47-9F39-2E021DF3FBB6}" type="pres">
      <dgm:prSet presAssocID="{690E3C57-C796-4F8D-AE1E-90617BDC430A}" presName="thickLine" presStyleLbl="alignNode1" presStyleIdx="6" presStyleCnt="8"/>
      <dgm:spPr/>
    </dgm:pt>
    <dgm:pt modelId="{1E03C6BA-63E7-2E4A-B903-070FC445E9CE}" type="pres">
      <dgm:prSet presAssocID="{690E3C57-C796-4F8D-AE1E-90617BDC430A}" presName="horz1" presStyleCnt="0"/>
      <dgm:spPr/>
    </dgm:pt>
    <dgm:pt modelId="{6F032BBD-B1F9-604B-A71F-1574FC661312}" type="pres">
      <dgm:prSet presAssocID="{690E3C57-C796-4F8D-AE1E-90617BDC430A}" presName="tx1" presStyleLbl="revTx" presStyleIdx="6" presStyleCnt="8"/>
      <dgm:spPr/>
    </dgm:pt>
    <dgm:pt modelId="{E3C3FDEB-63CA-3048-B915-16A3B691DBB7}" type="pres">
      <dgm:prSet presAssocID="{690E3C57-C796-4F8D-AE1E-90617BDC430A}" presName="vert1" presStyleCnt="0"/>
      <dgm:spPr/>
    </dgm:pt>
    <dgm:pt modelId="{F706574E-AC91-0444-98AE-AB2777D3DEB5}" type="pres">
      <dgm:prSet presAssocID="{95CC913B-0E46-4E14-B9F8-6CFE2D941E5E}" presName="thickLine" presStyleLbl="alignNode1" presStyleIdx="7" presStyleCnt="8"/>
      <dgm:spPr/>
    </dgm:pt>
    <dgm:pt modelId="{91C57302-6E26-EB4F-91CE-9D5B82584AAD}" type="pres">
      <dgm:prSet presAssocID="{95CC913B-0E46-4E14-B9F8-6CFE2D941E5E}" presName="horz1" presStyleCnt="0"/>
      <dgm:spPr/>
    </dgm:pt>
    <dgm:pt modelId="{AB57D898-8CA3-584A-8EE6-A3346B1BF59B}" type="pres">
      <dgm:prSet presAssocID="{95CC913B-0E46-4E14-B9F8-6CFE2D941E5E}" presName="tx1" presStyleLbl="revTx" presStyleIdx="7" presStyleCnt="8"/>
      <dgm:spPr/>
    </dgm:pt>
    <dgm:pt modelId="{69A473F6-F98C-AB4B-81BA-0C81108B5648}" type="pres">
      <dgm:prSet presAssocID="{95CC913B-0E46-4E14-B9F8-6CFE2D941E5E}" presName="vert1" presStyleCnt="0"/>
      <dgm:spPr/>
    </dgm:pt>
  </dgm:ptLst>
  <dgm:cxnLst>
    <dgm:cxn modelId="{12FB260D-1ED3-410A-8BAA-B4D893513041}" srcId="{48D80A2B-9A72-4D43-9E75-5040EFEAC4DD}" destId="{3520D57C-6F66-4AC8-BE0B-B64DAC3A0B5B}" srcOrd="0" destOrd="0" parTransId="{CFFAD169-2E67-4719-9392-EC8828C8576A}" sibTransId="{44FBDE24-FEB3-4EE3-A51E-3E0A4C7FB473}"/>
    <dgm:cxn modelId="{87860818-0E4F-4CB8-A3A7-95E0835B0019}" srcId="{48D80A2B-9A72-4D43-9E75-5040EFEAC4DD}" destId="{690E3C57-C796-4F8D-AE1E-90617BDC430A}" srcOrd="6" destOrd="0" parTransId="{6E37067E-5015-4504-98EE-8D1736F06629}" sibTransId="{104E0F27-8E7E-40E8-8734-3A0B12452161}"/>
    <dgm:cxn modelId="{D88DAA39-B63F-4734-8DCD-E425406B7CA7}" srcId="{48D80A2B-9A72-4D43-9E75-5040EFEAC4DD}" destId="{622E6851-32BF-43B2-876D-C8CC3DD37736}" srcOrd="5" destOrd="0" parTransId="{0C415452-6F05-4DB3-AB20-D6FF63484FC6}" sibTransId="{EF5C50AD-95F4-4EAF-B627-7F53BA9BF33E}"/>
    <dgm:cxn modelId="{C819E23E-55D6-4C6F-8416-DB78829CAA28}" srcId="{48D80A2B-9A72-4D43-9E75-5040EFEAC4DD}" destId="{DC04DD24-80DE-4C1E-A707-F1A82E16922B}" srcOrd="2" destOrd="0" parTransId="{860A7485-DC45-4D22-93D3-2CA347E080D4}" sibTransId="{7DA3A9BA-B1B2-48D5-BD33-8297A847C315}"/>
    <dgm:cxn modelId="{625F9B46-DFAD-3546-9281-2A6874F791CF}" type="presOf" srcId="{903A1C83-3B25-4EC7-A072-9F2A5404B16D}" destId="{102658C1-EFA6-7B4A-B33C-059614F1AAB0}" srcOrd="0" destOrd="0" presId="urn:microsoft.com/office/officeart/2008/layout/LinedList"/>
    <dgm:cxn modelId="{803DCE59-3FC2-D440-A670-92A94391186E}" type="presOf" srcId="{622E6851-32BF-43B2-876D-C8CC3DD37736}" destId="{B52E74CE-0470-8943-B7D2-E75EE68ACBD4}" srcOrd="0" destOrd="0" presId="urn:microsoft.com/office/officeart/2008/layout/LinedList"/>
    <dgm:cxn modelId="{59F25063-6942-FF4A-A52A-B102B3E3A362}" type="presOf" srcId="{34D9C06F-39A1-4A2C-A2F6-0DC3B94B4609}" destId="{6738372F-1164-6C45-B81A-CDD19378011C}" srcOrd="0" destOrd="0" presId="urn:microsoft.com/office/officeart/2008/layout/LinedList"/>
    <dgm:cxn modelId="{2FD68768-0193-A746-A472-83B9BB62CF2A}" type="presOf" srcId="{DC04DD24-80DE-4C1E-A707-F1A82E16922B}" destId="{56DC1B82-1F61-A049-816E-7D365B0C530C}" srcOrd="0" destOrd="0" presId="urn:microsoft.com/office/officeart/2008/layout/LinedList"/>
    <dgm:cxn modelId="{1AD58E6C-F963-4C31-9471-2F5F79FF543A}" srcId="{48D80A2B-9A72-4D43-9E75-5040EFEAC4DD}" destId="{A161A5A2-9C49-45D0-B778-4A6347B6567F}" srcOrd="1" destOrd="0" parTransId="{7225CCD2-329F-4EBE-9B16-8B85C88BD42D}" sibTransId="{E03282CF-4726-4BB8-95E4-EFF119CC7CB9}"/>
    <dgm:cxn modelId="{90EAF270-353F-584F-BDC5-EF5A91DED533}" type="presOf" srcId="{95CC913B-0E46-4E14-B9F8-6CFE2D941E5E}" destId="{AB57D898-8CA3-584A-8EE6-A3346B1BF59B}" srcOrd="0" destOrd="0" presId="urn:microsoft.com/office/officeart/2008/layout/LinedList"/>
    <dgm:cxn modelId="{7F30B97A-87CC-4C47-9CBC-51FA2BECD7FA}" type="presOf" srcId="{690E3C57-C796-4F8D-AE1E-90617BDC430A}" destId="{6F032BBD-B1F9-604B-A71F-1574FC661312}" srcOrd="0" destOrd="0" presId="urn:microsoft.com/office/officeart/2008/layout/LinedList"/>
    <dgm:cxn modelId="{7260647E-A570-45B5-9561-BA8774043924}" srcId="{48D80A2B-9A72-4D43-9E75-5040EFEAC4DD}" destId="{34D9C06F-39A1-4A2C-A2F6-0DC3B94B4609}" srcOrd="3" destOrd="0" parTransId="{9B7B2E27-EDE0-4B6F-900F-1E1E268D9072}" sibTransId="{796C5C13-827C-4E12-8BC5-53A540588B8C}"/>
    <dgm:cxn modelId="{2BBADF8B-D09B-493E-891E-8E807319C698}" srcId="{48D80A2B-9A72-4D43-9E75-5040EFEAC4DD}" destId="{95CC913B-0E46-4E14-B9F8-6CFE2D941E5E}" srcOrd="7" destOrd="0" parTransId="{E70AE4AA-4542-41B8-99AD-36C0BD80EFC1}" sibTransId="{0D408605-7938-41F5-A73B-671DE9DCBD12}"/>
    <dgm:cxn modelId="{DB52D48D-0B20-1B40-B3FF-3523A4E1A142}" type="presOf" srcId="{3520D57C-6F66-4AC8-BE0B-B64DAC3A0B5B}" destId="{AC51CE3B-4CD9-5947-9562-2C74D75047F1}" srcOrd="0" destOrd="0" presId="urn:microsoft.com/office/officeart/2008/layout/LinedList"/>
    <dgm:cxn modelId="{48305796-6E1B-3444-A9B5-8A14CC48270B}" type="presOf" srcId="{48D80A2B-9A72-4D43-9E75-5040EFEAC4DD}" destId="{9B233B94-A8FD-3944-8249-31DB4DC25F70}" srcOrd="0" destOrd="0" presId="urn:microsoft.com/office/officeart/2008/layout/LinedList"/>
    <dgm:cxn modelId="{398086C6-FBB0-B94A-8A58-FA52D1D20095}" type="presOf" srcId="{A161A5A2-9C49-45D0-B778-4A6347B6567F}" destId="{9A97B761-2155-6D45-8BA6-AE1DBB675F07}" srcOrd="0" destOrd="0" presId="urn:microsoft.com/office/officeart/2008/layout/LinedList"/>
    <dgm:cxn modelId="{691944D6-F629-4284-8A38-3205FEA47D6E}" srcId="{48D80A2B-9A72-4D43-9E75-5040EFEAC4DD}" destId="{903A1C83-3B25-4EC7-A072-9F2A5404B16D}" srcOrd="4" destOrd="0" parTransId="{E2594A4A-A48D-48B7-84B0-860A6FE135DF}" sibTransId="{3FEB6FFD-96CC-4CFA-81AC-21C108C04FC0}"/>
    <dgm:cxn modelId="{0E00E127-BB0E-1D4D-AF7A-458209CFA637}" type="presParOf" srcId="{9B233B94-A8FD-3944-8249-31DB4DC25F70}" destId="{9CE55D21-E32E-8D4D-9981-3BF3ECD03844}" srcOrd="0" destOrd="0" presId="urn:microsoft.com/office/officeart/2008/layout/LinedList"/>
    <dgm:cxn modelId="{4981E500-AE31-1E42-AE5C-7404933655C8}" type="presParOf" srcId="{9B233B94-A8FD-3944-8249-31DB4DC25F70}" destId="{FF44CA89-0761-DF41-9E7A-D8F1E4961BAE}" srcOrd="1" destOrd="0" presId="urn:microsoft.com/office/officeart/2008/layout/LinedList"/>
    <dgm:cxn modelId="{C84DBC25-2DE8-7A4E-91E9-5933F8825498}" type="presParOf" srcId="{FF44CA89-0761-DF41-9E7A-D8F1E4961BAE}" destId="{AC51CE3B-4CD9-5947-9562-2C74D75047F1}" srcOrd="0" destOrd="0" presId="urn:microsoft.com/office/officeart/2008/layout/LinedList"/>
    <dgm:cxn modelId="{FDFE1739-65FE-E149-9AEE-3A1EC3E50956}" type="presParOf" srcId="{FF44CA89-0761-DF41-9E7A-D8F1E4961BAE}" destId="{FA1765D6-2ABD-E740-AF48-C0BCE3FD44BB}" srcOrd="1" destOrd="0" presId="urn:microsoft.com/office/officeart/2008/layout/LinedList"/>
    <dgm:cxn modelId="{A1F29530-4268-1941-BCA4-73E4E9AEC1BC}" type="presParOf" srcId="{9B233B94-A8FD-3944-8249-31DB4DC25F70}" destId="{44D1E1AE-530A-AF46-9647-9C52BC75B2EF}" srcOrd="2" destOrd="0" presId="urn:microsoft.com/office/officeart/2008/layout/LinedList"/>
    <dgm:cxn modelId="{A500573B-73E2-094C-9F98-0F2379FFE748}" type="presParOf" srcId="{9B233B94-A8FD-3944-8249-31DB4DC25F70}" destId="{ABD351E5-2A97-8B4A-A1BF-1BB1782A6013}" srcOrd="3" destOrd="0" presId="urn:microsoft.com/office/officeart/2008/layout/LinedList"/>
    <dgm:cxn modelId="{77D8EB54-E64A-254F-AFE1-155D4C4337D8}" type="presParOf" srcId="{ABD351E5-2A97-8B4A-A1BF-1BB1782A6013}" destId="{9A97B761-2155-6D45-8BA6-AE1DBB675F07}" srcOrd="0" destOrd="0" presId="urn:microsoft.com/office/officeart/2008/layout/LinedList"/>
    <dgm:cxn modelId="{576A0F93-73BC-C941-8E50-1924CF1903CA}" type="presParOf" srcId="{ABD351E5-2A97-8B4A-A1BF-1BB1782A6013}" destId="{0588A281-A05C-E146-AFFA-270A5EA8B59C}" srcOrd="1" destOrd="0" presId="urn:microsoft.com/office/officeart/2008/layout/LinedList"/>
    <dgm:cxn modelId="{3171D15A-FCF2-8648-8DAD-3DA689872335}" type="presParOf" srcId="{9B233B94-A8FD-3944-8249-31DB4DC25F70}" destId="{8F1375A3-7B89-FC41-B3F9-14BF50FB20D1}" srcOrd="4" destOrd="0" presId="urn:microsoft.com/office/officeart/2008/layout/LinedList"/>
    <dgm:cxn modelId="{10E21CB4-CC9A-DA42-8863-6C8F784353AC}" type="presParOf" srcId="{9B233B94-A8FD-3944-8249-31DB4DC25F70}" destId="{4D64AD45-1868-4F4B-9754-50EF56708021}" srcOrd="5" destOrd="0" presId="urn:microsoft.com/office/officeart/2008/layout/LinedList"/>
    <dgm:cxn modelId="{9C5A3D4A-3E8F-544B-B8DB-4D5E2A7293F1}" type="presParOf" srcId="{4D64AD45-1868-4F4B-9754-50EF56708021}" destId="{56DC1B82-1F61-A049-816E-7D365B0C530C}" srcOrd="0" destOrd="0" presId="urn:microsoft.com/office/officeart/2008/layout/LinedList"/>
    <dgm:cxn modelId="{8B8E8F87-A58A-C14B-AD2F-C34DEF0F9CB4}" type="presParOf" srcId="{4D64AD45-1868-4F4B-9754-50EF56708021}" destId="{99ECC85A-C86A-D84C-A7D0-C0E32C04ECDB}" srcOrd="1" destOrd="0" presId="urn:microsoft.com/office/officeart/2008/layout/LinedList"/>
    <dgm:cxn modelId="{7C2005AD-4C3D-894C-A8E0-21662B5B84E4}" type="presParOf" srcId="{9B233B94-A8FD-3944-8249-31DB4DC25F70}" destId="{FD7AE754-5086-C140-8E55-5D84B99506B6}" srcOrd="6" destOrd="0" presId="urn:microsoft.com/office/officeart/2008/layout/LinedList"/>
    <dgm:cxn modelId="{A810BD87-8EE2-4445-864C-8982154316F7}" type="presParOf" srcId="{9B233B94-A8FD-3944-8249-31DB4DC25F70}" destId="{7EE02980-5E0D-ED41-880E-43AA44513606}" srcOrd="7" destOrd="0" presId="urn:microsoft.com/office/officeart/2008/layout/LinedList"/>
    <dgm:cxn modelId="{6A119B7C-7695-6F4B-A64E-B5625FD0412C}" type="presParOf" srcId="{7EE02980-5E0D-ED41-880E-43AA44513606}" destId="{6738372F-1164-6C45-B81A-CDD19378011C}" srcOrd="0" destOrd="0" presId="urn:microsoft.com/office/officeart/2008/layout/LinedList"/>
    <dgm:cxn modelId="{3CE66C45-6500-3247-9EBE-071EE7A931BF}" type="presParOf" srcId="{7EE02980-5E0D-ED41-880E-43AA44513606}" destId="{AF014E6A-B849-704F-870A-CA53821639C3}" srcOrd="1" destOrd="0" presId="urn:microsoft.com/office/officeart/2008/layout/LinedList"/>
    <dgm:cxn modelId="{8C26DE00-6038-B44C-B0B1-1CE3DFC1FC48}" type="presParOf" srcId="{9B233B94-A8FD-3944-8249-31DB4DC25F70}" destId="{A9122BA7-ADC9-D843-880B-9F8733E6BA44}" srcOrd="8" destOrd="0" presId="urn:microsoft.com/office/officeart/2008/layout/LinedList"/>
    <dgm:cxn modelId="{CDA2DDD4-EB8F-FA46-B9DC-A6C7C057558E}" type="presParOf" srcId="{9B233B94-A8FD-3944-8249-31DB4DC25F70}" destId="{B0EEC446-FF77-3E40-B6C4-C763DD90668D}" srcOrd="9" destOrd="0" presId="urn:microsoft.com/office/officeart/2008/layout/LinedList"/>
    <dgm:cxn modelId="{3E5D12A2-50D3-2143-B0D6-6FA605C618D7}" type="presParOf" srcId="{B0EEC446-FF77-3E40-B6C4-C763DD90668D}" destId="{102658C1-EFA6-7B4A-B33C-059614F1AAB0}" srcOrd="0" destOrd="0" presId="urn:microsoft.com/office/officeart/2008/layout/LinedList"/>
    <dgm:cxn modelId="{718C1EC8-C0E8-8A4C-B872-6412CB372C7F}" type="presParOf" srcId="{B0EEC446-FF77-3E40-B6C4-C763DD90668D}" destId="{A8F23E01-80BA-C446-9B50-454FC9B5FC40}" srcOrd="1" destOrd="0" presId="urn:microsoft.com/office/officeart/2008/layout/LinedList"/>
    <dgm:cxn modelId="{3C466269-CED2-DE43-9D0A-60DD8F4B83B5}" type="presParOf" srcId="{9B233B94-A8FD-3944-8249-31DB4DC25F70}" destId="{AB19BAC5-C0A4-8842-B354-3B55A6FBDC7B}" srcOrd="10" destOrd="0" presId="urn:microsoft.com/office/officeart/2008/layout/LinedList"/>
    <dgm:cxn modelId="{81C315CA-98C2-3242-B68E-0B8DE026E2A4}" type="presParOf" srcId="{9B233B94-A8FD-3944-8249-31DB4DC25F70}" destId="{8E85048D-5E0B-EB4F-A7A6-5A45B1693B39}" srcOrd="11" destOrd="0" presId="urn:microsoft.com/office/officeart/2008/layout/LinedList"/>
    <dgm:cxn modelId="{ADE44849-460E-4047-974B-0831502D7DB7}" type="presParOf" srcId="{8E85048D-5E0B-EB4F-A7A6-5A45B1693B39}" destId="{B52E74CE-0470-8943-B7D2-E75EE68ACBD4}" srcOrd="0" destOrd="0" presId="urn:microsoft.com/office/officeart/2008/layout/LinedList"/>
    <dgm:cxn modelId="{6B19D2D8-94F2-4148-9467-296B09E34DC2}" type="presParOf" srcId="{8E85048D-5E0B-EB4F-A7A6-5A45B1693B39}" destId="{3E63AC61-C88D-0A4D-A49A-E724441A3036}" srcOrd="1" destOrd="0" presId="urn:microsoft.com/office/officeart/2008/layout/LinedList"/>
    <dgm:cxn modelId="{BA81780B-2E15-3944-9769-C44E23911F43}" type="presParOf" srcId="{9B233B94-A8FD-3944-8249-31DB4DC25F70}" destId="{69ABBEAE-9E86-5A47-9F39-2E021DF3FBB6}" srcOrd="12" destOrd="0" presId="urn:microsoft.com/office/officeart/2008/layout/LinedList"/>
    <dgm:cxn modelId="{67765024-F52E-364C-B396-E3E7209BE00E}" type="presParOf" srcId="{9B233B94-A8FD-3944-8249-31DB4DC25F70}" destId="{1E03C6BA-63E7-2E4A-B903-070FC445E9CE}" srcOrd="13" destOrd="0" presId="urn:microsoft.com/office/officeart/2008/layout/LinedList"/>
    <dgm:cxn modelId="{F0AD5E06-A1BE-8A45-AC26-A804F7DDE75B}" type="presParOf" srcId="{1E03C6BA-63E7-2E4A-B903-070FC445E9CE}" destId="{6F032BBD-B1F9-604B-A71F-1574FC661312}" srcOrd="0" destOrd="0" presId="urn:microsoft.com/office/officeart/2008/layout/LinedList"/>
    <dgm:cxn modelId="{42685421-DCEF-FC45-9966-303AEDC8A538}" type="presParOf" srcId="{1E03C6BA-63E7-2E4A-B903-070FC445E9CE}" destId="{E3C3FDEB-63CA-3048-B915-16A3B691DBB7}" srcOrd="1" destOrd="0" presId="urn:microsoft.com/office/officeart/2008/layout/LinedList"/>
    <dgm:cxn modelId="{FF8869E9-C6BA-DE41-8DE5-15E10949196B}" type="presParOf" srcId="{9B233B94-A8FD-3944-8249-31DB4DC25F70}" destId="{F706574E-AC91-0444-98AE-AB2777D3DEB5}" srcOrd="14" destOrd="0" presId="urn:microsoft.com/office/officeart/2008/layout/LinedList"/>
    <dgm:cxn modelId="{BB996BA0-547B-5946-89D6-EC22123A1000}" type="presParOf" srcId="{9B233B94-A8FD-3944-8249-31DB4DC25F70}" destId="{91C57302-6E26-EB4F-91CE-9D5B82584AAD}" srcOrd="15" destOrd="0" presId="urn:microsoft.com/office/officeart/2008/layout/LinedList"/>
    <dgm:cxn modelId="{AA4587AF-8B1E-E04C-8C2D-4C019AFCAAB2}" type="presParOf" srcId="{91C57302-6E26-EB4F-91CE-9D5B82584AAD}" destId="{AB57D898-8CA3-584A-8EE6-A3346B1BF59B}" srcOrd="0" destOrd="0" presId="urn:microsoft.com/office/officeart/2008/layout/LinedList"/>
    <dgm:cxn modelId="{A448DC09-FFDF-0044-BCCB-0BFBC0907A15}" type="presParOf" srcId="{91C57302-6E26-EB4F-91CE-9D5B82584AAD}" destId="{69A473F6-F98C-AB4B-81BA-0C81108B564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6F6FF3E-03EA-4010-A5D0-1FC4C9E38321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C1CCD7D-25B9-4310-A605-8B7DB6752F33}">
      <dgm:prSet/>
      <dgm:spPr/>
      <dgm:t>
        <a:bodyPr/>
        <a:lstStyle/>
        <a:p>
          <a:r>
            <a:rPr lang="en-US"/>
            <a:t>SELECT Name, Salary</a:t>
          </a:r>
        </a:p>
      </dgm:t>
    </dgm:pt>
    <dgm:pt modelId="{0E4C0248-DFFF-4485-ACBE-AFBDB8DAE856}" type="parTrans" cxnId="{99AD33CF-8CA6-4F9F-A9D7-65BBC4D8ED37}">
      <dgm:prSet/>
      <dgm:spPr/>
      <dgm:t>
        <a:bodyPr/>
        <a:lstStyle/>
        <a:p>
          <a:endParaRPr lang="en-US"/>
        </a:p>
      </dgm:t>
    </dgm:pt>
    <dgm:pt modelId="{9B66F6D1-E539-46A9-AEE8-19349A55325D}" type="sibTrans" cxnId="{99AD33CF-8CA6-4F9F-A9D7-65BBC4D8ED37}">
      <dgm:prSet/>
      <dgm:spPr/>
      <dgm:t>
        <a:bodyPr/>
        <a:lstStyle/>
        <a:p>
          <a:endParaRPr lang="en-US"/>
        </a:p>
      </dgm:t>
    </dgm:pt>
    <dgm:pt modelId="{A5BEFA8A-FDD2-48FF-8F69-0F35FA3AA6BE}">
      <dgm:prSet/>
      <dgm:spPr/>
      <dgm:t>
        <a:bodyPr/>
        <a:lstStyle/>
        <a:p>
          <a:r>
            <a:rPr lang="en-US"/>
            <a:t>FROM Employees</a:t>
          </a:r>
        </a:p>
      </dgm:t>
    </dgm:pt>
    <dgm:pt modelId="{CF1E67C0-1B30-48FA-B885-7218C24558CD}" type="parTrans" cxnId="{7FDEB565-540C-4DC2-A87E-77B21BC4CEC5}">
      <dgm:prSet/>
      <dgm:spPr/>
      <dgm:t>
        <a:bodyPr/>
        <a:lstStyle/>
        <a:p>
          <a:endParaRPr lang="en-US"/>
        </a:p>
      </dgm:t>
    </dgm:pt>
    <dgm:pt modelId="{0DF67722-3F59-41B4-AD98-3380BCB585CB}" type="sibTrans" cxnId="{7FDEB565-540C-4DC2-A87E-77B21BC4CEC5}">
      <dgm:prSet/>
      <dgm:spPr/>
      <dgm:t>
        <a:bodyPr/>
        <a:lstStyle/>
        <a:p>
          <a:endParaRPr lang="en-US"/>
        </a:p>
      </dgm:t>
    </dgm:pt>
    <dgm:pt modelId="{0907172B-DC99-4F60-B51A-358C34FB2B8E}">
      <dgm:prSet/>
      <dgm:spPr/>
      <dgm:t>
        <a:bodyPr/>
        <a:lstStyle/>
        <a:p>
          <a:r>
            <a:rPr lang="en-US"/>
            <a:t>WHERE Salary &gt; (SELECT AVG(Salary) FROM Employees);</a:t>
          </a:r>
        </a:p>
      </dgm:t>
    </dgm:pt>
    <dgm:pt modelId="{B6C0B432-D516-4737-B0D6-DCAB51F4301D}" type="parTrans" cxnId="{9BFFC9CF-8802-4C7A-866F-685A5E00B0BE}">
      <dgm:prSet/>
      <dgm:spPr/>
      <dgm:t>
        <a:bodyPr/>
        <a:lstStyle/>
        <a:p>
          <a:endParaRPr lang="en-US"/>
        </a:p>
      </dgm:t>
    </dgm:pt>
    <dgm:pt modelId="{844F16EA-66F6-49A7-A348-5D423DA211A5}" type="sibTrans" cxnId="{9BFFC9CF-8802-4C7A-866F-685A5E00B0BE}">
      <dgm:prSet/>
      <dgm:spPr/>
      <dgm:t>
        <a:bodyPr/>
        <a:lstStyle/>
        <a:p>
          <a:endParaRPr lang="en-US"/>
        </a:p>
      </dgm:t>
    </dgm:pt>
    <dgm:pt modelId="{2979EAC2-6BC7-4177-80EC-131977EC2788}">
      <dgm:prSet/>
      <dgm:spPr/>
      <dgm:t>
        <a:bodyPr/>
        <a:lstStyle/>
        <a:p>
          <a:r>
            <a:rPr lang="en-US"/>
            <a:t>Output:</a:t>
          </a:r>
        </a:p>
      </dgm:t>
    </dgm:pt>
    <dgm:pt modelId="{6D2134AF-BE54-41B6-9E6F-96375ACB9152}" type="parTrans" cxnId="{39526A09-B4C3-461B-92E4-82E8E96B32E4}">
      <dgm:prSet/>
      <dgm:spPr/>
      <dgm:t>
        <a:bodyPr/>
        <a:lstStyle/>
        <a:p>
          <a:endParaRPr lang="en-US"/>
        </a:p>
      </dgm:t>
    </dgm:pt>
    <dgm:pt modelId="{0561E478-A2AB-4906-BC26-14B1A634C897}" type="sibTrans" cxnId="{39526A09-B4C3-461B-92E4-82E8E96B32E4}">
      <dgm:prSet/>
      <dgm:spPr/>
      <dgm:t>
        <a:bodyPr/>
        <a:lstStyle/>
        <a:p>
          <a:endParaRPr lang="en-US"/>
        </a:p>
      </dgm:t>
    </dgm:pt>
    <dgm:pt modelId="{C097B1BE-308C-40B9-8A1E-6A89454BCCD0}">
      <dgm:prSet/>
      <dgm:spPr/>
      <dgm:t>
        <a:bodyPr/>
        <a:lstStyle/>
        <a:p>
          <a:r>
            <a:rPr lang="en-US"/>
            <a:t>| Name  | Salary |</a:t>
          </a:r>
        </a:p>
      </dgm:t>
    </dgm:pt>
    <dgm:pt modelId="{0ED5DAA0-E423-4CC7-86F1-5E99009AFD67}" type="parTrans" cxnId="{64ED6C2F-AAA8-4573-8234-75D1C85FC8C9}">
      <dgm:prSet/>
      <dgm:spPr/>
      <dgm:t>
        <a:bodyPr/>
        <a:lstStyle/>
        <a:p>
          <a:endParaRPr lang="en-US"/>
        </a:p>
      </dgm:t>
    </dgm:pt>
    <dgm:pt modelId="{F94DADCB-F4AB-439D-9DA5-3598312DBD5A}" type="sibTrans" cxnId="{64ED6C2F-AAA8-4573-8234-75D1C85FC8C9}">
      <dgm:prSet/>
      <dgm:spPr/>
      <dgm:t>
        <a:bodyPr/>
        <a:lstStyle/>
        <a:p>
          <a:endParaRPr lang="en-US"/>
        </a:p>
      </dgm:t>
    </dgm:pt>
    <dgm:pt modelId="{45C89824-22C0-4A0B-8F70-4F928198D5E4}">
      <dgm:prSet/>
      <dgm:spPr/>
      <dgm:t>
        <a:bodyPr/>
        <a:lstStyle/>
        <a:p>
          <a:r>
            <a:rPr lang="en-US"/>
            <a:t>|-------|--------|</a:t>
          </a:r>
        </a:p>
      </dgm:t>
    </dgm:pt>
    <dgm:pt modelId="{05CC8100-572C-41F9-892A-BE6C6C001901}" type="parTrans" cxnId="{83B7B8B5-8071-46F2-84F7-8115AE2199A3}">
      <dgm:prSet/>
      <dgm:spPr/>
      <dgm:t>
        <a:bodyPr/>
        <a:lstStyle/>
        <a:p>
          <a:endParaRPr lang="en-US"/>
        </a:p>
      </dgm:t>
    </dgm:pt>
    <dgm:pt modelId="{F022046A-70CA-421F-BDC3-F78DAC64AFCE}" type="sibTrans" cxnId="{83B7B8B5-8071-46F2-84F7-8115AE2199A3}">
      <dgm:prSet/>
      <dgm:spPr/>
      <dgm:t>
        <a:bodyPr/>
        <a:lstStyle/>
        <a:p>
          <a:endParaRPr lang="en-US"/>
        </a:p>
      </dgm:t>
    </dgm:pt>
    <dgm:pt modelId="{3BC37EDC-7032-4E01-94FE-1D3987CB5217}">
      <dgm:prSet/>
      <dgm:spPr/>
      <dgm:t>
        <a:bodyPr/>
        <a:lstStyle/>
        <a:p>
          <a:r>
            <a:rPr lang="en-US"/>
            <a:t>| Amit  | 60000  |</a:t>
          </a:r>
        </a:p>
      </dgm:t>
    </dgm:pt>
    <dgm:pt modelId="{04E85584-5A48-4859-BD44-5AD80A08C878}" type="parTrans" cxnId="{4F9D6CF6-2F87-4D07-89DC-64BA263F4E94}">
      <dgm:prSet/>
      <dgm:spPr/>
      <dgm:t>
        <a:bodyPr/>
        <a:lstStyle/>
        <a:p>
          <a:endParaRPr lang="en-US"/>
        </a:p>
      </dgm:t>
    </dgm:pt>
    <dgm:pt modelId="{A2B9A32B-3A6B-4361-9779-EBC377800300}" type="sibTrans" cxnId="{4F9D6CF6-2F87-4D07-89DC-64BA263F4E94}">
      <dgm:prSet/>
      <dgm:spPr/>
      <dgm:t>
        <a:bodyPr/>
        <a:lstStyle/>
        <a:p>
          <a:endParaRPr lang="en-US"/>
        </a:p>
      </dgm:t>
    </dgm:pt>
    <dgm:pt modelId="{D91CD322-9831-1B42-8C5C-451E7B555CE9}" type="pres">
      <dgm:prSet presAssocID="{16F6FF3E-03EA-4010-A5D0-1FC4C9E38321}" presName="vert0" presStyleCnt="0">
        <dgm:presLayoutVars>
          <dgm:dir/>
          <dgm:animOne val="branch"/>
          <dgm:animLvl val="lvl"/>
        </dgm:presLayoutVars>
      </dgm:prSet>
      <dgm:spPr/>
    </dgm:pt>
    <dgm:pt modelId="{370C2F5E-DA36-6A49-91E7-8F52C5E8023F}" type="pres">
      <dgm:prSet presAssocID="{AC1CCD7D-25B9-4310-A605-8B7DB6752F33}" presName="thickLine" presStyleLbl="alignNode1" presStyleIdx="0" presStyleCnt="7"/>
      <dgm:spPr/>
    </dgm:pt>
    <dgm:pt modelId="{4FB2CCC2-774C-884E-9730-5E7F610876FB}" type="pres">
      <dgm:prSet presAssocID="{AC1CCD7D-25B9-4310-A605-8B7DB6752F33}" presName="horz1" presStyleCnt="0"/>
      <dgm:spPr/>
    </dgm:pt>
    <dgm:pt modelId="{B09F4B86-9F5A-584A-A23D-EFEB9C6B97C7}" type="pres">
      <dgm:prSet presAssocID="{AC1CCD7D-25B9-4310-A605-8B7DB6752F33}" presName="tx1" presStyleLbl="revTx" presStyleIdx="0" presStyleCnt="7"/>
      <dgm:spPr/>
    </dgm:pt>
    <dgm:pt modelId="{BD7665A0-6696-AE4C-9FD2-B0CA2F55F0B7}" type="pres">
      <dgm:prSet presAssocID="{AC1CCD7D-25B9-4310-A605-8B7DB6752F33}" presName="vert1" presStyleCnt="0"/>
      <dgm:spPr/>
    </dgm:pt>
    <dgm:pt modelId="{07207045-E369-814A-8FA6-47BBC6710EEB}" type="pres">
      <dgm:prSet presAssocID="{A5BEFA8A-FDD2-48FF-8F69-0F35FA3AA6BE}" presName="thickLine" presStyleLbl="alignNode1" presStyleIdx="1" presStyleCnt="7"/>
      <dgm:spPr/>
    </dgm:pt>
    <dgm:pt modelId="{26938695-891C-8447-8C94-3AF7CB778FB5}" type="pres">
      <dgm:prSet presAssocID="{A5BEFA8A-FDD2-48FF-8F69-0F35FA3AA6BE}" presName="horz1" presStyleCnt="0"/>
      <dgm:spPr/>
    </dgm:pt>
    <dgm:pt modelId="{4BC07721-29DA-794C-8E50-05AEEE757B76}" type="pres">
      <dgm:prSet presAssocID="{A5BEFA8A-FDD2-48FF-8F69-0F35FA3AA6BE}" presName="tx1" presStyleLbl="revTx" presStyleIdx="1" presStyleCnt="7"/>
      <dgm:spPr/>
    </dgm:pt>
    <dgm:pt modelId="{BE9D45C6-2485-0749-B8B1-033FC35BDF9F}" type="pres">
      <dgm:prSet presAssocID="{A5BEFA8A-FDD2-48FF-8F69-0F35FA3AA6BE}" presName="vert1" presStyleCnt="0"/>
      <dgm:spPr/>
    </dgm:pt>
    <dgm:pt modelId="{ADC17252-C202-A747-8656-6ECCA4D38379}" type="pres">
      <dgm:prSet presAssocID="{0907172B-DC99-4F60-B51A-358C34FB2B8E}" presName="thickLine" presStyleLbl="alignNode1" presStyleIdx="2" presStyleCnt="7"/>
      <dgm:spPr/>
    </dgm:pt>
    <dgm:pt modelId="{A2598F2B-B997-324C-AB9F-0F0809ED1D1A}" type="pres">
      <dgm:prSet presAssocID="{0907172B-DC99-4F60-B51A-358C34FB2B8E}" presName="horz1" presStyleCnt="0"/>
      <dgm:spPr/>
    </dgm:pt>
    <dgm:pt modelId="{CC95F43A-F125-7647-800B-23861B8EDC3E}" type="pres">
      <dgm:prSet presAssocID="{0907172B-DC99-4F60-B51A-358C34FB2B8E}" presName="tx1" presStyleLbl="revTx" presStyleIdx="2" presStyleCnt="7"/>
      <dgm:spPr/>
    </dgm:pt>
    <dgm:pt modelId="{099775C5-A0A2-D241-9F7B-7F0AA3C113AC}" type="pres">
      <dgm:prSet presAssocID="{0907172B-DC99-4F60-B51A-358C34FB2B8E}" presName="vert1" presStyleCnt="0"/>
      <dgm:spPr/>
    </dgm:pt>
    <dgm:pt modelId="{C7F221E3-333C-4649-8772-FA827DF4552A}" type="pres">
      <dgm:prSet presAssocID="{2979EAC2-6BC7-4177-80EC-131977EC2788}" presName="thickLine" presStyleLbl="alignNode1" presStyleIdx="3" presStyleCnt="7"/>
      <dgm:spPr/>
    </dgm:pt>
    <dgm:pt modelId="{AE1B87CE-7D78-9C49-A155-A281C4C5726C}" type="pres">
      <dgm:prSet presAssocID="{2979EAC2-6BC7-4177-80EC-131977EC2788}" presName="horz1" presStyleCnt="0"/>
      <dgm:spPr/>
    </dgm:pt>
    <dgm:pt modelId="{6C9F8AAC-4398-2D44-94D7-D15EDCF9472F}" type="pres">
      <dgm:prSet presAssocID="{2979EAC2-6BC7-4177-80EC-131977EC2788}" presName="tx1" presStyleLbl="revTx" presStyleIdx="3" presStyleCnt="7"/>
      <dgm:spPr/>
    </dgm:pt>
    <dgm:pt modelId="{4A36EA59-718E-EE41-91EB-279FBB7DC18B}" type="pres">
      <dgm:prSet presAssocID="{2979EAC2-6BC7-4177-80EC-131977EC2788}" presName="vert1" presStyleCnt="0"/>
      <dgm:spPr/>
    </dgm:pt>
    <dgm:pt modelId="{F997B8F6-2464-9E43-8BAA-4D13628C452D}" type="pres">
      <dgm:prSet presAssocID="{C097B1BE-308C-40B9-8A1E-6A89454BCCD0}" presName="thickLine" presStyleLbl="alignNode1" presStyleIdx="4" presStyleCnt="7"/>
      <dgm:spPr/>
    </dgm:pt>
    <dgm:pt modelId="{9B5B98A9-B719-6646-8042-CF0A6A738D08}" type="pres">
      <dgm:prSet presAssocID="{C097B1BE-308C-40B9-8A1E-6A89454BCCD0}" presName="horz1" presStyleCnt="0"/>
      <dgm:spPr/>
    </dgm:pt>
    <dgm:pt modelId="{C684DEB3-72FF-8D4E-A736-D52E34B6623A}" type="pres">
      <dgm:prSet presAssocID="{C097B1BE-308C-40B9-8A1E-6A89454BCCD0}" presName="tx1" presStyleLbl="revTx" presStyleIdx="4" presStyleCnt="7"/>
      <dgm:spPr/>
    </dgm:pt>
    <dgm:pt modelId="{FD80B145-FC7E-AB42-82AA-D673CBAB5439}" type="pres">
      <dgm:prSet presAssocID="{C097B1BE-308C-40B9-8A1E-6A89454BCCD0}" presName="vert1" presStyleCnt="0"/>
      <dgm:spPr/>
    </dgm:pt>
    <dgm:pt modelId="{DB712243-1A05-5047-A585-D49E5EC9E66E}" type="pres">
      <dgm:prSet presAssocID="{45C89824-22C0-4A0B-8F70-4F928198D5E4}" presName="thickLine" presStyleLbl="alignNode1" presStyleIdx="5" presStyleCnt="7"/>
      <dgm:spPr/>
    </dgm:pt>
    <dgm:pt modelId="{87AB39AF-3417-9A49-B0D0-799984BABAE3}" type="pres">
      <dgm:prSet presAssocID="{45C89824-22C0-4A0B-8F70-4F928198D5E4}" presName="horz1" presStyleCnt="0"/>
      <dgm:spPr/>
    </dgm:pt>
    <dgm:pt modelId="{3F05853C-9FD2-4F48-B07F-CDD398D1DFAC}" type="pres">
      <dgm:prSet presAssocID="{45C89824-22C0-4A0B-8F70-4F928198D5E4}" presName="tx1" presStyleLbl="revTx" presStyleIdx="5" presStyleCnt="7"/>
      <dgm:spPr/>
    </dgm:pt>
    <dgm:pt modelId="{C36A7DEC-2BD4-4642-A076-487803D72E3E}" type="pres">
      <dgm:prSet presAssocID="{45C89824-22C0-4A0B-8F70-4F928198D5E4}" presName="vert1" presStyleCnt="0"/>
      <dgm:spPr/>
    </dgm:pt>
    <dgm:pt modelId="{87C2EAC6-FE40-6D47-A753-8D5AD8DE815F}" type="pres">
      <dgm:prSet presAssocID="{3BC37EDC-7032-4E01-94FE-1D3987CB5217}" presName="thickLine" presStyleLbl="alignNode1" presStyleIdx="6" presStyleCnt="7"/>
      <dgm:spPr/>
    </dgm:pt>
    <dgm:pt modelId="{A9411FED-29E7-344A-93D3-D582EE54618F}" type="pres">
      <dgm:prSet presAssocID="{3BC37EDC-7032-4E01-94FE-1D3987CB5217}" presName="horz1" presStyleCnt="0"/>
      <dgm:spPr/>
    </dgm:pt>
    <dgm:pt modelId="{43138698-B7ED-EE4F-8A9C-E9E57E635181}" type="pres">
      <dgm:prSet presAssocID="{3BC37EDC-7032-4E01-94FE-1D3987CB5217}" presName="tx1" presStyleLbl="revTx" presStyleIdx="6" presStyleCnt="7"/>
      <dgm:spPr/>
    </dgm:pt>
    <dgm:pt modelId="{1BD7BC1E-2550-324F-95EA-549237562F09}" type="pres">
      <dgm:prSet presAssocID="{3BC37EDC-7032-4E01-94FE-1D3987CB5217}" presName="vert1" presStyleCnt="0"/>
      <dgm:spPr/>
    </dgm:pt>
  </dgm:ptLst>
  <dgm:cxnLst>
    <dgm:cxn modelId="{39526A09-B4C3-461B-92E4-82E8E96B32E4}" srcId="{16F6FF3E-03EA-4010-A5D0-1FC4C9E38321}" destId="{2979EAC2-6BC7-4177-80EC-131977EC2788}" srcOrd="3" destOrd="0" parTransId="{6D2134AF-BE54-41B6-9E6F-96375ACB9152}" sibTransId="{0561E478-A2AB-4906-BC26-14B1A634C897}"/>
    <dgm:cxn modelId="{F738BE0E-65DA-8241-8A68-1E91BD7508DA}" type="presOf" srcId="{2979EAC2-6BC7-4177-80EC-131977EC2788}" destId="{6C9F8AAC-4398-2D44-94D7-D15EDCF9472F}" srcOrd="0" destOrd="0" presId="urn:microsoft.com/office/officeart/2008/layout/LinedList"/>
    <dgm:cxn modelId="{64ED6C2F-AAA8-4573-8234-75D1C85FC8C9}" srcId="{16F6FF3E-03EA-4010-A5D0-1FC4C9E38321}" destId="{C097B1BE-308C-40B9-8A1E-6A89454BCCD0}" srcOrd="4" destOrd="0" parTransId="{0ED5DAA0-E423-4CC7-86F1-5E99009AFD67}" sibTransId="{F94DADCB-F4AB-439D-9DA5-3598312DBD5A}"/>
    <dgm:cxn modelId="{618E4938-BDC2-E840-9F09-BA8D84D0BEF4}" type="presOf" srcId="{45C89824-22C0-4A0B-8F70-4F928198D5E4}" destId="{3F05853C-9FD2-4F48-B07F-CDD398D1DFAC}" srcOrd="0" destOrd="0" presId="urn:microsoft.com/office/officeart/2008/layout/LinedList"/>
    <dgm:cxn modelId="{7FDEB565-540C-4DC2-A87E-77B21BC4CEC5}" srcId="{16F6FF3E-03EA-4010-A5D0-1FC4C9E38321}" destId="{A5BEFA8A-FDD2-48FF-8F69-0F35FA3AA6BE}" srcOrd="1" destOrd="0" parTransId="{CF1E67C0-1B30-48FA-B885-7218C24558CD}" sibTransId="{0DF67722-3F59-41B4-AD98-3380BCB585CB}"/>
    <dgm:cxn modelId="{0290F267-D32C-CA44-8558-899BC2330B3F}" type="presOf" srcId="{0907172B-DC99-4F60-B51A-358C34FB2B8E}" destId="{CC95F43A-F125-7647-800B-23861B8EDC3E}" srcOrd="0" destOrd="0" presId="urn:microsoft.com/office/officeart/2008/layout/LinedList"/>
    <dgm:cxn modelId="{83B7B8B5-8071-46F2-84F7-8115AE2199A3}" srcId="{16F6FF3E-03EA-4010-A5D0-1FC4C9E38321}" destId="{45C89824-22C0-4A0B-8F70-4F928198D5E4}" srcOrd="5" destOrd="0" parTransId="{05CC8100-572C-41F9-892A-BE6C6C001901}" sibTransId="{F022046A-70CA-421F-BDC3-F78DAC64AFCE}"/>
    <dgm:cxn modelId="{3FD8DEB8-3242-FF43-9F94-A1A4A03ECD54}" type="presOf" srcId="{AC1CCD7D-25B9-4310-A605-8B7DB6752F33}" destId="{B09F4B86-9F5A-584A-A23D-EFEB9C6B97C7}" srcOrd="0" destOrd="0" presId="urn:microsoft.com/office/officeart/2008/layout/LinedList"/>
    <dgm:cxn modelId="{EBF8F4C3-C1B4-4E41-AD54-651A2BF24557}" type="presOf" srcId="{3BC37EDC-7032-4E01-94FE-1D3987CB5217}" destId="{43138698-B7ED-EE4F-8A9C-E9E57E635181}" srcOrd="0" destOrd="0" presId="urn:microsoft.com/office/officeart/2008/layout/LinedList"/>
    <dgm:cxn modelId="{99AD33CF-8CA6-4F9F-A9D7-65BBC4D8ED37}" srcId="{16F6FF3E-03EA-4010-A5D0-1FC4C9E38321}" destId="{AC1CCD7D-25B9-4310-A605-8B7DB6752F33}" srcOrd="0" destOrd="0" parTransId="{0E4C0248-DFFF-4485-ACBE-AFBDB8DAE856}" sibTransId="{9B66F6D1-E539-46A9-AEE8-19349A55325D}"/>
    <dgm:cxn modelId="{9BFFC9CF-8802-4C7A-866F-685A5E00B0BE}" srcId="{16F6FF3E-03EA-4010-A5D0-1FC4C9E38321}" destId="{0907172B-DC99-4F60-B51A-358C34FB2B8E}" srcOrd="2" destOrd="0" parTransId="{B6C0B432-D516-4737-B0D6-DCAB51F4301D}" sibTransId="{844F16EA-66F6-49A7-A348-5D423DA211A5}"/>
    <dgm:cxn modelId="{6CDB72D2-45D2-8B48-A010-2F4F26142614}" type="presOf" srcId="{C097B1BE-308C-40B9-8A1E-6A89454BCCD0}" destId="{C684DEB3-72FF-8D4E-A736-D52E34B6623A}" srcOrd="0" destOrd="0" presId="urn:microsoft.com/office/officeart/2008/layout/LinedList"/>
    <dgm:cxn modelId="{F4CE86EB-2A3E-894B-BB57-D9C1CFEA93E8}" type="presOf" srcId="{16F6FF3E-03EA-4010-A5D0-1FC4C9E38321}" destId="{D91CD322-9831-1B42-8C5C-451E7B555CE9}" srcOrd="0" destOrd="0" presId="urn:microsoft.com/office/officeart/2008/layout/LinedList"/>
    <dgm:cxn modelId="{B97E48F2-AECB-4949-A903-6B6D999AFC09}" type="presOf" srcId="{A5BEFA8A-FDD2-48FF-8F69-0F35FA3AA6BE}" destId="{4BC07721-29DA-794C-8E50-05AEEE757B76}" srcOrd="0" destOrd="0" presId="urn:microsoft.com/office/officeart/2008/layout/LinedList"/>
    <dgm:cxn modelId="{4F9D6CF6-2F87-4D07-89DC-64BA263F4E94}" srcId="{16F6FF3E-03EA-4010-A5D0-1FC4C9E38321}" destId="{3BC37EDC-7032-4E01-94FE-1D3987CB5217}" srcOrd="6" destOrd="0" parTransId="{04E85584-5A48-4859-BD44-5AD80A08C878}" sibTransId="{A2B9A32B-3A6B-4361-9779-EBC377800300}"/>
    <dgm:cxn modelId="{2484EF1D-CC20-1E47-8323-A41E817A4841}" type="presParOf" srcId="{D91CD322-9831-1B42-8C5C-451E7B555CE9}" destId="{370C2F5E-DA36-6A49-91E7-8F52C5E8023F}" srcOrd="0" destOrd="0" presId="urn:microsoft.com/office/officeart/2008/layout/LinedList"/>
    <dgm:cxn modelId="{9437D978-CCDA-6B43-83F3-644A178E4292}" type="presParOf" srcId="{D91CD322-9831-1B42-8C5C-451E7B555CE9}" destId="{4FB2CCC2-774C-884E-9730-5E7F610876FB}" srcOrd="1" destOrd="0" presId="urn:microsoft.com/office/officeart/2008/layout/LinedList"/>
    <dgm:cxn modelId="{1DE3B9EA-446D-6344-A681-BEAC96B9062A}" type="presParOf" srcId="{4FB2CCC2-774C-884E-9730-5E7F610876FB}" destId="{B09F4B86-9F5A-584A-A23D-EFEB9C6B97C7}" srcOrd="0" destOrd="0" presId="urn:microsoft.com/office/officeart/2008/layout/LinedList"/>
    <dgm:cxn modelId="{4A9B5F51-4216-2048-A244-C62B2E0F2418}" type="presParOf" srcId="{4FB2CCC2-774C-884E-9730-5E7F610876FB}" destId="{BD7665A0-6696-AE4C-9FD2-B0CA2F55F0B7}" srcOrd="1" destOrd="0" presId="urn:microsoft.com/office/officeart/2008/layout/LinedList"/>
    <dgm:cxn modelId="{E8B7B5AA-C091-E444-B4E1-3776304CCDFE}" type="presParOf" srcId="{D91CD322-9831-1B42-8C5C-451E7B555CE9}" destId="{07207045-E369-814A-8FA6-47BBC6710EEB}" srcOrd="2" destOrd="0" presId="urn:microsoft.com/office/officeart/2008/layout/LinedList"/>
    <dgm:cxn modelId="{7A69BDFF-9879-884A-8339-7515C85BB443}" type="presParOf" srcId="{D91CD322-9831-1B42-8C5C-451E7B555CE9}" destId="{26938695-891C-8447-8C94-3AF7CB778FB5}" srcOrd="3" destOrd="0" presId="urn:microsoft.com/office/officeart/2008/layout/LinedList"/>
    <dgm:cxn modelId="{78078FFE-5907-0A4D-BB4F-184A0AA7E2FB}" type="presParOf" srcId="{26938695-891C-8447-8C94-3AF7CB778FB5}" destId="{4BC07721-29DA-794C-8E50-05AEEE757B76}" srcOrd="0" destOrd="0" presId="urn:microsoft.com/office/officeart/2008/layout/LinedList"/>
    <dgm:cxn modelId="{A8524310-FE87-184D-A65F-07D5F28F86DB}" type="presParOf" srcId="{26938695-891C-8447-8C94-3AF7CB778FB5}" destId="{BE9D45C6-2485-0749-B8B1-033FC35BDF9F}" srcOrd="1" destOrd="0" presId="urn:microsoft.com/office/officeart/2008/layout/LinedList"/>
    <dgm:cxn modelId="{7559DC3A-64F4-5548-98A5-AF284D9A649E}" type="presParOf" srcId="{D91CD322-9831-1B42-8C5C-451E7B555CE9}" destId="{ADC17252-C202-A747-8656-6ECCA4D38379}" srcOrd="4" destOrd="0" presId="urn:microsoft.com/office/officeart/2008/layout/LinedList"/>
    <dgm:cxn modelId="{CA47002D-78AB-E44F-A512-55C0E1F76810}" type="presParOf" srcId="{D91CD322-9831-1B42-8C5C-451E7B555CE9}" destId="{A2598F2B-B997-324C-AB9F-0F0809ED1D1A}" srcOrd="5" destOrd="0" presId="urn:microsoft.com/office/officeart/2008/layout/LinedList"/>
    <dgm:cxn modelId="{957F5FDA-230D-904A-B960-803EDDE3A4A0}" type="presParOf" srcId="{A2598F2B-B997-324C-AB9F-0F0809ED1D1A}" destId="{CC95F43A-F125-7647-800B-23861B8EDC3E}" srcOrd="0" destOrd="0" presId="urn:microsoft.com/office/officeart/2008/layout/LinedList"/>
    <dgm:cxn modelId="{B6C295E6-D48E-6C4C-8FB3-D669B2CA5996}" type="presParOf" srcId="{A2598F2B-B997-324C-AB9F-0F0809ED1D1A}" destId="{099775C5-A0A2-D241-9F7B-7F0AA3C113AC}" srcOrd="1" destOrd="0" presId="urn:microsoft.com/office/officeart/2008/layout/LinedList"/>
    <dgm:cxn modelId="{24FB6F59-3618-024C-8048-7667BD4D3594}" type="presParOf" srcId="{D91CD322-9831-1B42-8C5C-451E7B555CE9}" destId="{C7F221E3-333C-4649-8772-FA827DF4552A}" srcOrd="6" destOrd="0" presId="urn:microsoft.com/office/officeart/2008/layout/LinedList"/>
    <dgm:cxn modelId="{3C91AEF1-7975-DC4E-8CFC-8467A6E9C011}" type="presParOf" srcId="{D91CD322-9831-1B42-8C5C-451E7B555CE9}" destId="{AE1B87CE-7D78-9C49-A155-A281C4C5726C}" srcOrd="7" destOrd="0" presId="urn:microsoft.com/office/officeart/2008/layout/LinedList"/>
    <dgm:cxn modelId="{846940F7-51DE-B147-8303-DB2440642251}" type="presParOf" srcId="{AE1B87CE-7D78-9C49-A155-A281C4C5726C}" destId="{6C9F8AAC-4398-2D44-94D7-D15EDCF9472F}" srcOrd="0" destOrd="0" presId="urn:microsoft.com/office/officeart/2008/layout/LinedList"/>
    <dgm:cxn modelId="{11C87442-5F1B-1C4E-9E43-C83900A58A49}" type="presParOf" srcId="{AE1B87CE-7D78-9C49-A155-A281C4C5726C}" destId="{4A36EA59-718E-EE41-91EB-279FBB7DC18B}" srcOrd="1" destOrd="0" presId="urn:microsoft.com/office/officeart/2008/layout/LinedList"/>
    <dgm:cxn modelId="{3606764D-2252-854D-B7D7-03AD44506187}" type="presParOf" srcId="{D91CD322-9831-1B42-8C5C-451E7B555CE9}" destId="{F997B8F6-2464-9E43-8BAA-4D13628C452D}" srcOrd="8" destOrd="0" presId="urn:microsoft.com/office/officeart/2008/layout/LinedList"/>
    <dgm:cxn modelId="{99ED8010-635F-2C4E-897F-1A48E5699358}" type="presParOf" srcId="{D91CD322-9831-1B42-8C5C-451E7B555CE9}" destId="{9B5B98A9-B719-6646-8042-CF0A6A738D08}" srcOrd="9" destOrd="0" presId="urn:microsoft.com/office/officeart/2008/layout/LinedList"/>
    <dgm:cxn modelId="{F8ACF8B5-7866-FB47-9BBA-30382567FCDF}" type="presParOf" srcId="{9B5B98A9-B719-6646-8042-CF0A6A738D08}" destId="{C684DEB3-72FF-8D4E-A736-D52E34B6623A}" srcOrd="0" destOrd="0" presId="urn:microsoft.com/office/officeart/2008/layout/LinedList"/>
    <dgm:cxn modelId="{C3CC3C92-9060-8D41-B3DD-058005DD7A25}" type="presParOf" srcId="{9B5B98A9-B719-6646-8042-CF0A6A738D08}" destId="{FD80B145-FC7E-AB42-82AA-D673CBAB5439}" srcOrd="1" destOrd="0" presId="urn:microsoft.com/office/officeart/2008/layout/LinedList"/>
    <dgm:cxn modelId="{3960427F-374A-3242-99BF-F59E451497DA}" type="presParOf" srcId="{D91CD322-9831-1B42-8C5C-451E7B555CE9}" destId="{DB712243-1A05-5047-A585-D49E5EC9E66E}" srcOrd="10" destOrd="0" presId="urn:microsoft.com/office/officeart/2008/layout/LinedList"/>
    <dgm:cxn modelId="{2CAA4B3B-F0CF-3141-BB57-6770B08BCA8E}" type="presParOf" srcId="{D91CD322-9831-1B42-8C5C-451E7B555CE9}" destId="{87AB39AF-3417-9A49-B0D0-799984BABAE3}" srcOrd="11" destOrd="0" presId="urn:microsoft.com/office/officeart/2008/layout/LinedList"/>
    <dgm:cxn modelId="{D4A23E33-416B-E04E-99B8-13433609C24C}" type="presParOf" srcId="{87AB39AF-3417-9A49-B0D0-799984BABAE3}" destId="{3F05853C-9FD2-4F48-B07F-CDD398D1DFAC}" srcOrd="0" destOrd="0" presId="urn:microsoft.com/office/officeart/2008/layout/LinedList"/>
    <dgm:cxn modelId="{FF25CE13-8FFC-4647-AA86-53CF707C46A0}" type="presParOf" srcId="{87AB39AF-3417-9A49-B0D0-799984BABAE3}" destId="{C36A7DEC-2BD4-4642-A076-487803D72E3E}" srcOrd="1" destOrd="0" presId="urn:microsoft.com/office/officeart/2008/layout/LinedList"/>
    <dgm:cxn modelId="{4F460521-1F8C-AB4D-9883-A21E464AAFDC}" type="presParOf" srcId="{D91CD322-9831-1B42-8C5C-451E7B555CE9}" destId="{87C2EAC6-FE40-6D47-A753-8D5AD8DE815F}" srcOrd="12" destOrd="0" presId="urn:microsoft.com/office/officeart/2008/layout/LinedList"/>
    <dgm:cxn modelId="{D34745F8-34EC-3D41-8073-6B661873B5E2}" type="presParOf" srcId="{D91CD322-9831-1B42-8C5C-451E7B555CE9}" destId="{A9411FED-29E7-344A-93D3-D582EE54618F}" srcOrd="13" destOrd="0" presId="urn:microsoft.com/office/officeart/2008/layout/LinedList"/>
    <dgm:cxn modelId="{8DEF9760-9963-F546-97EC-EB1FE517C8B2}" type="presParOf" srcId="{A9411FED-29E7-344A-93D3-D582EE54618F}" destId="{43138698-B7ED-EE4F-8A9C-E9E57E635181}" srcOrd="0" destOrd="0" presId="urn:microsoft.com/office/officeart/2008/layout/LinedList"/>
    <dgm:cxn modelId="{4A20B144-88DF-F647-8A95-CAC60888BF25}" type="presParOf" srcId="{A9411FED-29E7-344A-93D3-D582EE54618F}" destId="{1BD7BC1E-2550-324F-95EA-549237562F0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05518EC-1DBE-4170-93E2-E9A162232BE3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7251534-19C2-43CA-9C96-0E9958306EAA}">
      <dgm:prSet/>
      <dgm:spPr/>
      <dgm:t>
        <a:bodyPr/>
        <a:lstStyle/>
        <a:p>
          <a:r>
            <a:rPr lang="en-US"/>
            <a:t>SELECT UPPER(Name), LENGTH(Name) FROM Employees;</a:t>
          </a:r>
        </a:p>
      </dgm:t>
    </dgm:pt>
    <dgm:pt modelId="{30BC7E75-A519-4798-9DFE-9C2A571DE97C}" type="parTrans" cxnId="{F3A7A6E8-46FD-4A3A-BCBE-D677C742627A}">
      <dgm:prSet/>
      <dgm:spPr/>
      <dgm:t>
        <a:bodyPr/>
        <a:lstStyle/>
        <a:p>
          <a:endParaRPr lang="en-US"/>
        </a:p>
      </dgm:t>
    </dgm:pt>
    <dgm:pt modelId="{95DB2BF9-9A8F-4333-B1D3-1F7D649E9A3E}" type="sibTrans" cxnId="{F3A7A6E8-46FD-4A3A-BCBE-D677C742627A}">
      <dgm:prSet/>
      <dgm:spPr/>
      <dgm:t>
        <a:bodyPr/>
        <a:lstStyle/>
        <a:p>
          <a:endParaRPr lang="en-US"/>
        </a:p>
      </dgm:t>
    </dgm:pt>
    <dgm:pt modelId="{3D42DE86-8397-49EC-8595-7F6FC7805806}">
      <dgm:prSet/>
      <dgm:spPr/>
      <dgm:t>
        <a:bodyPr/>
        <a:lstStyle/>
        <a:p>
          <a:r>
            <a:rPr lang="en-US"/>
            <a:t>Output:</a:t>
          </a:r>
        </a:p>
      </dgm:t>
    </dgm:pt>
    <dgm:pt modelId="{1C4F6652-2DAD-414E-AEAF-94179EE1A6EC}" type="parTrans" cxnId="{8BF3521E-4125-49B5-8F87-1DD9D80E292C}">
      <dgm:prSet/>
      <dgm:spPr/>
      <dgm:t>
        <a:bodyPr/>
        <a:lstStyle/>
        <a:p>
          <a:endParaRPr lang="en-US"/>
        </a:p>
      </dgm:t>
    </dgm:pt>
    <dgm:pt modelId="{7F0073B4-279E-458C-BD58-973AE0ED2937}" type="sibTrans" cxnId="{8BF3521E-4125-49B5-8F87-1DD9D80E292C}">
      <dgm:prSet/>
      <dgm:spPr/>
      <dgm:t>
        <a:bodyPr/>
        <a:lstStyle/>
        <a:p>
          <a:endParaRPr lang="en-US"/>
        </a:p>
      </dgm:t>
    </dgm:pt>
    <dgm:pt modelId="{13C8BBDB-0554-40DB-8554-D1F2CDCA356F}">
      <dgm:prSet/>
      <dgm:spPr/>
      <dgm:t>
        <a:bodyPr/>
        <a:lstStyle/>
        <a:p>
          <a:r>
            <a:rPr lang="en-US"/>
            <a:t>| UPPER(Name) | LENGTH(Name) |</a:t>
          </a:r>
        </a:p>
      </dgm:t>
    </dgm:pt>
    <dgm:pt modelId="{A53CAC12-FD39-416B-AE17-B48FC7EC7766}" type="parTrans" cxnId="{41178647-1193-413B-8A89-79B9CB8EC907}">
      <dgm:prSet/>
      <dgm:spPr/>
      <dgm:t>
        <a:bodyPr/>
        <a:lstStyle/>
        <a:p>
          <a:endParaRPr lang="en-US"/>
        </a:p>
      </dgm:t>
    </dgm:pt>
    <dgm:pt modelId="{ED7FF070-97D4-4449-A33D-6E134CAFA71A}" type="sibTrans" cxnId="{41178647-1193-413B-8A89-79B9CB8EC907}">
      <dgm:prSet/>
      <dgm:spPr/>
      <dgm:t>
        <a:bodyPr/>
        <a:lstStyle/>
        <a:p>
          <a:endParaRPr lang="en-US"/>
        </a:p>
      </dgm:t>
    </dgm:pt>
    <dgm:pt modelId="{FB030198-4C2F-428F-9B40-5095E5C5C609}">
      <dgm:prSet/>
      <dgm:spPr/>
      <dgm:t>
        <a:bodyPr/>
        <a:lstStyle/>
        <a:p>
          <a:r>
            <a:rPr lang="en-US"/>
            <a:t>|-------------|--------------|</a:t>
          </a:r>
        </a:p>
      </dgm:t>
    </dgm:pt>
    <dgm:pt modelId="{29BA5AB0-7C0B-477C-8F6A-95BEA4737610}" type="parTrans" cxnId="{635683FA-8E9B-4CB9-8ED1-78D4AE81F4F4}">
      <dgm:prSet/>
      <dgm:spPr/>
      <dgm:t>
        <a:bodyPr/>
        <a:lstStyle/>
        <a:p>
          <a:endParaRPr lang="en-US"/>
        </a:p>
      </dgm:t>
    </dgm:pt>
    <dgm:pt modelId="{FA6DF5D8-B406-47DA-B1A1-562848354B7C}" type="sibTrans" cxnId="{635683FA-8E9B-4CB9-8ED1-78D4AE81F4F4}">
      <dgm:prSet/>
      <dgm:spPr/>
      <dgm:t>
        <a:bodyPr/>
        <a:lstStyle/>
        <a:p>
          <a:endParaRPr lang="en-US"/>
        </a:p>
      </dgm:t>
    </dgm:pt>
    <dgm:pt modelId="{3048E274-69ED-45DC-84F3-AE6C0A34ED59}">
      <dgm:prSet/>
      <dgm:spPr/>
      <dgm:t>
        <a:bodyPr/>
        <a:lstStyle/>
        <a:p>
          <a:r>
            <a:rPr lang="en-US"/>
            <a:t>| AMIT        | 4            |</a:t>
          </a:r>
        </a:p>
      </dgm:t>
    </dgm:pt>
    <dgm:pt modelId="{CE3DBDE4-2D43-4BF8-A58C-C93FAE99E169}" type="parTrans" cxnId="{F6B048C8-4DCE-4D5C-8A75-E0ED18E65E93}">
      <dgm:prSet/>
      <dgm:spPr/>
      <dgm:t>
        <a:bodyPr/>
        <a:lstStyle/>
        <a:p>
          <a:endParaRPr lang="en-US"/>
        </a:p>
      </dgm:t>
    </dgm:pt>
    <dgm:pt modelId="{1CDEBD67-A9D7-4F85-93CA-F7A237DE51E6}" type="sibTrans" cxnId="{F6B048C8-4DCE-4D5C-8A75-E0ED18E65E93}">
      <dgm:prSet/>
      <dgm:spPr/>
      <dgm:t>
        <a:bodyPr/>
        <a:lstStyle/>
        <a:p>
          <a:endParaRPr lang="en-US"/>
        </a:p>
      </dgm:t>
    </dgm:pt>
    <dgm:pt modelId="{32B7C49F-B0A9-4A36-A83A-F5E2740D355B}">
      <dgm:prSet/>
      <dgm:spPr/>
      <dgm:t>
        <a:bodyPr/>
        <a:lstStyle/>
        <a:p>
          <a:r>
            <a:rPr lang="en-US"/>
            <a:t>| NEHA        | 4            |</a:t>
          </a:r>
        </a:p>
      </dgm:t>
    </dgm:pt>
    <dgm:pt modelId="{E35D389D-F3B1-4121-A386-C951937D3513}" type="parTrans" cxnId="{7F739A0E-6ACE-4B77-AEB3-744ED7C059B3}">
      <dgm:prSet/>
      <dgm:spPr/>
      <dgm:t>
        <a:bodyPr/>
        <a:lstStyle/>
        <a:p>
          <a:endParaRPr lang="en-US"/>
        </a:p>
      </dgm:t>
    </dgm:pt>
    <dgm:pt modelId="{EB8C4E23-71C1-41FF-BD9F-04D8AF42673C}" type="sibTrans" cxnId="{7F739A0E-6ACE-4B77-AEB3-744ED7C059B3}">
      <dgm:prSet/>
      <dgm:spPr/>
      <dgm:t>
        <a:bodyPr/>
        <a:lstStyle/>
        <a:p>
          <a:endParaRPr lang="en-US"/>
        </a:p>
      </dgm:t>
    </dgm:pt>
    <dgm:pt modelId="{3E7A4A89-2B51-F94B-BD13-061939513C74}" type="pres">
      <dgm:prSet presAssocID="{205518EC-1DBE-4170-93E2-E9A162232BE3}" presName="vert0" presStyleCnt="0">
        <dgm:presLayoutVars>
          <dgm:dir/>
          <dgm:animOne val="branch"/>
          <dgm:animLvl val="lvl"/>
        </dgm:presLayoutVars>
      </dgm:prSet>
      <dgm:spPr/>
    </dgm:pt>
    <dgm:pt modelId="{14D14209-D43E-8D40-82A1-AFCE1D1E7BA5}" type="pres">
      <dgm:prSet presAssocID="{47251534-19C2-43CA-9C96-0E9958306EAA}" presName="thickLine" presStyleLbl="alignNode1" presStyleIdx="0" presStyleCnt="6"/>
      <dgm:spPr/>
    </dgm:pt>
    <dgm:pt modelId="{E17A33B2-E642-7044-9391-B8588E316205}" type="pres">
      <dgm:prSet presAssocID="{47251534-19C2-43CA-9C96-0E9958306EAA}" presName="horz1" presStyleCnt="0"/>
      <dgm:spPr/>
    </dgm:pt>
    <dgm:pt modelId="{B391D203-93AE-0842-A4C5-FE1D8DE323CC}" type="pres">
      <dgm:prSet presAssocID="{47251534-19C2-43CA-9C96-0E9958306EAA}" presName="tx1" presStyleLbl="revTx" presStyleIdx="0" presStyleCnt="6"/>
      <dgm:spPr/>
    </dgm:pt>
    <dgm:pt modelId="{706181E9-624F-C743-B246-6B966A215C84}" type="pres">
      <dgm:prSet presAssocID="{47251534-19C2-43CA-9C96-0E9958306EAA}" presName="vert1" presStyleCnt="0"/>
      <dgm:spPr/>
    </dgm:pt>
    <dgm:pt modelId="{34A4F7F2-C2E8-C140-9BB4-552D11F80A17}" type="pres">
      <dgm:prSet presAssocID="{3D42DE86-8397-49EC-8595-7F6FC7805806}" presName="thickLine" presStyleLbl="alignNode1" presStyleIdx="1" presStyleCnt="6"/>
      <dgm:spPr/>
    </dgm:pt>
    <dgm:pt modelId="{FBBD888A-BF96-BB44-8A65-53476D0A9EDA}" type="pres">
      <dgm:prSet presAssocID="{3D42DE86-8397-49EC-8595-7F6FC7805806}" presName="horz1" presStyleCnt="0"/>
      <dgm:spPr/>
    </dgm:pt>
    <dgm:pt modelId="{0705CCC7-A801-4E44-B7A7-21AAA29E0BE6}" type="pres">
      <dgm:prSet presAssocID="{3D42DE86-8397-49EC-8595-7F6FC7805806}" presName="tx1" presStyleLbl="revTx" presStyleIdx="1" presStyleCnt="6"/>
      <dgm:spPr/>
    </dgm:pt>
    <dgm:pt modelId="{4A98061A-97A8-F542-8FF3-9DBD84431064}" type="pres">
      <dgm:prSet presAssocID="{3D42DE86-8397-49EC-8595-7F6FC7805806}" presName="vert1" presStyleCnt="0"/>
      <dgm:spPr/>
    </dgm:pt>
    <dgm:pt modelId="{D7989F66-B67F-7D45-BF4E-7E60C1C93AEC}" type="pres">
      <dgm:prSet presAssocID="{13C8BBDB-0554-40DB-8554-D1F2CDCA356F}" presName="thickLine" presStyleLbl="alignNode1" presStyleIdx="2" presStyleCnt="6"/>
      <dgm:spPr/>
    </dgm:pt>
    <dgm:pt modelId="{821053F1-FAB8-8744-9CCE-1F2CCCC5BAC0}" type="pres">
      <dgm:prSet presAssocID="{13C8BBDB-0554-40DB-8554-D1F2CDCA356F}" presName="horz1" presStyleCnt="0"/>
      <dgm:spPr/>
    </dgm:pt>
    <dgm:pt modelId="{CD0BF872-9A4B-C440-8D88-295AD997D304}" type="pres">
      <dgm:prSet presAssocID="{13C8BBDB-0554-40DB-8554-D1F2CDCA356F}" presName="tx1" presStyleLbl="revTx" presStyleIdx="2" presStyleCnt="6"/>
      <dgm:spPr/>
    </dgm:pt>
    <dgm:pt modelId="{10100F60-36A8-6342-9065-25F38A828D8C}" type="pres">
      <dgm:prSet presAssocID="{13C8BBDB-0554-40DB-8554-D1F2CDCA356F}" presName="vert1" presStyleCnt="0"/>
      <dgm:spPr/>
    </dgm:pt>
    <dgm:pt modelId="{0A3FA866-996E-684C-856E-60731061AD7D}" type="pres">
      <dgm:prSet presAssocID="{FB030198-4C2F-428F-9B40-5095E5C5C609}" presName="thickLine" presStyleLbl="alignNode1" presStyleIdx="3" presStyleCnt="6"/>
      <dgm:spPr/>
    </dgm:pt>
    <dgm:pt modelId="{8DC36815-03D7-3648-AC08-BCE6EAC7B8A0}" type="pres">
      <dgm:prSet presAssocID="{FB030198-4C2F-428F-9B40-5095E5C5C609}" presName="horz1" presStyleCnt="0"/>
      <dgm:spPr/>
    </dgm:pt>
    <dgm:pt modelId="{3893E38D-89F1-3148-93AA-EF4BE46D82EE}" type="pres">
      <dgm:prSet presAssocID="{FB030198-4C2F-428F-9B40-5095E5C5C609}" presName="tx1" presStyleLbl="revTx" presStyleIdx="3" presStyleCnt="6"/>
      <dgm:spPr/>
    </dgm:pt>
    <dgm:pt modelId="{27852DA5-5358-1340-A14D-3F273690AC75}" type="pres">
      <dgm:prSet presAssocID="{FB030198-4C2F-428F-9B40-5095E5C5C609}" presName="vert1" presStyleCnt="0"/>
      <dgm:spPr/>
    </dgm:pt>
    <dgm:pt modelId="{83F8B10B-08D6-B848-AB1D-B06D86BABAFC}" type="pres">
      <dgm:prSet presAssocID="{3048E274-69ED-45DC-84F3-AE6C0A34ED59}" presName="thickLine" presStyleLbl="alignNode1" presStyleIdx="4" presStyleCnt="6"/>
      <dgm:spPr/>
    </dgm:pt>
    <dgm:pt modelId="{DAFF1415-9679-924A-9AC8-BFF7D93EAFF4}" type="pres">
      <dgm:prSet presAssocID="{3048E274-69ED-45DC-84F3-AE6C0A34ED59}" presName="horz1" presStyleCnt="0"/>
      <dgm:spPr/>
    </dgm:pt>
    <dgm:pt modelId="{51481413-3063-664C-BE4F-E57A7201A772}" type="pres">
      <dgm:prSet presAssocID="{3048E274-69ED-45DC-84F3-AE6C0A34ED59}" presName="tx1" presStyleLbl="revTx" presStyleIdx="4" presStyleCnt="6"/>
      <dgm:spPr/>
    </dgm:pt>
    <dgm:pt modelId="{757CC712-429F-AF43-A78B-0E836DD272BB}" type="pres">
      <dgm:prSet presAssocID="{3048E274-69ED-45DC-84F3-AE6C0A34ED59}" presName="vert1" presStyleCnt="0"/>
      <dgm:spPr/>
    </dgm:pt>
    <dgm:pt modelId="{EC436C31-DBB7-1741-AC92-E7168888C063}" type="pres">
      <dgm:prSet presAssocID="{32B7C49F-B0A9-4A36-A83A-F5E2740D355B}" presName="thickLine" presStyleLbl="alignNode1" presStyleIdx="5" presStyleCnt="6"/>
      <dgm:spPr/>
    </dgm:pt>
    <dgm:pt modelId="{8E393B9C-23B8-2A42-BEA5-955AA89380CA}" type="pres">
      <dgm:prSet presAssocID="{32B7C49F-B0A9-4A36-A83A-F5E2740D355B}" presName="horz1" presStyleCnt="0"/>
      <dgm:spPr/>
    </dgm:pt>
    <dgm:pt modelId="{C1118E7C-6333-DE4F-83EA-A2903A7C092B}" type="pres">
      <dgm:prSet presAssocID="{32B7C49F-B0A9-4A36-A83A-F5E2740D355B}" presName="tx1" presStyleLbl="revTx" presStyleIdx="5" presStyleCnt="6"/>
      <dgm:spPr/>
    </dgm:pt>
    <dgm:pt modelId="{1D117EA1-133D-C74A-8D6B-444FCCC91C76}" type="pres">
      <dgm:prSet presAssocID="{32B7C49F-B0A9-4A36-A83A-F5E2740D355B}" presName="vert1" presStyleCnt="0"/>
      <dgm:spPr/>
    </dgm:pt>
  </dgm:ptLst>
  <dgm:cxnLst>
    <dgm:cxn modelId="{7F739A0E-6ACE-4B77-AEB3-744ED7C059B3}" srcId="{205518EC-1DBE-4170-93E2-E9A162232BE3}" destId="{32B7C49F-B0A9-4A36-A83A-F5E2740D355B}" srcOrd="5" destOrd="0" parTransId="{E35D389D-F3B1-4121-A386-C951937D3513}" sibTransId="{EB8C4E23-71C1-41FF-BD9F-04D8AF42673C}"/>
    <dgm:cxn modelId="{8BF3521E-4125-49B5-8F87-1DD9D80E292C}" srcId="{205518EC-1DBE-4170-93E2-E9A162232BE3}" destId="{3D42DE86-8397-49EC-8595-7F6FC7805806}" srcOrd="1" destOrd="0" parTransId="{1C4F6652-2DAD-414E-AEAF-94179EE1A6EC}" sibTransId="{7F0073B4-279E-458C-BD58-973AE0ED2937}"/>
    <dgm:cxn modelId="{A72AE035-16B8-B84C-A90B-89BA6E006FD9}" type="presOf" srcId="{FB030198-4C2F-428F-9B40-5095E5C5C609}" destId="{3893E38D-89F1-3148-93AA-EF4BE46D82EE}" srcOrd="0" destOrd="0" presId="urn:microsoft.com/office/officeart/2008/layout/LinedList"/>
    <dgm:cxn modelId="{41178647-1193-413B-8A89-79B9CB8EC907}" srcId="{205518EC-1DBE-4170-93E2-E9A162232BE3}" destId="{13C8BBDB-0554-40DB-8554-D1F2CDCA356F}" srcOrd="2" destOrd="0" parTransId="{A53CAC12-FD39-416B-AE17-B48FC7EC7766}" sibTransId="{ED7FF070-97D4-4449-A33D-6E134CAFA71A}"/>
    <dgm:cxn modelId="{1BF08C60-B7B1-BD49-A73B-B9EDDEBA07C0}" type="presOf" srcId="{13C8BBDB-0554-40DB-8554-D1F2CDCA356F}" destId="{CD0BF872-9A4B-C440-8D88-295AD997D304}" srcOrd="0" destOrd="0" presId="urn:microsoft.com/office/officeart/2008/layout/LinedList"/>
    <dgm:cxn modelId="{05612867-3AA5-654B-892F-D2E095972BB9}" type="presOf" srcId="{3D42DE86-8397-49EC-8595-7F6FC7805806}" destId="{0705CCC7-A801-4E44-B7A7-21AAA29E0BE6}" srcOrd="0" destOrd="0" presId="urn:microsoft.com/office/officeart/2008/layout/LinedList"/>
    <dgm:cxn modelId="{F2568B80-4B81-5543-BC26-C823041FD7AC}" type="presOf" srcId="{47251534-19C2-43CA-9C96-0E9958306EAA}" destId="{B391D203-93AE-0842-A4C5-FE1D8DE323CC}" srcOrd="0" destOrd="0" presId="urn:microsoft.com/office/officeart/2008/layout/LinedList"/>
    <dgm:cxn modelId="{340954AF-1B74-7E48-8E91-20AA366D6C52}" type="presOf" srcId="{3048E274-69ED-45DC-84F3-AE6C0A34ED59}" destId="{51481413-3063-664C-BE4F-E57A7201A772}" srcOrd="0" destOrd="0" presId="urn:microsoft.com/office/officeart/2008/layout/LinedList"/>
    <dgm:cxn modelId="{9F92C9BA-B14F-8148-8636-3805012A9900}" type="presOf" srcId="{32B7C49F-B0A9-4A36-A83A-F5E2740D355B}" destId="{C1118E7C-6333-DE4F-83EA-A2903A7C092B}" srcOrd="0" destOrd="0" presId="urn:microsoft.com/office/officeart/2008/layout/LinedList"/>
    <dgm:cxn modelId="{F6B048C8-4DCE-4D5C-8A75-E0ED18E65E93}" srcId="{205518EC-1DBE-4170-93E2-E9A162232BE3}" destId="{3048E274-69ED-45DC-84F3-AE6C0A34ED59}" srcOrd="4" destOrd="0" parTransId="{CE3DBDE4-2D43-4BF8-A58C-C93FAE99E169}" sibTransId="{1CDEBD67-A9D7-4F85-93CA-F7A237DE51E6}"/>
    <dgm:cxn modelId="{3F089FD6-0B29-834E-9CC7-9E9AC0A8D32F}" type="presOf" srcId="{205518EC-1DBE-4170-93E2-E9A162232BE3}" destId="{3E7A4A89-2B51-F94B-BD13-061939513C74}" srcOrd="0" destOrd="0" presId="urn:microsoft.com/office/officeart/2008/layout/LinedList"/>
    <dgm:cxn modelId="{F3A7A6E8-46FD-4A3A-BCBE-D677C742627A}" srcId="{205518EC-1DBE-4170-93E2-E9A162232BE3}" destId="{47251534-19C2-43CA-9C96-0E9958306EAA}" srcOrd="0" destOrd="0" parTransId="{30BC7E75-A519-4798-9DFE-9C2A571DE97C}" sibTransId="{95DB2BF9-9A8F-4333-B1D3-1F7D649E9A3E}"/>
    <dgm:cxn modelId="{635683FA-8E9B-4CB9-8ED1-78D4AE81F4F4}" srcId="{205518EC-1DBE-4170-93E2-E9A162232BE3}" destId="{FB030198-4C2F-428F-9B40-5095E5C5C609}" srcOrd="3" destOrd="0" parTransId="{29BA5AB0-7C0B-477C-8F6A-95BEA4737610}" sibTransId="{FA6DF5D8-B406-47DA-B1A1-562848354B7C}"/>
    <dgm:cxn modelId="{254561DE-E946-424C-AAEB-CC58EC691381}" type="presParOf" srcId="{3E7A4A89-2B51-F94B-BD13-061939513C74}" destId="{14D14209-D43E-8D40-82A1-AFCE1D1E7BA5}" srcOrd="0" destOrd="0" presId="urn:microsoft.com/office/officeart/2008/layout/LinedList"/>
    <dgm:cxn modelId="{E3023C14-FA1F-E84F-B1F8-57F65136CE55}" type="presParOf" srcId="{3E7A4A89-2B51-F94B-BD13-061939513C74}" destId="{E17A33B2-E642-7044-9391-B8588E316205}" srcOrd="1" destOrd="0" presId="urn:microsoft.com/office/officeart/2008/layout/LinedList"/>
    <dgm:cxn modelId="{75196D19-2302-E447-AD97-C7F0CD8464DF}" type="presParOf" srcId="{E17A33B2-E642-7044-9391-B8588E316205}" destId="{B391D203-93AE-0842-A4C5-FE1D8DE323CC}" srcOrd="0" destOrd="0" presId="urn:microsoft.com/office/officeart/2008/layout/LinedList"/>
    <dgm:cxn modelId="{484A2026-D0E9-3D41-B765-B23AB0DC7B53}" type="presParOf" srcId="{E17A33B2-E642-7044-9391-B8588E316205}" destId="{706181E9-624F-C743-B246-6B966A215C84}" srcOrd="1" destOrd="0" presId="urn:microsoft.com/office/officeart/2008/layout/LinedList"/>
    <dgm:cxn modelId="{ED115EFD-FECD-3947-ACD8-509E04309709}" type="presParOf" srcId="{3E7A4A89-2B51-F94B-BD13-061939513C74}" destId="{34A4F7F2-C2E8-C140-9BB4-552D11F80A17}" srcOrd="2" destOrd="0" presId="urn:microsoft.com/office/officeart/2008/layout/LinedList"/>
    <dgm:cxn modelId="{25F9D2E8-E02A-554C-B0A9-4FE993B6C1DF}" type="presParOf" srcId="{3E7A4A89-2B51-F94B-BD13-061939513C74}" destId="{FBBD888A-BF96-BB44-8A65-53476D0A9EDA}" srcOrd="3" destOrd="0" presId="urn:microsoft.com/office/officeart/2008/layout/LinedList"/>
    <dgm:cxn modelId="{B725C9E0-DEB4-9542-BC84-EA18417B9CA6}" type="presParOf" srcId="{FBBD888A-BF96-BB44-8A65-53476D0A9EDA}" destId="{0705CCC7-A801-4E44-B7A7-21AAA29E0BE6}" srcOrd="0" destOrd="0" presId="urn:microsoft.com/office/officeart/2008/layout/LinedList"/>
    <dgm:cxn modelId="{9C5DC65B-B59F-794C-874D-EB754ED2C9CA}" type="presParOf" srcId="{FBBD888A-BF96-BB44-8A65-53476D0A9EDA}" destId="{4A98061A-97A8-F542-8FF3-9DBD84431064}" srcOrd="1" destOrd="0" presId="urn:microsoft.com/office/officeart/2008/layout/LinedList"/>
    <dgm:cxn modelId="{71FC51A3-4FDC-2440-B87A-09D5AF6D135E}" type="presParOf" srcId="{3E7A4A89-2B51-F94B-BD13-061939513C74}" destId="{D7989F66-B67F-7D45-BF4E-7E60C1C93AEC}" srcOrd="4" destOrd="0" presId="urn:microsoft.com/office/officeart/2008/layout/LinedList"/>
    <dgm:cxn modelId="{6FD27000-9674-3A45-B176-59D78F3F8AB4}" type="presParOf" srcId="{3E7A4A89-2B51-F94B-BD13-061939513C74}" destId="{821053F1-FAB8-8744-9CCE-1F2CCCC5BAC0}" srcOrd="5" destOrd="0" presId="urn:microsoft.com/office/officeart/2008/layout/LinedList"/>
    <dgm:cxn modelId="{048532A7-F7E9-BF4B-A216-00EFD3EBC4A0}" type="presParOf" srcId="{821053F1-FAB8-8744-9CCE-1F2CCCC5BAC0}" destId="{CD0BF872-9A4B-C440-8D88-295AD997D304}" srcOrd="0" destOrd="0" presId="urn:microsoft.com/office/officeart/2008/layout/LinedList"/>
    <dgm:cxn modelId="{9DD11E48-10DF-8A40-8295-8A1881217D9E}" type="presParOf" srcId="{821053F1-FAB8-8744-9CCE-1F2CCCC5BAC0}" destId="{10100F60-36A8-6342-9065-25F38A828D8C}" srcOrd="1" destOrd="0" presId="urn:microsoft.com/office/officeart/2008/layout/LinedList"/>
    <dgm:cxn modelId="{365BEFA6-0C28-F742-A26D-634FC9F1D1EC}" type="presParOf" srcId="{3E7A4A89-2B51-F94B-BD13-061939513C74}" destId="{0A3FA866-996E-684C-856E-60731061AD7D}" srcOrd="6" destOrd="0" presId="urn:microsoft.com/office/officeart/2008/layout/LinedList"/>
    <dgm:cxn modelId="{3F8D32B5-A44F-3E4A-A1EF-2D81F8E44349}" type="presParOf" srcId="{3E7A4A89-2B51-F94B-BD13-061939513C74}" destId="{8DC36815-03D7-3648-AC08-BCE6EAC7B8A0}" srcOrd="7" destOrd="0" presId="urn:microsoft.com/office/officeart/2008/layout/LinedList"/>
    <dgm:cxn modelId="{43A3C7DD-CBC5-FC47-81FB-94BD2CD198FA}" type="presParOf" srcId="{8DC36815-03D7-3648-AC08-BCE6EAC7B8A0}" destId="{3893E38D-89F1-3148-93AA-EF4BE46D82EE}" srcOrd="0" destOrd="0" presId="urn:microsoft.com/office/officeart/2008/layout/LinedList"/>
    <dgm:cxn modelId="{C352ED7D-D179-304A-B05B-09D05C5F7986}" type="presParOf" srcId="{8DC36815-03D7-3648-AC08-BCE6EAC7B8A0}" destId="{27852DA5-5358-1340-A14D-3F273690AC75}" srcOrd="1" destOrd="0" presId="urn:microsoft.com/office/officeart/2008/layout/LinedList"/>
    <dgm:cxn modelId="{2EDFEBBA-181F-EC41-89BC-163B4187ECC7}" type="presParOf" srcId="{3E7A4A89-2B51-F94B-BD13-061939513C74}" destId="{83F8B10B-08D6-B848-AB1D-B06D86BABAFC}" srcOrd="8" destOrd="0" presId="urn:microsoft.com/office/officeart/2008/layout/LinedList"/>
    <dgm:cxn modelId="{01117C47-3CCA-EF40-87D6-F8D0262EE329}" type="presParOf" srcId="{3E7A4A89-2B51-F94B-BD13-061939513C74}" destId="{DAFF1415-9679-924A-9AC8-BFF7D93EAFF4}" srcOrd="9" destOrd="0" presId="urn:microsoft.com/office/officeart/2008/layout/LinedList"/>
    <dgm:cxn modelId="{895DF98A-1755-F245-9539-4EEC6C8181A7}" type="presParOf" srcId="{DAFF1415-9679-924A-9AC8-BFF7D93EAFF4}" destId="{51481413-3063-664C-BE4F-E57A7201A772}" srcOrd="0" destOrd="0" presId="urn:microsoft.com/office/officeart/2008/layout/LinedList"/>
    <dgm:cxn modelId="{E1E208D5-EFA3-064F-A5EC-12987196E770}" type="presParOf" srcId="{DAFF1415-9679-924A-9AC8-BFF7D93EAFF4}" destId="{757CC712-429F-AF43-A78B-0E836DD272BB}" srcOrd="1" destOrd="0" presId="urn:microsoft.com/office/officeart/2008/layout/LinedList"/>
    <dgm:cxn modelId="{4F3F314D-E213-004D-837F-7F0F9486B093}" type="presParOf" srcId="{3E7A4A89-2B51-F94B-BD13-061939513C74}" destId="{EC436C31-DBB7-1741-AC92-E7168888C063}" srcOrd="10" destOrd="0" presId="urn:microsoft.com/office/officeart/2008/layout/LinedList"/>
    <dgm:cxn modelId="{31899C2F-0D68-E240-A7FD-3BA5D0D8C900}" type="presParOf" srcId="{3E7A4A89-2B51-F94B-BD13-061939513C74}" destId="{8E393B9C-23B8-2A42-BEA5-955AA89380CA}" srcOrd="11" destOrd="0" presId="urn:microsoft.com/office/officeart/2008/layout/LinedList"/>
    <dgm:cxn modelId="{4A5118CE-5C51-FA42-8D4D-8DB84995A06C}" type="presParOf" srcId="{8E393B9C-23B8-2A42-BEA5-955AA89380CA}" destId="{C1118E7C-6333-DE4F-83EA-A2903A7C092B}" srcOrd="0" destOrd="0" presId="urn:microsoft.com/office/officeart/2008/layout/LinedList"/>
    <dgm:cxn modelId="{DBB33C41-BBC1-CD42-A773-5C4FEAFCC79D}" type="presParOf" srcId="{8E393B9C-23B8-2A42-BEA5-955AA89380CA}" destId="{1D117EA1-133D-C74A-8D6B-444FCCC91C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C41DDAD-2138-4598-B010-A67B27C7FC1F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2955FE6-6932-4FBE-B867-C028C3D2DC4F}">
      <dgm:prSet/>
      <dgm:spPr/>
      <dgm:t>
        <a:bodyPr/>
        <a:lstStyle/>
        <a:p>
          <a:r>
            <a:rPr lang="en-US"/>
            <a:t>SELECT CURDATE(), YEAR(CURDATE()), MONTH(CURDATE());</a:t>
          </a:r>
        </a:p>
      </dgm:t>
    </dgm:pt>
    <dgm:pt modelId="{A11B6719-98EB-4CB8-BEB4-E73E840FD564}" type="parTrans" cxnId="{DEBE9148-EA31-4FAA-AAAC-A0185C5D1709}">
      <dgm:prSet/>
      <dgm:spPr/>
      <dgm:t>
        <a:bodyPr/>
        <a:lstStyle/>
        <a:p>
          <a:endParaRPr lang="en-US"/>
        </a:p>
      </dgm:t>
    </dgm:pt>
    <dgm:pt modelId="{017F56BB-BC0A-4F7E-83C0-EFD7C12E1337}" type="sibTrans" cxnId="{DEBE9148-EA31-4FAA-AAAC-A0185C5D1709}">
      <dgm:prSet/>
      <dgm:spPr/>
      <dgm:t>
        <a:bodyPr/>
        <a:lstStyle/>
        <a:p>
          <a:endParaRPr lang="en-US"/>
        </a:p>
      </dgm:t>
    </dgm:pt>
    <dgm:pt modelId="{6344D44E-5756-4730-B8DA-CB126F922765}">
      <dgm:prSet/>
      <dgm:spPr/>
      <dgm:t>
        <a:bodyPr/>
        <a:lstStyle/>
        <a:p>
          <a:r>
            <a:rPr lang="en-US"/>
            <a:t>Output (Sample):</a:t>
          </a:r>
        </a:p>
      </dgm:t>
    </dgm:pt>
    <dgm:pt modelId="{25BDCEEE-AC93-425C-AD91-0B8DDCD834F8}" type="parTrans" cxnId="{75C08E27-E9E0-43DC-A97E-74A6F1A7E3C4}">
      <dgm:prSet/>
      <dgm:spPr/>
      <dgm:t>
        <a:bodyPr/>
        <a:lstStyle/>
        <a:p>
          <a:endParaRPr lang="en-US"/>
        </a:p>
      </dgm:t>
    </dgm:pt>
    <dgm:pt modelId="{B64A10AE-6B58-4803-8D33-AA5D1A20343C}" type="sibTrans" cxnId="{75C08E27-E9E0-43DC-A97E-74A6F1A7E3C4}">
      <dgm:prSet/>
      <dgm:spPr/>
      <dgm:t>
        <a:bodyPr/>
        <a:lstStyle/>
        <a:p>
          <a:endParaRPr lang="en-US"/>
        </a:p>
      </dgm:t>
    </dgm:pt>
    <dgm:pt modelId="{3C7487B6-23C8-46F5-9E17-1E03BC3EE937}">
      <dgm:prSet/>
      <dgm:spPr/>
      <dgm:t>
        <a:bodyPr/>
        <a:lstStyle/>
        <a:p>
          <a:r>
            <a:rPr lang="en-US"/>
            <a:t>| CURDATE()  | YEAR | MONTH |</a:t>
          </a:r>
        </a:p>
      </dgm:t>
    </dgm:pt>
    <dgm:pt modelId="{CB2F08DC-1676-4A0B-A122-75717BB64A75}" type="parTrans" cxnId="{23FF367E-0352-4A50-AFDD-F60DCD685941}">
      <dgm:prSet/>
      <dgm:spPr/>
      <dgm:t>
        <a:bodyPr/>
        <a:lstStyle/>
        <a:p>
          <a:endParaRPr lang="en-US"/>
        </a:p>
      </dgm:t>
    </dgm:pt>
    <dgm:pt modelId="{69D480D6-DC35-4B1A-9CD4-55C351DE64B1}" type="sibTrans" cxnId="{23FF367E-0352-4A50-AFDD-F60DCD685941}">
      <dgm:prSet/>
      <dgm:spPr/>
      <dgm:t>
        <a:bodyPr/>
        <a:lstStyle/>
        <a:p>
          <a:endParaRPr lang="en-US"/>
        </a:p>
      </dgm:t>
    </dgm:pt>
    <dgm:pt modelId="{85B0F431-E118-4AC5-A838-9A85B387FBE5}">
      <dgm:prSet/>
      <dgm:spPr/>
      <dgm:t>
        <a:bodyPr/>
        <a:lstStyle/>
        <a:p>
          <a:r>
            <a:rPr lang="en-US"/>
            <a:t>|------------|------|-------|</a:t>
          </a:r>
        </a:p>
      </dgm:t>
    </dgm:pt>
    <dgm:pt modelId="{F78EAD83-4B62-4BEC-BB28-BEAD1AC93F24}" type="parTrans" cxnId="{F8F67601-12B0-4A25-864F-C82EC8376B94}">
      <dgm:prSet/>
      <dgm:spPr/>
      <dgm:t>
        <a:bodyPr/>
        <a:lstStyle/>
        <a:p>
          <a:endParaRPr lang="en-US"/>
        </a:p>
      </dgm:t>
    </dgm:pt>
    <dgm:pt modelId="{971D8487-498B-4DAC-8E15-437D96E723CD}" type="sibTrans" cxnId="{F8F67601-12B0-4A25-864F-C82EC8376B94}">
      <dgm:prSet/>
      <dgm:spPr/>
      <dgm:t>
        <a:bodyPr/>
        <a:lstStyle/>
        <a:p>
          <a:endParaRPr lang="en-US"/>
        </a:p>
      </dgm:t>
    </dgm:pt>
    <dgm:pt modelId="{09C04E1E-22C0-4C89-849A-C906E7F16E77}">
      <dgm:prSet/>
      <dgm:spPr/>
      <dgm:t>
        <a:bodyPr/>
        <a:lstStyle/>
        <a:p>
          <a:r>
            <a:rPr lang="en-US"/>
            <a:t>| 2025-09-21 | 2025 | 9     |</a:t>
          </a:r>
        </a:p>
      </dgm:t>
    </dgm:pt>
    <dgm:pt modelId="{79329845-D53E-4061-95F9-60CAA5C984C8}" type="parTrans" cxnId="{9DF5C826-A239-4967-900D-7AE61ED910EA}">
      <dgm:prSet/>
      <dgm:spPr/>
      <dgm:t>
        <a:bodyPr/>
        <a:lstStyle/>
        <a:p>
          <a:endParaRPr lang="en-US"/>
        </a:p>
      </dgm:t>
    </dgm:pt>
    <dgm:pt modelId="{F3176D8F-7F97-427B-B5DA-C7347E6CE9C3}" type="sibTrans" cxnId="{9DF5C826-A239-4967-900D-7AE61ED910EA}">
      <dgm:prSet/>
      <dgm:spPr/>
      <dgm:t>
        <a:bodyPr/>
        <a:lstStyle/>
        <a:p>
          <a:endParaRPr lang="en-US"/>
        </a:p>
      </dgm:t>
    </dgm:pt>
    <dgm:pt modelId="{5C3531C3-E76F-CF47-823F-4030B9807827}" type="pres">
      <dgm:prSet presAssocID="{2C41DDAD-2138-4598-B010-A67B27C7FC1F}" presName="vert0" presStyleCnt="0">
        <dgm:presLayoutVars>
          <dgm:dir/>
          <dgm:animOne val="branch"/>
          <dgm:animLvl val="lvl"/>
        </dgm:presLayoutVars>
      </dgm:prSet>
      <dgm:spPr/>
    </dgm:pt>
    <dgm:pt modelId="{365EACB2-AC40-E041-8A28-18F6256440DE}" type="pres">
      <dgm:prSet presAssocID="{F2955FE6-6932-4FBE-B867-C028C3D2DC4F}" presName="thickLine" presStyleLbl="alignNode1" presStyleIdx="0" presStyleCnt="5"/>
      <dgm:spPr/>
    </dgm:pt>
    <dgm:pt modelId="{F69219F0-D231-204D-81BE-B762F9C2ED9A}" type="pres">
      <dgm:prSet presAssocID="{F2955FE6-6932-4FBE-B867-C028C3D2DC4F}" presName="horz1" presStyleCnt="0"/>
      <dgm:spPr/>
    </dgm:pt>
    <dgm:pt modelId="{3F2713E3-1BE4-4A4F-9D42-8CA045D5765B}" type="pres">
      <dgm:prSet presAssocID="{F2955FE6-6932-4FBE-B867-C028C3D2DC4F}" presName="tx1" presStyleLbl="revTx" presStyleIdx="0" presStyleCnt="5"/>
      <dgm:spPr/>
    </dgm:pt>
    <dgm:pt modelId="{8F730C34-382B-7F4C-B304-6C3A8C04B1CB}" type="pres">
      <dgm:prSet presAssocID="{F2955FE6-6932-4FBE-B867-C028C3D2DC4F}" presName="vert1" presStyleCnt="0"/>
      <dgm:spPr/>
    </dgm:pt>
    <dgm:pt modelId="{F5B04153-9CD5-2341-8271-85C9C0DB0C8F}" type="pres">
      <dgm:prSet presAssocID="{6344D44E-5756-4730-B8DA-CB126F922765}" presName="thickLine" presStyleLbl="alignNode1" presStyleIdx="1" presStyleCnt="5"/>
      <dgm:spPr/>
    </dgm:pt>
    <dgm:pt modelId="{265FEB5A-5D31-494E-85FB-6A3D2B828A19}" type="pres">
      <dgm:prSet presAssocID="{6344D44E-5756-4730-B8DA-CB126F922765}" presName="horz1" presStyleCnt="0"/>
      <dgm:spPr/>
    </dgm:pt>
    <dgm:pt modelId="{64AD2DD5-7898-4444-A058-118AE6554CB8}" type="pres">
      <dgm:prSet presAssocID="{6344D44E-5756-4730-B8DA-CB126F922765}" presName="tx1" presStyleLbl="revTx" presStyleIdx="1" presStyleCnt="5"/>
      <dgm:spPr/>
    </dgm:pt>
    <dgm:pt modelId="{E8073969-E5D7-0643-8FBC-06A811F96138}" type="pres">
      <dgm:prSet presAssocID="{6344D44E-5756-4730-B8DA-CB126F922765}" presName="vert1" presStyleCnt="0"/>
      <dgm:spPr/>
    </dgm:pt>
    <dgm:pt modelId="{6A487437-5106-0744-965D-349A345A9755}" type="pres">
      <dgm:prSet presAssocID="{3C7487B6-23C8-46F5-9E17-1E03BC3EE937}" presName="thickLine" presStyleLbl="alignNode1" presStyleIdx="2" presStyleCnt="5"/>
      <dgm:spPr/>
    </dgm:pt>
    <dgm:pt modelId="{7B7B9009-2D0B-8440-AA32-7C90F9399D18}" type="pres">
      <dgm:prSet presAssocID="{3C7487B6-23C8-46F5-9E17-1E03BC3EE937}" presName="horz1" presStyleCnt="0"/>
      <dgm:spPr/>
    </dgm:pt>
    <dgm:pt modelId="{8A4C6D4C-4A41-E34F-8486-4103D5E14620}" type="pres">
      <dgm:prSet presAssocID="{3C7487B6-23C8-46F5-9E17-1E03BC3EE937}" presName="tx1" presStyleLbl="revTx" presStyleIdx="2" presStyleCnt="5"/>
      <dgm:spPr/>
    </dgm:pt>
    <dgm:pt modelId="{B11259E5-5CA4-3745-BFAA-E4C4C47124AD}" type="pres">
      <dgm:prSet presAssocID="{3C7487B6-23C8-46F5-9E17-1E03BC3EE937}" presName="vert1" presStyleCnt="0"/>
      <dgm:spPr/>
    </dgm:pt>
    <dgm:pt modelId="{3A0ED466-33E1-B24C-8CDB-9009C0EF7CEB}" type="pres">
      <dgm:prSet presAssocID="{85B0F431-E118-4AC5-A838-9A85B387FBE5}" presName="thickLine" presStyleLbl="alignNode1" presStyleIdx="3" presStyleCnt="5"/>
      <dgm:spPr/>
    </dgm:pt>
    <dgm:pt modelId="{57D16E1F-84FB-2841-A693-24A18E277875}" type="pres">
      <dgm:prSet presAssocID="{85B0F431-E118-4AC5-A838-9A85B387FBE5}" presName="horz1" presStyleCnt="0"/>
      <dgm:spPr/>
    </dgm:pt>
    <dgm:pt modelId="{20E3C380-89B7-CA40-83BC-9CC4DBC7A014}" type="pres">
      <dgm:prSet presAssocID="{85B0F431-E118-4AC5-A838-9A85B387FBE5}" presName="tx1" presStyleLbl="revTx" presStyleIdx="3" presStyleCnt="5"/>
      <dgm:spPr/>
    </dgm:pt>
    <dgm:pt modelId="{015CD085-51AB-A04B-A8EA-A51214E7D706}" type="pres">
      <dgm:prSet presAssocID="{85B0F431-E118-4AC5-A838-9A85B387FBE5}" presName="vert1" presStyleCnt="0"/>
      <dgm:spPr/>
    </dgm:pt>
    <dgm:pt modelId="{296BD387-AC35-114D-BED1-90058D7C6D52}" type="pres">
      <dgm:prSet presAssocID="{09C04E1E-22C0-4C89-849A-C906E7F16E77}" presName="thickLine" presStyleLbl="alignNode1" presStyleIdx="4" presStyleCnt="5"/>
      <dgm:spPr/>
    </dgm:pt>
    <dgm:pt modelId="{39029B1F-B77F-214C-ACCC-E29D3E508973}" type="pres">
      <dgm:prSet presAssocID="{09C04E1E-22C0-4C89-849A-C906E7F16E77}" presName="horz1" presStyleCnt="0"/>
      <dgm:spPr/>
    </dgm:pt>
    <dgm:pt modelId="{7AB83034-5FD4-9F4A-9F11-05D287E833A7}" type="pres">
      <dgm:prSet presAssocID="{09C04E1E-22C0-4C89-849A-C906E7F16E77}" presName="tx1" presStyleLbl="revTx" presStyleIdx="4" presStyleCnt="5"/>
      <dgm:spPr/>
    </dgm:pt>
    <dgm:pt modelId="{49530256-9A6D-5042-B512-F37E8A5DE883}" type="pres">
      <dgm:prSet presAssocID="{09C04E1E-22C0-4C89-849A-C906E7F16E77}" presName="vert1" presStyleCnt="0"/>
      <dgm:spPr/>
    </dgm:pt>
  </dgm:ptLst>
  <dgm:cxnLst>
    <dgm:cxn modelId="{F8F67601-12B0-4A25-864F-C82EC8376B94}" srcId="{2C41DDAD-2138-4598-B010-A67B27C7FC1F}" destId="{85B0F431-E118-4AC5-A838-9A85B387FBE5}" srcOrd="3" destOrd="0" parTransId="{F78EAD83-4B62-4BEC-BB28-BEAD1AC93F24}" sibTransId="{971D8487-498B-4DAC-8E15-437D96E723CD}"/>
    <dgm:cxn modelId="{9DF5C826-A239-4967-900D-7AE61ED910EA}" srcId="{2C41DDAD-2138-4598-B010-A67B27C7FC1F}" destId="{09C04E1E-22C0-4C89-849A-C906E7F16E77}" srcOrd="4" destOrd="0" parTransId="{79329845-D53E-4061-95F9-60CAA5C984C8}" sibTransId="{F3176D8F-7F97-427B-B5DA-C7347E6CE9C3}"/>
    <dgm:cxn modelId="{75C08E27-E9E0-43DC-A97E-74A6F1A7E3C4}" srcId="{2C41DDAD-2138-4598-B010-A67B27C7FC1F}" destId="{6344D44E-5756-4730-B8DA-CB126F922765}" srcOrd="1" destOrd="0" parTransId="{25BDCEEE-AC93-425C-AD91-0B8DDCD834F8}" sibTransId="{B64A10AE-6B58-4803-8D33-AA5D1A20343C}"/>
    <dgm:cxn modelId="{DEBE9148-EA31-4FAA-AAAC-A0185C5D1709}" srcId="{2C41DDAD-2138-4598-B010-A67B27C7FC1F}" destId="{F2955FE6-6932-4FBE-B867-C028C3D2DC4F}" srcOrd="0" destOrd="0" parTransId="{A11B6719-98EB-4CB8-BEB4-E73E840FD564}" sibTransId="{017F56BB-BC0A-4F7E-83C0-EFD7C12E1337}"/>
    <dgm:cxn modelId="{513AA85A-E730-094E-84C3-F859223D456B}" type="presOf" srcId="{2C41DDAD-2138-4598-B010-A67B27C7FC1F}" destId="{5C3531C3-E76F-CF47-823F-4030B9807827}" srcOrd="0" destOrd="0" presId="urn:microsoft.com/office/officeart/2008/layout/LinedList"/>
    <dgm:cxn modelId="{23FF367E-0352-4A50-AFDD-F60DCD685941}" srcId="{2C41DDAD-2138-4598-B010-A67B27C7FC1F}" destId="{3C7487B6-23C8-46F5-9E17-1E03BC3EE937}" srcOrd="2" destOrd="0" parTransId="{CB2F08DC-1676-4A0B-A122-75717BB64A75}" sibTransId="{69D480D6-DC35-4B1A-9CD4-55C351DE64B1}"/>
    <dgm:cxn modelId="{88A6859E-8BE6-2747-99AB-1384AC1FE9A2}" type="presOf" srcId="{F2955FE6-6932-4FBE-B867-C028C3D2DC4F}" destId="{3F2713E3-1BE4-4A4F-9D42-8CA045D5765B}" srcOrd="0" destOrd="0" presId="urn:microsoft.com/office/officeart/2008/layout/LinedList"/>
    <dgm:cxn modelId="{C22B7FB8-031F-0F47-9CBC-58172FC2F6C0}" type="presOf" srcId="{6344D44E-5756-4730-B8DA-CB126F922765}" destId="{64AD2DD5-7898-4444-A058-118AE6554CB8}" srcOrd="0" destOrd="0" presId="urn:microsoft.com/office/officeart/2008/layout/LinedList"/>
    <dgm:cxn modelId="{F6F538DB-3F44-6E41-AE86-C7306A710526}" type="presOf" srcId="{85B0F431-E118-4AC5-A838-9A85B387FBE5}" destId="{20E3C380-89B7-CA40-83BC-9CC4DBC7A014}" srcOrd="0" destOrd="0" presId="urn:microsoft.com/office/officeart/2008/layout/LinedList"/>
    <dgm:cxn modelId="{85A8CEEC-E8BA-B544-9FEA-CD43B1F3195B}" type="presOf" srcId="{3C7487B6-23C8-46F5-9E17-1E03BC3EE937}" destId="{8A4C6D4C-4A41-E34F-8486-4103D5E14620}" srcOrd="0" destOrd="0" presId="urn:microsoft.com/office/officeart/2008/layout/LinedList"/>
    <dgm:cxn modelId="{2E518DEE-82A2-C84A-AB0E-BB1B684F3B01}" type="presOf" srcId="{09C04E1E-22C0-4C89-849A-C906E7F16E77}" destId="{7AB83034-5FD4-9F4A-9F11-05D287E833A7}" srcOrd="0" destOrd="0" presId="urn:microsoft.com/office/officeart/2008/layout/LinedList"/>
    <dgm:cxn modelId="{8273CB62-8404-9F43-871D-AAAEA59E52D4}" type="presParOf" srcId="{5C3531C3-E76F-CF47-823F-4030B9807827}" destId="{365EACB2-AC40-E041-8A28-18F6256440DE}" srcOrd="0" destOrd="0" presId="urn:microsoft.com/office/officeart/2008/layout/LinedList"/>
    <dgm:cxn modelId="{C5D07B02-3635-3843-88AF-D1C792384496}" type="presParOf" srcId="{5C3531C3-E76F-CF47-823F-4030B9807827}" destId="{F69219F0-D231-204D-81BE-B762F9C2ED9A}" srcOrd="1" destOrd="0" presId="urn:microsoft.com/office/officeart/2008/layout/LinedList"/>
    <dgm:cxn modelId="{096D0CF9-37EF-BB4A-BC51-68BFDAE5A803}" type="presParOf" srcId="{F69219F0-D231-204D-81BE-B762F9C2ED9A}" destId="{3F2713E3-1BE4-4A4F-9D42-8CA045D5765B}" srcOrd="0" destOrd="0" presId="urn:microsoft.com/office/officeart/2008/layout/LinedList"/>
    <dgm:cxn modelId="{402FADE9-825D-424F-862C-F35C75B6C89C}" type="presParOf" srcId="{F69219F0-D231-204D-81BE-B762F9C2ED9A}" destId="{8F730C34-382B-7F4C-B304-6C3A8C04B1CB}" srcOrd="1" destOrd="0" presId="urn:microsoft.com/office/officeart/2008/layout/LinedList"/>
    <dgm:cxn modelId="{3E583891-826A-4F44-8855-4526020738AE}" type="presParOf" srcId="{5C3531C3-E76F-CF47-823F-4030B9807827}" destId="{F5B04153-9CD5-2341-8271-85C9C0DB0C8F}" srcOrd="2" destOrd="0" presId="urn:microsoft.com/office/officeart/2008/layout/LinedList"/>
    <dgm:cxn modelId="{F0C25A11-FCCA-F240-86F4-CB8C451CF0FA}" type="presParOf" srcId="{5C3531C3-E76F-CF47-823F-4030B9807827}" destId="{265FEB5A-5D31-494E-85FB-6A3D2B828A19}" srcOrd="3" destOrd="0" presId="urn:microsoft.com/office/officeart/2008/layout/LinedList"/>
    <dgm:cxn modelId="{6F20AF66-D2FD-B24D-98B6-E5F92CCC1BE5}" type="presParOf" srcId="{265FEB5A-5D31-494E-85FB-6A3D2B828A19}" destId="{64AD2DD5-7898-4444-A058-118AE6554CB8}" srcOrd="0" destOrd="0" presId="urn:microsoft.com/office/officeart/2008/layout/LinedList"/>
    <dgm:cxn modelId="{2F2F7752-A491-FA49-AE4A-0525D73FDE18}" type="presParOf" srcId="{265FEB5A-5D31-494E-85FB-6A3D2B828A19}" destId="{E8073969-E5D7-0643-8FBC-06A811F96138}" srcOrd="1" destOrd="0" presId="urn:microsoft.com/office/officeart/2008/layout/LinedList"/>
    <dgm:cxn modelId="{CB8CCB0F-3008-2542-B13C-B2D7298F314D}" type="presParOf" srcId="{5C3531C3-E76F-CF47-823F-4030B9807827}" destId="{6A487437-5106-0744-965D-349A345A9755}" srcOrd="4" destOrd="0" presId="urn:microsoft.com/office/officeart/2008/layout/LinedList"/>
    <dgm:cxn modelId="{74F51786-F7F2-1542-9D01-2AAB0B686864}" type="presParOf" srcId="{5C3531C3-E76F-CF47-823F-4030B9807827}" destId="{7B7B9009-2D0B-8440-AA32-7C90F9399D18}" srcOrd="5" destOrd="0" presId="urn:microsoft.com/office/officeart/2008/layout/LinedList"/>
    <dgm:cxn modelId="{1E2BBCFE-AA90-7E4D-86E6-3EDDE5641905}" type="presParOf" srcId="{7B7B9009-2D0B-8440-AA32-7C90F9399D18}" destId="{8A4C6D4C-4A41-E34F-8486-4103D5E14620}" srcOrd="0" destOrd="0" presId="urn:microsoft.com/office/officeart/2008/layout/LinedList"/>
    <dgm:cxn modelId="{E2D1F452-4AEC-C94A-8125-7C6EABC749AC}" type="presParOf" srcId="{7B7B9009-2D0B-8440-AA32-7C90F9399D18}" destId="{B11259E5-5CA4-3745-BFAA-E4C4C47124AD}" srcOrd="1" destOrd="0" presId="urn:microsoft.com/office/officeart/2008/layout/LinedList"/>
    <dgm:cxn modelId="{19E10AA6-F363-D041-B900-D4F2E9146360}" type="presParOf" srcId="{5C3531C3-E76F-CF47-823F-4030B9807827}" destId="{3A0ED466-33E1-B24C-8CDB-9009C0EF7CEB}" srcOrd="6" destOrd="0" presId="urn:microsoft.com/office/officeart/2008/layout/LinedList"/>
    <dgm:cxn modelId="{29C46F46-7260-3142-9CB1-2B8464BA75DD}" type="presParOf" srcId="{5C3531C3-E76F-CF47-823F-4030B9807827}" destId="{57D16E1F-84FB-2841-A693-24A18E277875}" srcOrd="7" destOrd="0" presId="urn:microsoft.com/office/officeart/2008/layout/LinedList"/>
    <dgm:cxn modelId="{8FB7F75A-1D42-E341-B81C-427A69CDA21D}" type="presParOf" srcId="{57D16E1F-84FB-2841-A693-24A18E277875}" destId="{20E3C380-89B7-CA40-83BC-9CC4DBC7A014}" srcOrd="0" destOrd="0" presId="urn:microsoft.com/office/officeart/2008/layout/LinedList"/>
    <dgm:cxn modelId="{BD77E4EE-2AE4-5740-8964-FCBA62BE9F5D}" type="presParOf" srcId="{57D16E1F-84FB-2841-A693-24A18E277875}" destId="{015CD085-51AB-A04B-A8EA-A51214E7D706}" srcOrd="1" destOrd="0" presId="urn:microsoft.com/office/officeart/2008/layout/LinedList"/>
    <dgm:cxn modelId="{56DF579F-5800-E148-9799-1E7E7FB87335}" type="presParOf" srcId="{5C3531C3-E76F-CF47-823F-4030B9807827}" destId="{296BD387-AC35-114D-BED1-90058D7C6D52}" srcOrd="8" destOrd="0" presId="urn:microsoft.com/office/officeart/2008/layout/LinedList"/>
    <dgm:cxn modelId="{8570550B-9593-D140-B7BA-920B3833BF4F}" type="presParOf" srcId="{5C3531C3-E76F-CF47-823F-4030B9807827}" destId="{39029B1F-B77F-214C-ACCC-E29D3E508973}" srcOrd="9" destOrd="0" presId="urn:microsoft.com/office/officeart/2008/layout/LinedList"/>
    <dgm:cxn modelId="{1C64BD47-7FD4-874C-8CFE-4506E393F4F9}" type="presParOf" srcId="{39029B1F-B77F-214C-ACCC-E29D3E508973}" destId="{7AB83034-5FD4-9F4A-9F11-05D287E833A7}" srcOrd="0" destOrd="0" presId="urn:microsoft.com/office/officeart/2008/layout/LinedList"/>
    <dgm:cxn modelId="{A0E956E8-A7D7-B446-B9D6-9D1DC6624C69}" type="presParOf" srcId="{39029B1F-B77F-214C-ACCC-E29D3E508973}" destId="{49530256-9A6D-5042-B512-F37E8A5DE88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FF353EA-64E3-429E-8F0F-F4DE150D28D5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2E7B399-0CE0-4279-AA7C-A6CEC82CADF9}">
      <dgm:prSet/>
      <dgm:spPr/>
      <dgm:t>
        <a:bodyPr/>
        <a:lstStyle/>
        <a:p>
          <a:r>
            <a:rPr lang="en-US"/>
            <a:t>SELECT Name FROM Employees</a:t>
          </a:r>
        </a:p>
      </dgm:t>
    </dgm:pt>
    <dgm:pt modelId="{92FE7E4C-AA2E-472A-956A-E16D04967CBC}" type="parTrans" cxnId="{4EE6C4E7-2525-4800-9BA4-CE4047D646A6}">
      <dgm:prSet/>
      <dgm:spPr/>
      <dgm:t>
        <a:bodyPr/>
        <a:lstStyle/>
        <a:p>
          <a:endParaRPr lang="en-US"/>
        </a:p>
      </dgm:t>
    </dgm:pt>
    <dgm:pt modelId="{770D4B5F-80E6-488C-9B36-B63A129A8452}" type="sibTrans" cxnId="{4EE6C4E7-2525-4800-9BA4-CE4047D646A6}">
      <dgm:prSet/>
      <dgm:spPr/>
      <dgm:t>
        <a:bodyPr/>
        <a:lstStyle/>
        <a:p>
          <a:endParaRPr lang="en-US"/>
        </a:p>
      </dgm:t>
    </dgm:pt>
    <dgm:pt modelId="{19D380A4-47A0-432A-9E74-4C85D7D0F12A}">
      <dgm:prSet/>
      <dgm:spPr/>
      <dgm:t>
        <a:bodyPr/>
        <a:lstStyle/>
        <a:p>
          <a:r>
            <a:rPr lang="en-US"/>
            <a:t>UNION</a:t>
          </a:r>
        </a:p>
      </dgm:t>
    </dgm:pt>
    <dgm:pt modelId="{E26E0DED-2319-4E47-B0C3-0FDDC92EF765}" type="parTrans" cxnId="{E820141C-2FD5-4151-BF59-F581D9998F41}">
      <dgm:prSet/>
      <dgm:spPr/>
      <dgm:t>
        <a:bodyPr/>
        <a:lstStyle/>
        <a:p>
          <a:endParaRPr lang="en-US"/>
        </a:p>
      </dgm:t>
    </dgm:pt>
    <dgm:pt modelId="{7D63B8BD-1DC7-4084-A206-29EAD0D1567A}" type="sibTrans" cxnId="{E820141C-2FD5-4151-BF59-F581D9998F41}">
      <dgm:prSet/>
      <dgm:spPr/>
      <dgm:t>
        <a:bodyPr/>
        <a:lstStyle/>
        <a:p>
          <a:endParaRPr lang="en-US"/>
        </a:p>
      </dgm:t>
    </dgm:pt>
    <dgm:pt modelId="{4A46B174-EC5E-40A1-984F-666E5FFB9DB1}">
      <dgm:prSet/>
      <dgm:spPr/>
      <dgm:t>
        <a:bodyPr/>
        <a:lstStyle/>
        <a:p>
          <a:r>
            <a:rPr lang="en-US"/>
            <a:t>SELECT DeptName FROM Departments;</a:t>
          </a:r>
        </a:p>
      </dgm:t>
    </dgm:pt>
    <dgm:pt modelId="{CE8CFBFB-C9E3-4683-B59B-F64A51EA13E0}" type="parTrans" cxnId="{EE94CCEC-9A21-4782-A041-F717F1A7A72B}">
      <dgm:prSet/>
      <dgm:spPr/>
      <dgm:t>
        <a:bodyPr/>
        <a:lstStyle/>
        <a:p>
          <a:endParaRPr lang="en-US"/>
        </a:p>
      </dgm:t>
    </dgm:pt>
    <dgm:pt modelId="{DA806BA9-40E2-41FA-85A7-81C42553D105}" type="sibTrans" cxnId="{EE94CCEC-9A21-4782-A041-F717F1A7A72B}">
      <dgm:prSet/>
      <dgm:spPr/>
      <dgm:t>
        <a:bodyPr/>
        <a:lstStyle/>
        <a:p>
          <a:endParaRPr lang="en-US"/>
        </a:p>
      </dgm:t>
    </dgm:pt>
    <dgm:pt modelId="{4249BAE2-3DA8-49E1-85DA-3670988318FB}">
      <dgm:prSet/>
      <dgm:spPr/>
      <dgm:t>
        <a:bodyPr/>
        <a:lstStyle/>
        <a:p>
          <a:r>
            <a:rPr lang="en-US"/>
            <a:t>Output:</a:t>
          </a:r>
        </a:p>
      </dgm:t>
    </dgm:pt>
    <dgm:pt modelId="{C0767F4A-5338-477F-A52B-9075EBBAAB3A}" type="parTrans" cxnId="{ECBD7484-4DC9-4CE7-82AB-AE97D7F92D0A}">
      <dgm:prSet/>
      <dgm:spPr/>
      <dgm:t>
        <a:bodyPr/>
        <a:lstStyle/>
        <a:p>
          <a:endParaRPr lang="en-US"/>
        </a:p>
      </dgm:t>
    </dgm:pt>
    <dgm:pt modelId="{AA63E7C6-3377-403F-8386-E848913B603E}" type="sibTrans" cxnId="{ECBD7484-4DC9-4CE7-82AB-AE97D7F92D0A}">
      <dgm:prSet/>
      <dgm:spPr/>
      <dgm:t>
        <a:bodyPr/>
        <a:lstStyle/>
        <a:p>
          <a:endParaRPr lang="en-US"/>
        </a:p>
      </dgm:t>
    </dgm:pt>
    <dgm:pt modelId="{AC6152E1-A3D9-4A74-931A-5C0EBF8676AE}">
      <dgm:prSet/>
      <dgm:spPr/>
      <dgm:t>
        <a:bodyPr/>
        <a:lstStyle/>
        <a:p>
          <a:r>
            <a:rPr lang="en-US"/>
            <a:t>| Name/DeptName |</a:t>
          </a:r>
        </a:p>
      </dgm:t>
    </dgm:pt>
    <dgm:pt modelId="{B7B74324-3B05-440F-8048-BF910261C35A}" type="parTrans" cxnId="{498A6596-FD15-446A-9D79-73B1FD520AF2}">
      <dgm:prSet/>
      <dgm:spPr/>
      <dgm:t>
        <a:bodyPr/>
        <a:lstStyle/>
        <a:p>
          <a:endParaRPr lang="en-US"/>
        </a:p>
      </dgm:t>
    </dgm:pt>
    <dgm:pt modelId="{E89F54F2-A7C4-4109-AED7-17F8D671D030}" type="sibTrans" cxnId="{498A6596-FD15-446A-9D79-73B1FD520AF2}">
      <dgm:prSet/>
      <dgm:spPr/>
      <dgm:t>
        <a:bodyPr/>
        <a:lstStyle/>
        <a:p>
          <a:endParaRPr lang="en-US"/>
        </a:p>
      </dgm:t>
    </dgm:pt>
    <dgm:pt modelId="{F4706986-E0E4-4CF2-8C8C-5FEFD00EFB17}">
      <dgm:prSet/>
      <dgm:spPr/>
      <dgm:t>
        <a:bodyPr/>
        <a:lstStyle/>
        <a:p>
          <a:r>
            <a:rPr lang="en-US"/>
            <a:t>|---------------|</a:t>
          </a:r>
        </a:p>
      </dgm:t>
    </dgm:pt>
    <dgm:pt modelId="{17ECB6BD-FC60-4335-99D2-29494EA6DC9E}" type="parTrans" cxnId="{8C04066F-72CE-4B3E-8411-03C2CE85D5DB}">
      <dgm:prSet/>
      <dgm:spPr/>
      <dgm:t>
        <a:bodyPr/>
        <a:lstStyle/>
        <a:p>
          <a:endParaRPr lang="en-US"/>
        </a:p>
      </dgm:t>
    </dgm:pt>
    <dgm:pt modelId="{A321F3EF-0208-4E1D-AE3C-6024E211D3F9}" type="sibTrans" cxnId="{8C04066F-72CE-4B3E-8411-03C2CE85D5DB}">
      <dgm:prSet/>
      <dgm:spPr/>
      <dgm:t>
        <a:bodyPr/>
        <a:lstStyle/>
        <a:p>
          <a:endParaRPr lang="en-US"/>
        </a:p>
      </dgm:t>
    </dgm:pt>
    <dgm:pt modelId="{D6478627-55CA-4ADE-A1F3-73BC6E113E07}">
      <dgm:prSet/>
      <dgm:spPr/>
      <dgm:t>
        <a:bodyPr/>
        <a:lstStyle/>
        <a:p>
          <a:r>
            <a:rPr lang="en-US"/>
            <a:t>| Amit          |</a:t>
          </a:r>
        </a:p>
      </dgm:t>
    </dgm:pt>
    <dgm:pt modelId="{DF6F722F-22EC-41C6-812D-6C7E73D8B837}" type="parTrans" cxnId="{131711FB-E909-417A-BB85-24415128A0E5}">
      <dgm:prSet/>
      <dgm:spPr/>
      <dgm:t>
        <a:bodyPr/>
        <a:lstStyle/>
        <a:p>
          <a:endParaRPr lang="en-US"/>
        </a:p>
      </dgm:t>
    </dgm:pt>
    <dgm:pt modelId="{10C45CC2-A6A6-4FD3-8697-4C005577A256}" type="sibTrans" cxnId="{131711FB-E909-417A-BB85-24415128A0E5}">
      <dgm:prSet/>
      <dgm:spPr/>
      <dgm:t>
        <a:bodyPr/>
        <a:lstStyle/>
        <a:p>
          <a:endParaRPr lang="en-US"/>
        </a:p>
      </dgm:t>
    </dgm:pt>
    <dgm:pt modelId="{65DE2C73-C86F-44E4-B9DD-8070AC173C24}">
      <dgm:prSet/>
      <dgm:spPr/>
      <dgm:t>
        <a:bodyPr/>
        <a:lstStyle/>
        <a:p>
          <a:r>
            <a:rPr lang="en-US"/>
            <a:t>| Neha          |</a:t>
          </a:r>
        </a:p>
      </dgm:t>
    </dgm:pt>
    <dgm:pt modelId="{E34C4129-D597-4E15-8ACE-65056A7E5EB7}" type="parTrans" cxnId="{54A1099F-9FD7-43A4-B79D-6DA55962B186}">
      <dgm:prSet/>
      <dgm:spPr/>
      <dgm:t>
        <a:bodyPr/>
        <a:lstStyle/>
        <a:p>
          <a:endParaRPr lang="en-US"/>
        </a:p>
      </dgm:t>
    </dgm:pt>
    <dgm:pt modelId="{6413748B-139E-47EC-A791-08A1B4A4CC69}" type="sibTrans" cxnId="{54A1099F-9FD7-43A4-B79D-6DA55962B186}">
      <dgm:prSet/>
      <dgm:spPr/>
      <dgm:t>
        <a:bodyPr/>
        <a:lstStyle/>
        <a:p>
          <a:endParaRPr lang="en-US"/>
        </a:p>
      </dgm:t>
    </dgm:pt>
    <dgm:pt modelId="{3D4745B9-FC7D-4195-8C6E-16DF436E9446}">
      <dgm:prSet/>
      <dgm:spPr/>
      <dgm:t>
        <a:bodyPr/>
        <a:lstStyle/>
        <a:p>
          <a:r>
            <a:rPr lang="en-US"/>
            <a:t>| HR            |</a:t>
          </a:r>
        </a:p>
      </dgm:t>
    </dgm:pt>
    <dgm:pt modelId="{FD980E6A-0497-4818-A84D-27D6DBAE39BE}" type="parTrans" cxnId="{4B7258B0-DBB7-4953-BD1A-6897A84CA4E8}">
      <dgm:prSet/>
      <dgm:spPr/>
      <dgm:t>
        <a:bodyPr/>
        <a:lstStyle/>
        <a:p>
          <a:endParaRPr lang="en-US"/>
        </a:p>
      </dgm:t>
    </dgm:pt>
    <dgm:pt modelId="{037EBCA4-9ED0-4EFE-A140-85721E4C8F45}" type="sibTrans" cxnId="{4B7258B0-DBB7-4953-BD1A-6897A84CA4E8}">
      <dgm:prSet/>
      <dgm:spPr/>
      <dgm:t>
        <a:bodyPr/>
        <a:lstStyle/>
        <a:p>
          <a:endParaRPr lang="en-US"/>
        </a:p>
      </dgm:t>
    </dgm:pt>
    <dgm:pt modelId="{43C828D9-8F99-4B20-9B3B-9A172DE4AFC7}">
      <dgm:prSet/>
      <dgm:spPr/>
      <dgm:t>
        <a:bodyPr/>
        <a:lstStyle/>
        <a:p>
          <a:r>
            <a:rPr lang="en-US"/>
            <a:t>| IT            |</a:t>
          </a:r>
        </a:p>
      </dgm:t>
    </dgm:pt>
    <dgm:pt modelId="{BF664CB1-14F4-4D90-A10A-9073C4BF304A}" type="parTrans" cxnId="{53DC9582-0CDD-423A-891B-9A6087BEB78A}">
      <dgm:prSet/>
      <dgm:spPr/>
      <dgm:t>
        <a:bodyPr/>
        <a:lstStyle/>
        <a:p>
          <a:endParaRPr lang="en-US"/>
        </a:p>
      </dgm:t>
    </dgm:pt>
    <dgm:pt modelId="{2B2BB531-6454-4116-A9BE-3A2340506354}" type="sibTrans" cxnId="{53DC9582-0CDD-423A-891B-9A6087BEB78A}">
      <dgm:prSet/>
      <dgm:spPr/>
      <dgm:t>
        <a:bodyPr/>
        <a:lstStyle/>
        <a:p>
          <a:endParaRPr lang="en-US"/>
        </a:p>
      </dgm:t>
    </dgm:pt>
    <dgm:pt modelId="{DF6BF8A9-231E-494A-9750-6C303D557F57}" type="pres">
      <dgm:prSet presAssocID="{2FF353EA-64E3-429E-8F0F-F4DE150D28D5}" presName="vert0" presStyleCnt="0">
        <dgm:presLayoutVars>
          <dgm:dir/>
          <dgm:animOne val="branch"/>
          <dgm:animLvl val="lvl"/>
        </dgm:presLayoutVars>
      </dgm:prSet>
      <dgm:spPr/>
    </dgm:pt>
    <dgm:pt modelId="{744C6EC6-77DA-5541-8FF9-132A208E22B0}" type="pres">
      <dgm:prSet presAssocID="{52E7B399-0CE0-4279-AA7C-A6CEC82CADF9}" presName="thickLine" presStyleLbl="alignNode1" presStyleIdx="0" presStyleCnt="10"/>
      <dgm:spPr/>
    </dgm:pt>
    <dgm:pt modelId="{63FD5C2F-B6E7-634F-BE54-AD997A7FAAD1}" type="pres">
      <dgm:prSet presAssocID="{52E7B399-0CE0-4279-AA7C-A6CEC82CADF9}" presName="horz1" presStyleCnt="0"/>
      <dgm:spPr/>
    </dgm:pt>
    <dgm:pt modelId="{E4F841DB-3D97-E343-80D6-A418F3917ADF}" type="pres">
      <dgm:prSet presAssocID="{52E7B399-0CE0-4279-AA7C-A6CEC82CADF9}" presName="tx1" presStyleLbl="revTx" presStyleIdx="0" presStyleCnt="10"/>
      <dgm:spPr/>
    </dgm:pt>
    <dgm:pt modelId="{06B8AF73-AE25-3246-BEC4-979F32512001}" type="pres">
      <dgm:prSet presAssocID="{52E7B399-0CE0-4279-AA7C-A6CEC82CADF9}" presName="vert1" presStyleCnt="0"/>
      <dgm:spPr/>
    </dgm:pt>
    <dgm:pt modelId="{5A9194D7-EB17-D346-B561-BA6FEC9E09D0}" type="pres">
      <dgm:prSet presAssocID="{19D380A4-47A0-432A-9E74-4C85D7D0F12A}" presName="thickLine" presStyleLbl="alignNode1" presStyleIdx="1" presStyleCnt="10"/>
      <dgm:spPr/>
    </dgm:pt>
    <dgm:pt modelId="{262C94F4-0889-684E-AA7B-3007759EE07D}" type="pres">
      <dgm:prSet presAssocID="{19D380A4-47A0-432A-9E74-4C85D7D0F12A}" presName="horz1" presStyleCnt="0"/>
      <dgm:spPr/>
    </dgm:pt>
    <dgm:pt modelId="{347A91F5-0EC7-3D45-9D0F-2B6A167D36AE}" type="pres">
      <dgm:prSet presAssocID="{19D380A4-47A0-432A-9E74-4C85D7D0F12A}" presName="tx1" presStyleLbl="revTx" presStyleIdx="1" presStyleCnt="10"/>
      <dgm:spPr/>
    </dgm:pt>
    <dgm:pt modelId="{475DD3A1-1CB2-4246-ADB2-3E57C272AA4E}" type="pres">
      <dgm:prSet presAssocID="{19D380A4-47A0-432A-9E74-4C85D7D0F12A}" presName="vert1" presStyleCnt="0"/>
      <dgm:spPr/>
    </dgm:pt>
    <dgm:pt modelId="{1B47F283-5AB5-E74D-8B3D-9723F16D37F9}" type="pres">
      <dgm:prSet presAssocID="{4A46B174-EC5E-40A1-984F-666E5FFB9DB1}" presName="thickLine" presStyleLbl="alignNode1" presStyleIdx="2" presStyleCnt="10"/>
      <dgm:spPr/>
    </dgm:pt>
    <dgm:pt modelId="{5CA53602-9E4D-8945-B8EB-669751FA095E}" type="pres">
      <dgm:prSet presAssocID="{4A46B174-EC5E-40A1-984F-666E5FFB9DB1}" presName="horz1" presStyleCnt="0"/>
      <dgm:spPr/>
    </dgm:pt>
    <dgm:pt modelId="{F92AF33E-4DD3-1049-9A95-749D51F065A6}" type="pres">
      <dgm:prSet presAssocID="{4A46B174-EC5E-40A1-984F-666E5FFB9DB1}" presName="tx1" presStyleLbl="revTx" presStyleIdx="2" presStyleCnt="10"/>
      <dgm:spPr/>
    </dgm:pt>
    <dgm:pt modelId="{5C63B5BE-7494-BF40-B57F-8F43D1FFBED6}" type="pres">
      <dgm:prSet presAssocID="{4A46B174-EC5E-40A1-984F-666E5FFB9DB1}" presName="vert1" presStyleCnt="0"/>
      <dgm:spPr/>
    </dgm:pt>
    <dgm:pt modelId="{6307A73E-69A0-984C-9A1E-21FF426904B1}" type="pres">
      <dgm:prSet presAssocID="{4249BAE2-3DA8-49E1-85DA-3670988318FB}" presName="thickLine" presStyleLbl="alignNode1" presStyleIdx="3" presStyleCnt="10"/>
      <dgm:spPr/>
    </dgm:pt>
    <dgm:pt modelId="{DE3E23BE-98F7-194E-8475-10B9FA880042}" type="pres">
      <dgm:prSet presAssocID="{4249BAE2-3DA8-49E1-85DA-3670988318FB}" presName="horz1" presStyleCnt="0"/>
      <dgm:spPr/>
    </dgm:pt>
    <dgm:pt modelId="{355444B1-FFBA-BC4B-9B86-2C19396A95BD}" type="pres">
      <dgm:prSet presAssocID="{4249BAE2-3DA8-49E1-85DA-3670988318FB}" presName="tx1" presStyleLbl="revTx" presStyleIdx="3" presStyleCnt="10"/>
      <dgm:spPr/>
    </dgm:pt>
    <dgm:pt modelId="{1555EA4B-41F6-3144-93A8-C8D6ADD0F495}" type="pres">
      <dgm:prSet presAssocID="{4249BAE2-3DA8-49E1-85DA-3670988318FB}" presName="vert1" presStyleCnt="0"/>
      <dgm:spPr/>
    </dgm:pt>
    <dgm:pt modelId="{2B2607B5-0B30-8A4D-B37F-5B8124CDF12A}" type="pres">
      <dgm:prSet presAssocID="{AC6152E1-A3D9-4A74-931A-5C0EBF8676AE}" presName="thickLine" presStyleLbl="alignNode1" presStyleIdx="4" presStyleCnt="10"/>
      <dgm:spPr/>
    </dgm:pt>
    <dgm:pt modelId="{5DF769CB-1DCE-BD46-BD87-897A086AFBB4}" type="pres">
      <dgm:prSet presAssocID="{AC6152E1-A3D9-4A74-931A-5C0EBF8676AE}" presName="horz1" presStyleCnt="0"/>
      <dgm:spPr/>
    </dgm:pt>
    <dgm:pt modelId="{B654BD78-C5BB-264F-B119-BFC3A48AB08A}" type="pres">
      <dgm:prSet presAssocID="{AC6152E1-A3D9-4A74-931A-5C0EBF8676AE}" presName="tx1" presStyleLbl="revTx" presStyleIdx="4" presStyleCnt="10"/>
      <dgm:spPr/>
    </dgm:pt>
    <dgm:pt modelId="{740823C7-88F4-734C-98B9-B1B31ED58CC9}" type="pres">
      <dgm:prSet presAssocID="{AC6152E1-A3D9-4A74-931A-5C0EBF8676AE}" presName="vert1" presStyleCnt="0"/>
      <dgm:spPr/>
    </dgm:pt>
    <dgm:pt modelId="{65C39904-7DC7-5E4F-BF63-346E70282DF6}" type="pres">
      <dgm:prSet presAssocID="{F4706986-E0E4-4CF2-8C8C-5FEFD00EFB17}" presName="thickLine" presStyleLbl="alignNode1" presStyleIdx="5" presStyleCnt="10"/>
      <dgm:spPr/>
    </dgm:pt>
    <dgm:pt modelId="{222FDA20-4791-1E4D-B948-C3ED68E27D2A}" type="pres">
      <dgm:prSet presAssocID="{F4706986-E0E4-4CF2-8C8C-5FEFD00EFB17}" presName="horz1" presStyleCnt="0"/>
      <dgm:spPr/>
    </dgm:pt>
    <dgm:pt modelId="{3F9009D1-B30D-2D46-ABF5-D08DAF147144}" type="pres">
      <dgm:prSet presAssocID="{F4706986-E0E4-4CF2-8C8C-5FEFD00EFB17}" presName="tx1" presStyleLbl="revTx" presStyleIdx="5" presStyleCnt="10"/>
      <dgm:spPr/>
    </dgm:pt>
    <dgm:pt modelId="{5FD361D7-7502-C34C-9257-AA7275D33D88}" type="pres">
      <dgm:prSet presAssocID="{F4706986-E0E4-4CF2-8C8C-5FEFD00EFB17}" presName="vert1" presStyleCnt="0"/>
      <dgm:spPr/>
    </dgm:pt>
    <dgm:pt modelId="{58F677E8-126F-D944-AAF0-03AA3E7E679A}" type="pres">
      <dgm:prSet presAssocID="{D6478627-55CA-4ADE-A1F3-73BC6E113E07}" presName="thickLine" presStyleLbl="alignNode1" presStyleIdx="6" presStyleCnt="10"/>
      <dgm:spPr/>
    </dgm:pt>
    <dgm:pt modelId="{A0B6B34D-FACA-9F47-B5E4-963C8C55F6B3}" type="pres">
      <dgm:prSet presAssocID="{D6478627-55CA-4ADE-A1F3-73BC6E113E07}" presName="horz1" presStyleCnt="0"/>
      <dgm:spPr/>
    </dgm:pt>
    <dgm:pt modelId="{169FC7A5-7B69-C147-B109-80CA0E0CC084}" type="pres">
      <dgm:prSet presAssocID="{D6478627-55CA-4ADE-A1F3-73BC6E113E07}" presName="tx1" presStyleLbl="revTx" presStyleIdx="6" presStyleCnt="10"/>
      <dgm:spPr/>
    </dgm:pt>
    <dgm:pt modelId="{FB42961A-7BC1-7548-AD4E-5DBFB7C768C3}" type="pres">
      <dgm:prSet presAssocID="{D6478627-55CA-4ADE-A1F3-73BC6E113E07}" presName="vert1" presStyleCnt="0"/>
      <dgm:spPr/>
    </dgm:pt>
    <dgm:pt modelId="{8C21ECA5-27B3-D643-98D5-9F53F7047026}" type="pres">
      <dgm:prSet presAssocID="{65DE2C73-C86F-44E4-B9DD-8070AC173C24}" presName="thickLine" presStyleLbl="alignNode1" presStyleIdx="7" presStyleCnt="10"/>
      <dgm:spPr/>
    </dgm:pt>
    <dgm:pt modelId="{52E9B8F4-41A6-E84D-9AF4-DAE466F163D7}" type="pres">
      <dgm:prSet presAssocID="{65DE2C73-C86F-44E4-B9DD-8070AC173C24}" presName="horz1" presStyleCnt="0"/>
      <dgm:spPr/>
    </dgm:pt>
    <dgm:pt modelId="{AFD23E39-9530-F64E-9FDD-4F8FA4CF5BE3}" type="pres">
      <dgm:prSet presAssocID="{65DE2C73-C86F-44E4-B9DD-8070AC173C24}" presName="tx1" presStyleLbl="revTx" presStyleIdx="7" presStyleCnt="10"/>
      <dgm:spPr/>
    </dgm:pt>
    <dgm:pt modelId="{047D097A-7BBE-9142-8F37-6B605536388C}" type="pres">
      <dgm:prSet presAssocID="{65DE2C73-C86F-44E4-B9DD-8070AC173C24}" presName="vert1" presStyleCnt="0"/>
      <dgm:spPr/>
    </dgm:pt>
    <dgm:pt modelId="{409B9DEE-51BC-D948-A15A-13217DD4CBCC}" type="pres">
      <dgm:prSet presAssocID="{3D4745B9-FC7D-4195-8C6E-16DF436E9446}" presName="thickLine" presStyleLbl="alignNode1" presStyleIdx="8" presStyleCnt="10"/>
      <dgm:spPr/>
    </dgm:pt>
    <dgm:pt modelId="{50693DF9-1C21-5640-A249-23B9174E8E96}" type="pres">
      <dgm:prSet presAssocID="{3D4745B9-FC7D-4195-8C6E-16DF436E9446}" presName="horz1" presStyleCnt="0"/>
      <dgm:spPr/>
    </dgm:pt>
    <dgm:pt modelId="{D82D2A45-B271-A14C-B3E3-E53D35BCDA38}" type="pres">
      <dgm:prSet presAssocID="{3D4745B9-FC7D-4195-8C6E-16DF436E9446}" presName="tx1" presStyleLbl="revTx" presStyleIdx="8" presStyleCnt="10"/>
      <dgm:spPr/>
    </dgm:pt>
    <dgm:pt modelId="{12164F1D-CD01-834C-95E6-54B76297322D}" type="pres">
      <dgm:prSet presAssocID="{3D4745B9-FC7D-4195-8C6E-16DF436E9446}" presName="vert1" presStyleCnt="0"/>
      <dgm:spPr/>
    </dgm:pt>
    <dgm:pt modelId="{0B3B1D70-A57C-E146-8365-3FF121706322}" type="pres">
      <dgm:prSet presAssocID="{43C828D9-8F99-4B20-9B3B-9A172DE4AFC7}" presName="thickLine" presStyleLbl="alignNode1" presStyleIdx="9" presStyleCnt="10"/>
      <dgm:spPr/>
    </dgm:pt>
    <dgm:pt modelId="{8FF252B0-9489-AF4C-AA2B-8DEBA56520E9}" type="pres">
      <dgm:prSet presAssocID="{43C828D9-8F99-4B20-9B3B-9A172DE4AFC7}" presName="horz1" presStyleCnt="0"/>
      <dgm:spPr/>
    </dgm:pt>
    <dgm:pt modelId="{C6715983-6A13-A447-9D38-9F6738A1E5B0}" type="pres">
      <dgm:prSet presAssocID="{43C828D9-8F99-4B20-9B3B-9A172DE4AFC7}" presName="tx1" presStyleLbl="revTx" presStyleIdx="9" presStyleCnt="10"/>
      <dgm:spPr/>
    </dgm:pt>
    <dgm:pt modelId="{BB0477BD-CAA3-CD40-B0C1-12012DD640AD}" type="pres">
      <dgm:prSet presAssocID="{43C828D9-8F99-4B20-9B3B-9A172DE4AFC7}" presName="vert1" presStyleCnt="0"/>
      <dgm:spPr/>
    </dgm:pt>
  </dgm:ptLst>
  <dgm:cxnLst>
    <dgm:cxn modelId="{1A310919-35B3-9849-9E25-D113DF9B5D8E}" type="presOf" srcId="{19D380A4-47A0-432A-9E74-4C85D7D0F12A}" destId="{347A91F5-0EC7-3D45-9D0F-2B6A167D36AE}" srcOrd="0" destOrd="0" presId="urn:microsoft.com/office/officeart/2008/layout/LinedList"/>
    <dgm:cxn modelId="{E820141C-2FD5-4151-BF59-F581D9998F41}" srcId="{2FF353EA-64E3-429E-8F0F-F4DE150D28D5}" destId="{19D380A4-47A0-432A-9E74-4C85D7D0F12A}" srcOrd="1" destOrd="0" parTransId="{E26E0DED-2319-4E47-B0C3-0FDDC92EF765}" sibTransId="{7D63B8BD-1DC7-4084-A206-29EAD0D1567A}"/>
    <dgm:cxn modelId="{DA4B1727-5950-4640-8A81-7B9A71C7F86D}" type="presOf" srcId="{3D4745B9-FC7D-4195-8C6E-16DF436E9446}" destId="{D82D2A45-B271-A14C-B3E3-E53D35BCDA38}" srcOrd="0" destOrd="0" presId="urn:microsoft.com/office/officeart/2008/layout/LinedList"/>
    <dgm:cxn modelId="{8AE4C83F-430E-3149-99A3-5F904D94E44C}" type="presOf" srcId="{52E7B399-0CE0-4279-AA7C-A6CEC82CADF9}" destId="{E4F841DB-3D97-E343-80D6-A418F3917ADF}" srcOrd="0" destOrd="0" presId="urn:microsoft.com/office/officeart/2008/layout/LinedList"/>
    <dgm:cxn modelId="{F2828143-8BA2-DD4E-B8BF-0C748C47AC6D}" type="presOf" srcId="{65DE2C73-C86F-44E4-B9DD-8070AC173C24}" destId="{AFD23E39-9530-F64E-9FDD-4F8FA4CF5BE3}" srcOrd="0" destOrd="0" presId="urn:microsoft.com/office/officeart/2008/layout/LinedList"/>
    <dgm:cxn modelId="{8C04066F-72CE-4B3E-8411-03C2CE85D5DB}" srcId="{2FF353EA-64E3-429E-8F0F-F4DE150D28D5}" destId="{F4706986-E0E4-4CF2-8C8C-5FEFD00EFB17}" srcOrd="5" destOrd="0" parTransId="{17ECB6BD-FC60-4335-99D2-29494EA6DC9E}" sibTransId="{A321F3EF-0208-4E1D-AE3C-6024E211D3F9}"/>
    <dgm:cxn modelId="{53DC9582-0CDD-423A-891B-9A6087BEB78A}" srcId="{2FF353EA-64E3-429E-8F0F-F4DE150D28D5}" destId="{43C828D9-8F99-4B20-9B3B-9A172DE4AFC7}" srcOrd="9" destOrd="0" parTransId="{BF664CB1-14F4-4D90-A10A-9073C4BF304A}" sibTransId="{2B2BB531-6454-4116-A9BE-3A2340506354}"/>
    <dgm:cxn modelId="{ECBD7484-4DC9-4CE7-82AB-AE97D7F92D0A}" srcId="{2FF353EA-64E3-429E-8F0F-F4DE150D28D5}" destId="{4249BAE2-3DA8-49E1-85DA-3670988318FB}" srcOrd="3" destOrd="0" parTransId="{C0767F4A-5338-477F-A52B-9075EBBAAB3A}" sibTransId="{AA63E7C6-3377-403F-8386-E848913B603E}"/>
    <dgm:cxn modelId="{EDD43F8A-3C47-8348-94D3-0FC2133787A5}" type="presOf" srcId="{43C828D9-8F99-4B20-9B3B-9A172DE4AFC7}" destId="{C6715983-6A13-A447-9D38-9F6738A1E5B0}" srcOrd="0" destOrd="0" presId="urn:microsoft.com/office/officeart/2008/layout/LinedList"/>
    <dgm:cxn modelId="{498A6596-FD15-446A-9D79-73B1FD520AF2}" srcId="{2FF353EA-64E3-429E-8F0F-F4DE150D28D5}" destId="{AC6152E1-A3D9-4A74-931A-5C0EBF8676AE}" srcOrd="4" destOrd="0" parTransId="{B7B74324-3B05-440F-8048-BF910261C35A}" sibTransId="{E89F54F2-A7C4-4109-AED7-17F8D671D030}"/>
    <dgm:cxn modelId="{E435779A-8F3C-8342-9D76-0002F036BB4E}" type="presOf" srcId="{AC6152E1-A3D9-4A74-931A-5C0EBF8676AE}" destId="{B654BD78-C5BB-264F-B119-BFC3A48AB08A}" srcOrd="0" destOrd="0" presId="urn:microsoft.com/office/officeart/2008/layout/LinedList"/>
    <dgm:cxn modelId="{663C789C-9D20-564E-88ED-63DA15E1035B}" type="presOf" srcId="{D6478627-55CA-4ADE-A1F3-73BC6E113E07}" destId="{169FC7A5-7B69-C147-B109-80CA0E0CC084}" srcOrd="0" destOrd="0" presId="urn:microsoft.com/office/officeart/2008/layout/LinedList"/>
    <dgm:cxn modelId="{54A1099F-9FD7-43A4-B79D-6DA55962B186}" srcId="{2FF353EA-64E3-429E-8F0F-F4DE150D28D5}" destId="{65DE2C73-C86F-44E4-B9DD-8070AC173C24}" srcOrd="7" destOrd="0" parTransId="{E34C4129-D597-4E15-8ACE-65056A7E5EB7}" sibTransId="{6413748B-139E-47EC-A791-08A1B4A4CC69}"/>
    <dgm:cxn modelId="{4B7258B0-DBB7-4953-BD1A-6897A84CA4E8}" srcId="{2FF353EA-64E3-429E-8F0F-F4DE150D28D5}" destId="{3D4745B9-FC7D-4195-8C6E-16DF436E9446}" srcOrd="8" destOrd="0" parTransId="{FD980E6A-0497-4818-A84D-27D6DBAE39BE}" sibTransId="{037EBCA4-9ED0-4EFE-A140-85721E4C8F45}"/>
    <dgm:cxn modelId="{48768DB9-1E34-E649-BC71-E2DB8AA5991E}" type="presOf" srcId="{4A46B174-EC5E-40A1-984F-666E5FFB9DB1}" destId="{F92AF33E-4DD3-1049-9A95-749D51F065A6}" srcOrd="0" destOrd="0" presId="urn:microsoft.com/office/officeart/2008/layout/LinedList"/>
    <dgm:cxn modelId="{4EE6C4E7-2525-4800-9BA4-CE4047D646A6}" srcId="{2FF353EA-64E3-429E-8F0F-F4DE150D28D5}" destId="{52E7B399-0CE0-4279-AA7C-A6CEC82CADF9}" srcOrd="0" destOrd="0" parTransId="{92FE7E4C-AA2E-472A-956A-E16D04967CBC}" sibTransId="{770D4B5F-80E6-488C-9B36-B63A129A8452}"/>
    <dgm:cxn modelId="{C118CEEA-63FF-D34D-B98A-A76AF1B00878}" type="presOf" srcId="{4249BAE2-3DA8-49E1-85DA-3670988318FB}" destId="{355444B1-FFBA-BC4B-9B86-2C19396A95BD}" srcOrd="0" destOrd="0" presId="urn:microsoft.com/office/officeart/2008/layout/LinedList"/>
    <dgm:cxn modelId="{EE94CCEC-9A21-4782-A041-F717F1A7A72B}" srcId="{2FF353EA-64E3-429E-8F0F-F4DE150D28D5}" destId="{4A46B174-EC5E-40A1-984F-666E5FFB9DB1}" srcOrd="2" destOrd="0" parTransId="{CE8CFBFB-C9E3-4683-B59B-F64A51EA13E0}" sibTransId="{DA806BA9-40E2-41FA-85A7-81C42553D105}"/>
    <dgm:cxn modelId="{510BCAF3-2651-5547-94DC-9165C1BF4726}" type="presOf" srcId="{2FF353EA-64E3-429E-8F0F-F4DE150D28D5}" destId="{DF6BF8A9-231E-494A-9750-6C303D557F57}" srcOrd="0" destOrd="0" presId="urn:microsoft.com/office/officeart/2008/layout/LinedList"/>
    <dgm:cxn modelId="{B8C423F4-A72A-9F4D-9B75-4C34D99CF15D}" type="presOf" srcId="{F4706986-E0E4-4CF2-8C8C-5FEFD00EFB17}" destId="{3F9009D1-B30D-2D46-ABF5-D08DAF147144}" srcOrd="0" destOrd="0" presId="urn:microsoft.com/office/officeart/2008/layout/LinedList"/>
    <dgm:cxn modelId="{131711FB-E909-417A-BB85-24415128A0E5}" srcId="{2FF353EA-64E3-429E-8F0F-F4DE150D28D5}" destId="{D6478627-55CA-4ADE-A1F3-73BC6E113E07}" srcOrd="6" destOrd="0" parTransId="{DF6F722F-22EC-41C6-812D-6C7E73D8B837}" sibTransId="{10C45CC2-A6A6-4FD3-8697-4C005577A256}"/>
    <dgm:cxn modelId="{1F7171ED-BD75-4B46-A449-5319733C3D1A}" type="presParOf" srcId="{DF6BF8A9-231E-494A-9750-6C303D557F57}" destId="{744C6EC6-77DA-5541-8FF9-132A208E22B0}" srcOrd="0" destOrd="0" presId="urn:microsoft.com/office/officeart/2008/layout/LinedList"/>
    <dgm:cxn modelId="{AABEC2FD-74C3-2148-B639-7249A7EC4073}" type="presParOf" srcId="{DF6BF8A9-231E-494A-9750-6C303D557F57}" destId="{63FD5C2F-B6E7-634F-BE54-AD997A7FAAD1}" srcOrd="1" destOrd="0" presId="urn:microsoft.com/office/officeart/2008/layout/LinedList"/>
    <dgm:cxn modelId="{2F7EAA85-CE11-B243-ABC0-04EB5D93ACF6}" type="presParOf" srcId="{63FD5C2F-B6E7-634F-BE54-AD997A7FAAD1}" destId="{E4F841DB-3D97-E343-80D6-A418F3917ADF}" srcOrd="0" destOrd="0" presId="urn:microsoft.com/office/officeart/2008/layout/LinedList"/>
    <dgm:cxn modelId="{A4FEEF9C-4F4C-614A-A6AD-DC7C4DD41CC1}" type="presParOf" srcId="{63FD5C2F-B6E7-634F-BE54-AD997A7FAAD1}" destId="{06B8AF73-AE25-3246-BEC4-979F32512001}" srcOrd="1" destOrd="0" presId="urn:microsoft.com/office/officeart/2008/layout/LinedList"/>
    <dgm:cxn modelId="{0D6E30E4-2F0A-4744-85B3-B7AA9CA54653}" type="presParOf" srcId="{DF6BF8A9-231E-494A-9750-6C303D557F57}" destId="{5A9194D7-EB17-D346-B561-BA6FEC9E09D0}" srcOrd="2" destOrd="0" presId="urn:microsoft.com/office/officeart/2008/layout/LinedList"/>
    <dgm:cxn modelId="{39DB5C01-5737-2A4C-BF33-158B19925929}" type="presParOf" srcId="{DF6BF8A9-231E-494A-9750-6C303D557F57}" destId="{262C94F4-0889-684E-AA7B-3007759EE07D}" srcOrd="3" destOrd="0" presId="urn:microsoft.com/office/officeart/2008/layout/LinedList"/>
    <dgm:cxn modelId="{5A33307D-E8D3-524A-A13E-6F5CB4FD7716}" type="presParOf" srcId="{262C94F4-0889-684E-AA7B-3007759EE07D}" destId="{347A91F5-0EC7-3D45-9D0F-2B6A167D36AE}" srcOrd="0" destOrd="0" presId="urn:microsoft.com/office/officeart/2008/layout/LinedList"/>
    <dgm:cxn modelId="{969EA369-1C8D-3E4C-B777-3882D5B6663F}" type="presParOf" srcId="{262C94F4-0889-684E-AA7B-3007759EE07D}" destId="{475DD3A1-1CB2-4246-ADB2-3E57C272AA4E}" srcOrd="1" destOrd="0" presId="urn:microsoft.com/office/officeart/2008/layout/LinedList"/>
    <dgm:cxn modelId="{19732850-9CC3-E24A-B0DA-594B2068041E}" type="presParOf" srcId="{DF6BF8A9-231E-494A-9750-6C303D557F57}" destId="{1B47F283-5AB5-E74D-8B3D-9723F16D37F9}" srcOrd="4" destOrd="0" presId="urn:microsoft.com/office/officeart/2008/layout/LinedList"/>
    <dgm:cxn modelId="{0847DD1D-77EE-4B41-820E-3168F45834EB}" type="presParOf" srcId="{DF6BF8A9-231E-494A-9750-6C303D557F57}" destId="{5CA53602-9E4D-8945-B8EB-669751FA095E}" srcOrd="5" destOrd="0" presId="urn:microsoft.com/office/officeart/2008/layout/LinedList"/>
    <dgm:cxn modelId="{94110211-F33E-C444-983C-2750A56361ED}" type="presParOf" srcId="{5CA53602-9E4D-8945-B8EB-669751FA095E}" destId="{F92AF33E-4DD3-1049-9A95-749D51F065A6}" srcOrd="0" destOrd="0" presId="urn:microsoft.com/office/officeart/2008/layout/LinedList"/>
    <dgm:cxn modelId="{70B1D5BE-5706-7F4A-AA55-8AA0D1F9F987}" type="presParOf" srcId="{5CA53602-9E4D-8945-B8EB-669751FA095E}" destId="{5C63B5BE-7494-BF40-B57F-8F43D1FFBED6}" srcOrd="1" destOrd="0" presId="urn:microsoft.com/office/officeart/2008/layout/LinedList"/>
    <dgm:cxn modelId="{97924344-C810-BF47-9757-61E0D65607AB}" type="presParOf" srcId="{DF6BF8A9-231E-494A-9750-6C303D557F57}" destId="{6307A73E-69A0-984C-9A1E-21FF426904B1}" srcOrd="6" destOrd="0" presId="urn:microsoft.com/office/officeart/2008/layout/LinedList"/>
    <dgm:cxn modelId="{FF00CF09-3FE7-F94C-8651-91F4A8483287}" type="presParOf" srcId="{DF6BF8A9-231E-494A-9750-6C303D557F57}" destId="{DE3E23BE-98F7-194E-8475-10B9FA880042}" srcOrd="7" destOrd="0" presId="urn:microsoft.com/office/officeart/2008/layout/LinedList"/>
    <dgm:cxn modelId="{E9E267A8-4120-AB4A-BC8A-BC3522DA5573}" type="presParOf" srcId="{DE3E23BE-98F7-194E-8475-10B9FA880042}" destId="{355444B1-FFBA-BC4B-9B86-2C19396A95BD}" srcOrd="0" destOrd="0" presId="urn:microsoft.com/office/officeart/2008/layout/LinedList"/>
    <dgm:cxn modelId="{F7141091-88B3-7941-B6DE-0C0FE43D7EF1}" type="presParOf" srcId="{DE3E23BE-98F7-194E-8475-10B9FA880042}" destId="{1555EA4B-41F6-3144-93A8-C8D6ADD0F495}" srcOrd="1" destOrd="0" presId="urn:microsoft.com/office/officeart/2008/layout/LinedList"/>
    <dgm:cxn modelId="{215C5336-7533-A147-872F-391F7023F949}" type="presParOf" srcId="{DF6BF8A9-231E-494A-9750-6C303D557F57}" destId="{2B2607B5-0B30-8A4D-B37F-5B8124CDF12A}" srcOrd="8" destOrd="0" presId="urn:microsoft.com/office/officeart/2008/layout/LinedList"/>
    <dgm:cxn modelId="{5557F738-9D0D-F744-AF2B-A48C22368810}" type="presParOf" srcId="{DF6BF8A9-231E-494A-9750-6C303D557F57}" destId="{5DF769CB-1DCE-BD46-BD87-897A086AFBB4}" srcOrd="9" destOrd="0" presId="urn:microsoft.com/office/officeart/2008/layout/LinedList"/>
    <dgm:cxn modelId="{602A48E3-1799-F843-BB6B-EC28E5D50833}" type="presParOf" srcId="{5DF769CB-1DCE-BD46-BD87-897A086AFBB4}" destId="{B654BD78-C5BB-264F-B119-BFC3A48AB08A}" srcOrd="0" destOrd="0" presId="urn:microsoft.com/office/officeart/2008/layout/LinedList"/>
    <dgm:cxn modelId="{0C1C450F-01F7-B841-AD05-6673D1371DC3}" type="presParOf" srcId="{5DF769CB-1DCE-BD46-BD87-897A086AFBB4}" destId="{740823C7-88F4-734C-98B9-B1B31ED58CC9}" srcOrd="1" destOrd="0" presId="urn:microsoft.com/office/officeart/2008/layout/LinedList"/>
    <dgm:cxn modelId="{18EE64FF-2ED1-BA4F-B19E-ED470FF57A6D}" type="presParOf" srcId="{DF6BF8A9-231E-494A-9750-6C303D557F57}" destId="{65C39904-7DC7-5E4F-BF63-346E70282DF6}" srcOrd="10" destOrd="0" presId="urn:microsoft.com/office/officeart/2008/layout/LinedList"/>
    <dgm:cxn modelId="{1DBA7932-DF9D-0347-AA8B-36CA007EB7EB}" type="presParOf" srcId="{DF6BF8A9-231E-494A-9750-6C303D557F57}" destId="{222FDA20-4791-1E4D-B948-C3ED68E27D2A}" srcOrd="11" destOrd="0" presId="urn:microsoft.com/office/officeart/2008/layout/LinedList"/>
    <dgm:cxn modelId="{B2BBA54C-A4C5-8A43-806D-2F8C7245C2C8}" type="presParOf" srcId="{222FDA20-4791-1E4D-B948-C3ED68E27D2A}" destId="{3F9009D1-B30D-2D46-ABF5-D08DAF147144}" srcOrd="0" destOrd="0" presId="urn:microsoft.com/office/officeart/2008/layout/LinedList"/>
    <dgm:cxn modelId="{155D8C06-FDED-F449-B2B6-71C29F4F0688}" type="presParOf" srcId="{222FDA20-4791-1E4D-B948-C3ED68E27D2A}" destId="{5FD361D7-7502-C34C-9257-AA7275D33D88}" srcOrd="1" destOrd="0" presId="urn:microsoft.com/office/officeart/2008/layout/LinedList"/>
    <dgm:cxn modelId="{119E7B6F-F0E5-634D-B16D-03022C60FCDB}" type="presParOf" srcId="{DF6BF8A9-231E-494A-9750-6C303D557F57}" destId="{58F677E8-126F-D944-AAF0-03AA3E7E679A}" srcOrd="12" destOrd="0" presId="urn:microsoft.com/office/officeart/2008/layout/LinedList"/>
    <dgm:cxn modelId="{7567D73D-EB3F-A74D-A5E5-293CBFEA162A}" type="presParOf" srcId="{DF6BF8A9-231E-494A-9750-6C303D557F57}" destId="{A0B6B34D-FACA-9F47-B5E4-963C8C55F6B3}" srcOrd="13" destOrd="0" presId="urn:microsoft.com/office/officeart/2008/layout/LinedList"/>
    <dgm:cxn modelId="{50A5BF23-024E-534A-8B3A-DD4C9186995A}" type="presParOf" srcId="{A0B6B34D-FACA-9F47-B5E4-963C8C55F6B3}" destId="{169FC7A5-7B69-C147-B109-80CA0E0CC084}" srcOrd="0" destOrd="0" presId="urn:microsoft.com/office/officeart/2008/layout/LinedList"/>
    <dgm:cxn modelId="{71AD06BC-896C-2040-83B0-71BCFAEC411B}" type="presParOf" srcId="{A0B6B34D-FACA-9F47-B5E4-963C8C55F6B3}" destId="{FB42961A-7BC1-7548-AD4E-5DBFB7C768C3}" srcOrd="1" destOrd="0" presId="urn:microsoft.com/office/officeart/2008/layout/LinedList"/>
    <dgm:cxn modelId="{2FAAE02E-9A9A-AB4D-9903-DA7539C8B2C7}" type="presParOf" srcId="{DF6BF8A9-231E-494A-9750-6C303D557F57}" destId="{8C21ECA5-27B3-D643-98D5-9F53F7047026}" srcOrd="14" destOrd="0" presId="urn:microsoft.com/office/officeart/2008/layout/LinedList"/>
    <dgm:cxn modelId="{75E2D85B-57B9-BC4C-B102-5883E18321DB}" type="presParOf" srcId="{DF6BF8A9-231E-494A-9750-6C303D557F57}" destId="{52E9B8F4-41A6-E84D-9AF4-DAE466F163D7}" srcOrd="15" destOrd="0" presId="urn:microsoft.com/office/officeart/2008/layout/LinedList"/>
    <dgm:cxn modelId="{B5C89D56-C850-FC44-A21E-2709472288FA}" type="presParOf" srcId="{52E9B8F4-41A6-E84D-9AF4-DAE466F163D7}" destId="{AFD23E39-9530-F64E-9FDD-4F8FA4CF5BE3}" srcOrd="0" destOrd="0" presId="urn:microsoft.com/office/officeart/2008/layout/LinedList"/>
    <dgm:cxn modelId="{656DF6E9-EAB5-3B4E-9AE6-B5103C0DA87A}" type="presParOf" srcId="{52E9B8F4-41A6-E84D-9AF4-DAE466F163D7}" destId="{047D097A-7BBE-9142-8F37-6B605536388C}" srcOrd="1" destOrd="0" presId="urn:microsoft.com/office/officeart/2008/layout/LinedList"/>
    <dgm:cxn modelId="{747AE0FB-9D04-474E-990A-C3D174B1C00E}" type="presParOf" srcId="{DF6BF8A9-231E-494A-9750-6C303D557F57}" destId="{409B9DEE-51BC-D948-A15A-13217DD4CBCC}" srcOrd="16" destOrd="0" presId="urn:microsoft.com/office/officeart/2008/layout/LinedList"/>
    <dgm:cxn modelId="{F432A4F7-AB0A-5645-AE35-38D559E73F12}" type="presParOf" srcId="{DF6BF8A9-231E-494A-9750-6C303D557F57}" destId="{50693DF9-1C21-5640-A249-23B9174E8E96}" srcOrd="17" destOrd="0" presId="urn:microsoft.com/office/officeart/2008/layout/LinedList"/>
    <dgm:cxn modelId="{1B09BE32-9399-344D-A464-A99371250B51}" type="presParOf" srcId="{50693DF9-1C21-5640-A249-23B9174E8E96}" destId="{D82D2A45-B271-A14C-B3E3-E53D35BCDA38}" srcOrd="0" destOrd="0" presId="urn:microsoft.com/office/officeart/2008/layout/LinedList"/>
    <dgm:cxn modelId="{0BE90A50-9BAA-1D47-913D-E70D3AEDCA89}" type="presParOf" srcId="{50693DF9-1C21-5640-A249-23B9174E8E96}" destId="{12164F1D-CD01-834C-95E6-54B76297322D}" srcOrd="1" destOrd="0" presId="urn:microsoft.com/office/officeart/2008/layout/LinedList"/>
    <dgm:cxn modelId="{BB982C9B-AEF1-214A-BFAF-41071F86D95A}" type="presParOf" srcId="{DF6BF8A9-231E-494A-9750-6C303D557F57}" destId="{0B3B1D70-A57C-E146-8365-3FF121706322}" srcOrd="18" destOrd="0" presId="urn:microsoft.com/office/officeart/2008/layout/LinedList"/>
    <dgm:cxn modelId="{B52E3C95-AC64-7B41-B9C9-3AF55CEB9387}" type="presParOf" srcId="{DF6BF8A9-231E-494A-9750-6C303D557F57}" destId="{8FF252B0-9489-AF4C-AA2B-8DEBA56520E9}" srcOrd="19" destOrd="0" presId="urn:microsoft.com/office/officeart/2008/layout/LinedList"/>
    <dgm:cxn modelId="{1EA295A0-5798-8242-BBE4-578808E1A91F}" type="presParOf" srcId="{8FF252B0-9489-AF4C-AA2B-8DEBA56520E9}" destId="{C6715983-6A13-A447-9D38-9F6738A1E5B0}" srcOrd="0" destOrd="0" presId="urn:microsoft.com/office/officeart/2008/layout/LinedList"/>
    <dgm:cxn modelId="{ED869F19-E4A7-3F4B-86B5-3EDC0DCA9DA1}" type="presParOf" srcId="{8FF252B0-9489-AF4C-AA2B-8DEBA56520E9}" destId="{BB0477BD-CAA3-CD40-B0C1-12012DD640A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DF83490-5B2F-4A90-895B-298500624EC7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682F8E6-3F0F-4F94-8690-828DC3BCD37E}">
      <dgm:prSet/>
      <dgm:spPr/>
      <dgm:t>
        <a:bodyPr/>
        <a:lstStyle/>
        <a:p>
          <a:r>
            <a:rPr lang="en-US"/>
            <a:t>CREATE TABLE Departments (</a:t>
          </a:r>
        </a:p>
      </dgm:t>
    </dgm:pt>
    <dgm:pt modelId="{67DE3DE7-181B-4CD2-8B3F-5657DA85B728}" type="parTrans" cxnId="{0565C248-A707-4229-A952-3C2A018E96D6}">
      <dgm:prSet/>
      <dgm:spPr/>
      <dgm:t>
        <a:bodyPr/>
        <a:lstStyle/>
        <a:p>
          <a:endParaRPr lang="en-US"/>
        </a:p>
      </dgm:t>
    </dgm:pt>
    <dgm:pt modelId="{64FF0282-E5EB-42E5-938A-B980DB3EEAB6}" type="sibTrans" cxnId="{0565C248-A707-4229-A952-3C2A018E96D6}">
      <dgm:prSet/>
      <dgm:spPr/>
      <dgm:t>
        <a:bodyPr/>
        <a:lstStyle/>
        <a:p>
          <a:endParaRPr lang="en-US"/>
        </a:p>
      </dgm:t>
    </dgm:pt>
    <dgm:pt modelId="{26B6F0F4-C488-4D0F-9968-BF41A406F535}">
      <dgm:prSet/>
      <dgm:spPr/>
      <dgm:t>
        <a:bodyPr/>
        <a:lstStyle/>
        <a:p>
          <a:r>
            <a:rPr lang="en-US"/>
            <a:t>DeptID INT PRIMARY KEY,</a:t>
          </a:r>
        </a:p>
      </dgm:t>
    </dgm:pt>
    <dgm:pt modelId="{EC2356EE-4A08-4E90-94C7-B15258080E9C}" type="parTrans" cxnId="{92EFBD08-2C8B-4AD8-A4BA-D4547827A907}">
      <dgm:prSet/>
      <dgm:spPr/>
      <dgm:t>
        <a:bodyPr/>
        <a:lstStyle/>
        <a:p>
          <a:endParaRPr lang="en-US"/>
        </a:p>
      </dgm:t>
    </dgm:pt>
    <dgm:pt modelId="{820A197E-59AF-4E74-88AC-34AF2A2D11BD}" type="sibTrans" cxnId="{92EFBD08-2C8B-4AD8-A4BA-D4547827A907}">
      <dgm:prSet/>
      <dgm:spPr/>
      <dgm:t>
        <a:bodyPr/>
        <a:lstStyle/>
        <a:p>
          <a:endParaRPr lang="en-US"/>
        </a:p>
      </dgm:t>
    </dgm:pt>
    <dgm:pt modelId="{BAB03844-07E7-43A5-AAC2-1477FA7EF34E}">
      <dgm:prSet/>
      <dgm:spPr/>
      <dgm:t>
        <a:bodyPr/>
        <a:lstStyle/>
        <a:p>
          <a:r>
            <a:rPr lang="en-US"/>
            <a:t>DeptName VARCHAR(50) UNIQUE NOT NULL</a:t>
          </a:r>
        </a:p>
      </dgm:t>
    </dgm:pt>
    <dgm:pt modelId="{ED9A901C-F3F6-4126-B684-9F3F14A60596}" type="parTrans" cxnId="{41EAB933-D284-4AF0-9A35-E378D3D96E87}">
      <dgm:prSet/>
      <dgm:spPr/>
      <dgm:t>
        <a:bodyPr/>
        <a:lstStyle/>
        <a:p>
          <a:endParaRPr lang="en-US"/>
        </a:p>
      </dgm:t>
    </dgm:pt>
    <dgm:pt modelId="{E917B0C2-6397-47C6-87D2-C4606D02DEB7}" type="sibTrans" cxnId="{41EAB933-D284-4AF0-9A35-E378D3D96E87}">
      <dgm:prSet/>
      <dgm:spPr/>
      <dgm:t>
        <a:bodyPr/>
        <a:lstStyle/>
        <a:p>
          <a:endParaRPr lang="en-US"/>
        </a:p>
      </dgm:t>
    </dgm:pt>
    <dgm:pt modelId="{003FC919-1FA6-4E93-95AC-68D60EEFA9B6}">
      <dgm:prSet/>
      <dgm:spPr/>
      <dgm:t>
        <a:bodyPr/>
        <a:lstStyle/>
        <a:p>
          <a:r>
            <a:rPr lang="en-US"/>
            <a:t>);</a:t>
          </a:r>
        </a:p>
      </dgm:t>
    </dgm:pt>
    <dgm:pt modelId="{A381EFBA-E092-4FED-BB6E-11BD0E3DDBA6}" type="parTrans" cxnId="{C52FE8C9-646E-4B26-B98B-8A7518C45508}">
      <dgm:prSet/>
      <dgm:spPr/>
      <dgm:t>
        <a:bodyPr/>
        <a:lstStyle/>
        <a:p>
          <a:endParaRPr lang="en-US"/>
        </a:p>
      </dgm:t>
    </dgm:pt>
    <dgm:pt modelId="{DF061477-B589-4108-AA1D-952C110BE6A2}" type="sibTrans" cxnId="{C52FE8C9-646E-4B26-B98B-8A7518C45508}">
      <dgm:prSet/>
      <dgm:spPr/>
      <dgm:t>
        <a:bodyPr/>
        <a:lstStyle/>
        <a:p>
          <a:endParaRPr lang="en-US"/>
        </a:p>
      </dgm:t>
    </dgm:pt>
    <dgm:pt modelId="{B68FDBE3-3E64-4E74-9388-ECD92A609878}">
      <dgm:prSet/>
      <dgm:spPr/>
      <dgm:t>
        <a:bodyPr/>
        <a:lstStyle/>
        <a:p>
          <a:r>
            <a:rPr lang="en-US"/>
            <a:t>Output: Table created with constraints.</a:t>
          </a:r>
        </a:p>
      </dgm:t>
    </dgm:pt>
    <dgm:pt modelId="{15615B87-038C-44E5-9962-E50DBB5839A9}" type="parTrans" cxnId="{D838DBF3-86F7-4380-83E4-1B6DA4CCAFA9}">
      <dgm:prSet/>
      <dgm:spPr/>
      <dgm:t>
        <a:bodyPr/>
        <a:lstStyle/>
        <a:p>
          <a:endParaRPr lang="en-US"/>
        </a:p>
      </dgm:t>
    </dgm:pt>
    <dgm:pt modelId="{893EDA02-C2A1-4DE8-8B36-A57FA8C8074B}" type="sibTrans" cxnId="{D838DBF3-86F7-4380-83E4-1B6DA4CCAFA9}">
      <dgm:prSet/>
      <dgm:spPr/>
      <dgm:t>
        <a:bodyPr/>
        <a:lstStyle/>
        <a:p>
          <a:endParaRPr lang="en-US"/>
        </a:p>
      </dgm:t>
    </dgm:pt>
    <dgm:pt modelId="{6F1D585F-CD56-9A48-9CB9-AFFB9DF66272}" type="pres">
      <dgm:prSet presAssocID="{4DF83490-5B2F-4A90-895B-298500624EC7}" presName="vert0" presStyleCnt="0">
        <dgm:presLayoutVars>
          <dgm:dir/>
          <dgm:animOne val="branch"/>
          <dgm:animLvl val="lvl"/>
        </dgm:presLayoutVars>
      </dgm:prSet>
      <dgm:spPr/>
    </dgm:pt>
    <dgm:pt modelId="{7550004D-56DB-C045-96BC-6D1FAE513C8E}" type="pres">
      <dgm:prSet presAssocID="{7682F8E6-3F0F-4F94-8690-828DC3BCD37E}" presName="thickLine" presStyleLbl="alignNode1" presStyleIdx="0" presStyleCnt="5"/>
      <dgm:spPr/>
    </dgm:pt>
    <dgm:pt modelId="{7D1211D3-F914-4144-BD0D-36723D49504C}" type="pres">
      <dgm:prSet presAssocID="{7682F8E6-3F0F-4F94-8690-828DC3BCD37E}" presName="horz1" presStyleCnt="0"/>
      <dgm:spPr/>
    </dgm:pt>
    <dgm:pt modelId="{A17A65AE-D06C-F540-ACE9-845074FFF0BF}" type="pres">
      <dgm:prSet presAssocID="{7682F8E6-3F0F-4F94-8690-828DC3BCD37E}" presName="tx1" presStyleLbl="revTx" presStyleIdx="0" presStyleCnt="5"/>
      <dgm:spPr/>
    </dgm:pt>
    <dgm:pt modelId="{F624516D-35AF-014F-AADB-5759D20C030C}" type="pres">
      <dgm:prSet presAssocID="{7682F8E6-3F0F-4F94-8690-828DC3BCD37E}" presName="vert1" presStyleCnt="0"/>
      <dgm:spPr/>
    </dgm:pt>
    <dgm:pt modelId="{60F5A985-51DD-8A45-9DB7-573B3E517C99}" type="pres">
      <dgm:prSet presAssocID="{26B6F0F4-C488-4D0F-9968-BF41A406F535}" presName="thickLine" presStyleLbl="alignNode1" presStyleIdx="1" presStyleCnt="5"/>
      <dgm:spPr/>
    </dgm:pt>
    <dgm:pt modelId="{DC2145C3-6F74-9748-88F8-4CE99D0F8A42}" type="pres">
      <dgm:prSet presAssocID="{26B6F0F4-C488-4D0F-9968-BF41A406F535}" presName="horz1" presStyleCnt="0"/>
      <dgm:spPr/>
    </dgm:pt>
    <dgm:pt modelId="{A91A79A9-9A46-BB4D-8E74-D1DD2859BE98}" type="pres">
      <dgm:prSet presAssocID="{26B6F0F4-C488-4D0F-9968-BF41A406F535}" presName="tx1" presStyleLbl="revTx" presStyleIdx="1" presStyleCnt="5"/>
      <dgm:spPr/>
    </dgm:pt>
    <dgm:pt modelId="{9D37D47F-CBF5-B440-95EF-FFB6CE95AFCC}" type="pres">
      <dgm:prSet presAssocID="{26B6F0F4-C488-4D0F-9968-BF41A406F535}" presName="vert1" presStyleCnt="0"/>
      <dgm:spPr/>
    </dgm:pt>
    <dgm:pt modelId="{5369C025-DA6E-8F4E-BC8C-18690CFBDFA3}" type="pres">
      <dgm:prSet presAssocID="{BAB03844-07E7-43A5-AAC2-1477FA7EF34E}" presName="thickLine" presStyleLbl="alignNode1" presStyleIdx="2" presStyleCnt="5"/>
      <dgm:spPr/>
    </dgm:pt>
    <dgm:pt modelId="{8458C26F-34D5-BC43-8731-AEE97CEB7540}" type="pres">
      <dgm:prSet presAssocID="{BAB03844-07E7-43A5-AAC2-1477FA7EF34E}" presName="horz1" presStyleCnt="0"/>
      <dgm:spPr/>
    </dgm:pt>
    <dgm:pt modelId="{0C9D724B-22A5-F04E-B4FA-FEDDA460D5A0}" type="pres">
      <dgm:prSet presAssocID="{BAB03844-07E7-43A5-AAC2-1477FA7EF34E}" presName="tx1" presStyleLbl="revTx" presStyleIdx="2" presStyleCnt="5"/>
      <dgm:spPr/>
    </dgm:pt>
    <dgm:pt modelId="{2DDD0D10-2AC4-174C-8603-C5D26ABC0B02}" type="pres">
      <dgm:prSet presAssocID="{BAB03844-07E7-43A5-AAC2-1477FA7EF34E}" presName="vert1" presStyleCnt="0"/>
      <dgm:spPr/>
    </dgm:pt>
    <dgm:pt modelId="{EAEF4697-F62D-4A4E-8470-6340613324B2}" type="pres">
      <dgm:prSet presAssocID="{003FC919-1FA6-4E93-95AC-68D60EEFA9B6}" presName="thickLine" presStyleLbl="alignNode1" presStyleIdx="3" presStyleCnt="5"/>
      <dgm:spPr/>
    </dgm:pt>
    <dgm:pt modelId="{B0DBA665-E2E1-094B-BB92-3B96F94CD185}" type="pres">
      <dgm:prSet presAssocID="{003FC919-1FA6-4E93-95AC-68D60EEFA9B6}" presName="horz1" presStyleCnt="0"/>
      <dgm:spPr/>
    </dgm:pt>
    <dgm:pt modelId="{FB25D14A-ABF4-E843-B0E5-5E6898119BCB}" type="pres">
      <dgm:prSet presAssocID="{003FC919-1FA6-4E93-95AC-68D60EEFA9B6}" presName="tx1" presStyleLbl="revTx" presStyleIdx="3" presStyleCnt="5"/>
      <dgm:spPr/>
    </dgm:pt>
    <dgm:pt modelId="{87A877F0-9F54-FD49-B5B5-D7C8ED9B140E}" type="pres">
      <dgm:prSet presAssocID="{003FC919-1FA6-4E93-95AC-68D60EEFA9B6}" presName="vert1" presStyleCnt="0"/>
      <dgm:spPr/>
    </dgm:pt>
    <dgm:pt modelId="{B59BB07D-17F1-B149-9057-46FEE2E34971}" type="pres">
      <dgm:prSet presAssocID="{B68FDBE3-3E64-4E74-9388-ECD92A609878}" presName="thickLine" presStyleLbl="alignNode1" presStyleIdx="4" presStyleCnt="5"/>
      <dgm:spPr/>
    </dgm:pt>
    <dgm:pt modelId="{C963D238-9EE0-ED45-BEFE-E352F4AE5FB7}" type="pres">
      <dgm:prSet presAssocID="{B68FDBE3-3E64-4E74-9388-ECD92A609878}" presName="horz1" presStyleCnt="0"/>
      <dgm:spPr/>
    </dgm:pt>
    <dgm:pt modelId="{F23DC765-5418-2342-99D1-22371E05B45D}" type="pres">
      <dgm:prSet presAssocID="{B68FDBE3-3E64-4E74-9388-ECD92A609878}" presName="tx1" presStyleLbl="revTx" presStyleIdx="4" presStyleCnt="5"/>
      <dgm:spPr/>
    </dgm:pt>
    <dgm:pt modelId="{0F625D2D-8698-BF4D-A232-5384D7C5BEF6}" type="pres">
      <dgm:prSet presAssocID="{B68FDBE3-3E64-4E74-9388-ECD92A609878}" presName="vert1" presStyleCnt="0"/>
      <dgm:spPr/>
    </dgm:pt>
  </dgm:ptLst>
  <dgm:cxnLst>
    <dgm:cxn modelId="{92EFBD08-2C8B-4AD8-A4BA-D4547827A907}" srcId="{4DF83490-5B2F-4A90-895B-298500624EC7}" destId="{26B6F0F4-C488-4D0F-9968-BF41A406F535}" srcOrd="1" destOrd="0" parTransId="{EC2356EE-4A08-4E90-94C7-B15258080E9C}" sibTransId="{820A197E-59AF-4E74-88AC-34AF2A2D11BD}"/>
    <dgm:cxn modelId="{1AB8A421-C318-E643-823F-35A2BBEABA09}" type="presOf" srcId="{26B6F0F4-C488-4D0F-9968-BF41A406F535}" destId="{A91A79A9-9A46-BB4D-8E74-D1DD2859BE98}" srcOrd="0" destOrd="0" presId="urn:microsoft.com/office/officeart/2008/layout/LinedList"/>
    <dgm:cxn modelId="{41EAB933-D284-4AF0-9A35-E378D3D96E87}" srcId="{4DF83490-5B2F-4A90-895B-298500624EC7}" destId="{BAB03844-07E7-43A5-AAC2-1477FA7EF34E}" srcOrd="2" destOrd="0" parTransId="{ED9A901C-F3F6-4126-B684-9F3F14A60596}" sibTransId="{E917B0C2-6397-47C6-87D2-C4606D02DEB7}"/>
    <dgm:cxn modelId="{57386C42-FDE3-454C-B30C-A632E3868005}" type="presOf" srcId="{B68FDBE3-3E64-4E74-9388-ECD92A609878}" destId="{F23DC765-5418-2342-99D1-22371E05B45D}" srcOrd="0" destOrd="0" presId="urn:microsoft.com/office/officeart/2008/layout/LinedList"/>
    <dgm:cxn modelId="{0565C248-A707-4229-A952-3C2A018E96D6}" srcId="{4DF83490-5B2F-4A90-895B-298500624EC7}" destId="{7682F8E6-3F0F-4F94-8690-828DC3BCD37E}" srcOrd="0" destOrd="0" parTransId="{67DE3DE7-181B-4CD2-8B3F-5657DA85B728}" sibTransId="{64FF0282-E5EB-42E5-938A-B980DB3EEAB6}"/>
    <dgm:cxn modelId="{735A9355-C8FD-4B4A-AC5E-C14E3CDC0943}" type="presOf" srcId="{BAB03844-07E7-43A5-AAC2-1477FA7EF34E}" destId="{0C9D724B-22A5-F04E-B4FA-FEDDA460D5A0}" srcOrd="0" destOrd="0" presId="urn:microsoft.com/office/officeart/2008/layout/LinedList"/>
    <dgm:cxn modelId="{F611BD59-D5C7-5A45-9BCB-DDA28B58D2AF}" type="presOf" srcId="{4DF83490-5B2F-4A90-895B-298500624EC7}" destId="{6F1D585F-CD56-9A48-9CB9-AFFB9DF66272}" srcOrd="0" destOrd="0" presId="urn:microsoft.com/office/officeart/2008/layout/LinedList"/>
    <dgm:cxn modelId="{C52FE8C9-646E-4B26-B98B-8A7518C45508}" srcId="{4DF83490-5B2F-4A90-895B-298500624EC7}" destId="{003FC919-1FA6-4E93-95AC-68D60EEFA9B6}" srcOrd="3" destOrd="0" parTransId="{A381EFBA-E092-4FED-BB6E-11BD0E3DDBA6}" sibTransId="{DF061477-B589-4108-AA1D-952C110BE6A2}"/>
    <dgm:cxn modelId="{77ED35E3-E8C9-8E46-A7FA-CEAC3A7859F3}" type="presOf" srcId="{003FC919-1FA6-4E93-95AC-68D60EEFA9B6}" destId="{FB25D14A-ABF4-E843-B0E5-5E6898119BCB}" srcOrd="0" destOrd="0" presId="urn:microsoft.com/office/officeart/2008/layout/LinedList"/>
    <dgm:cxn modelId="{E7D0E7E8-9D56-AF47-9513-401F3A9FA990}" type="presOf" srcId="{7682F8E6-3F0F-4F94-8690-828DC3BCD37E}" destId="{A17A65AE-D06C-F540-ACE9-845074FFF0BF}" srcOrd="0" destOrd="0" presId="urn:microsoft.com/office/officeart/2008/layout/LinedList"/>
    <dgm:cxn modelId="{D838DBF3-86F7-4380-83E4-1B6DA4CCAFA9}" srcId="{4DF83490-5B2F-4A90-895B-298500624EC7}" destId="{B68FDBE3-3E64-4E74-9388-ECD92A609878}" srcOrd="4" destOrd="0" parTransId="{15615B87-038C-44E5-9962-E50DBB5839A9}" sibTransId="{893EDA02-C2A1-4DE8-8B36-A57FA8C8074B}"/>
    <dgm:cxn modelId="{57EB0F96-7F76-AC4B-9D08-ECFC57EA5395}" type="presParOf" srcId="{6F1D585F-CD56-9A48-9CB9-AFFB9DF66272}" destId="{7550004D-56DB-C045-96BC-6D1FAE513C8E}" srcOrd="0" destOrd="0" presId="urn:microsoft.com/office/officeart/2008/layout/LinedList"/>
    <dgm:cxn modelId="{B020144E-C750-7442-8B2A-B729CAF9493A}" type="presParOf" srcId="{6F1D585F-CD56-9A48-9CB9-AFFB9DF66272}" destId="{7D1211D3-F914-4144-BD0D-36723D49504C}" srcOrd="1" destOrd="0" presId="urn:microsoft.com/office/officeart/2008/layout/LinedList"/>
    <dgm:cxn modelId="{527D2581-26C9-E045-AA6B-D30057BBCFE6}" type="presParOf" srcId="{7D1211D3-F914-4144-BD0D-36723D49504C}" destId="{A17A65AE-D06C-F540-ACE9-845074FFF0BF}" srcOrd="0" destOrd="0" presId="urn:microsoft.com/office/officeart/2008/layout/LinedList"/>
    <dgm:cxn modelId="{F6F63575-5AEC-9D44-9A77-914C1AFA3426}" type="presParOf" srcId="{7D1211D3-F914-4144-BD0D-36723D49504C}" destId="{F624516D-35AF-014F-AADB-5759D20C030C}" srcOrd="1" destOrd="0" presId="urn:microsoft.com/office/officeart/2008/layout/LinedList"/>
    <dgm:cxn modelId="{B7B32681-177D-F741-A859-645D9CAF83AB}" type="presParOf" srcId="{6F1D585F-CD56-9A48-9CB9-AFFB9DF66272}" destId="{60F5A985-51DD-8A45-9DB7-573B3E517C99}" srcOrd="2" destOrd="0" presId="urn:microsoft.com/office/officeart/2008/layout/LinedList"/>
    <dgm:cxn modelId="{1A29535D-09DF-7641-ADC3-5563AB234A4E}" type="presParOf" srcId="{6F1D585F-CD56-9A48-9CB9-AFFB9DF66272}" destId="{DC2145C3-6F74-9748-88F8-4CE99D0F8A42}" srcOrd="3" destOrd="0" presId="urn:microsoft.com/office/officeart/2008/layout/LinedList"/>
    <dgm:cxn modelId="{52B54DC1-9C9D-EF40-8B8F-23AE88C14308}" type="presParOf" srcId="{DC2145C3-6F74-9748-88F8-4CE99D0F8A42}" destId="{A91A79A9-9A46-BB4D-8E74-D1DD2859BE98}" srcOrd="0" destOrd="0" presId="urn:microsoft.com/office/officeart/2008/layout/LinedList"/>
    <dgm:cxn modelId="{627F6FC3-6FFF-3747-A693-5739A05AE766}" type="presParOf" srcId="{DC2145C3-6F74-9748-88F8-4CE99D0F8A42}" destId="{9D37D47F-CBF5-B440-95EF-FFB6CE95AFCC}" srcOrd="1" destOrd="0" presId="urn:microsoft.com/office/officeart/2008/layout/LinedList"/>
    <dgm:cxn modelId="{457AE7A5-3EDD-6E46-BD49-CE62681EFE14}" type="presParOf" srcId="{6F1D585F-CD56-9A48-9CB9-AFFB9DF66272}" destId="{5369C025-DA6E-8F4E-BC8C-18690CFBDFA3}" srcOrd="4" destOrd="0" presId="urn:microsoft.com/office/officeart/2008/layout/LinedList"/>
    <dgm:cxn modelId="{6ACCDBB1-B8E3-9541-96B8-5F7E39036039}" type="presParOf" srcId="{6F1D585F-CD56-9A48-9CB9-AFFB9DF66272}" destId="{8458C26F-34D5-BC43-8731-AEE97CEB7540}" srcOrd="5" destOrd="0" presId="urn:microsoft.com/office/officeart/2008/layout/LinedList"/>
    <dgm:cxn modelId="{A04549F7-1102-F148-8EBE-598A69679EA1}" type="presParOf" srcId="{8458C26F-34D5-BC43-8731-AEE97CEB7540}" destId="{0C9D724B-22A5-F04E-B4FA-FEDDA460D5A0}" srcOrd="0" destOrd="0" presId="urn:microsoft.com/office/officeart/2008/layout/LinedList"/>
    <dgm:cxn modelId="{C42BE060-3D96-944D-8C6C-3B6A31C4AFED}" type="presParOf" srcId="{8458C26F-34D5-BC43-8731-AEE97CEB7540}" destId="{2DDD0D10-2AC4-174C-8603-C5D26ABC0B02}" srcOrd="1" destOrd="0" presId="urn:microsoft.com/office/officeart/2008/layout/LinedList"/>
    <dgm:cxn modelId="{EE7590A1-3AD9-2E44-99E2-D493C2DF8B59}" type="presParOf" srcId="{6F1D585F-CD56-9A48-9CB9-AFFB9DF66272}" destId="{EAEF4697-F62D-4A4E-8470-6340613324B2}" srcOrd="6" destOrd="0" presId="urn:microsoft.com/office/officeart/2008/layout/LinedList"/>
    <dgm:cxn modelId="{034BDE99-839A-814F-8E17-C8CA9D325C82}" type="presParOf" srcId="{6F1D585F-CD56-9A48-9CB9-AFFB9DF66272}" destId="{B0DBA665-E2E1-094B-BB92-3B96F94CD185}" srcOrd="7" destOrd="0" presId="urn:microsoft.com/office/officeart/2008/layout/LinedList"/>
    <dgm:cxn modelId="{52D61516-598E-AF40-8EDA-ECA272A2A094}" type="presParOf" srcId="{B0DBA665-E2E1-094B-BB92-3B96F94CD185}" destId="{FB25D14A-ABF4-E843-B0E5-5E6898119BCB}" srcOrd="0" destOrd="0" presId="urn:microsoft.com/office/officeart/2008/layout/LinedList"/>
    <dgm:cxn modelId="{0B891CC4-5DA7-D743-A323-6D160685D336}" type="presParOf" srcId="{B0DBA665-E2E1-094B-BB92-3B96F94CD185}" destId="{87A877F0-9F54-FD49-B5B5-D7C8ED9B140E}" srcOrd="1" destOrd="0" presId="urn:microsoft.com/office/officeart/2008/layout/LinedList"/>
    <dgm:cxn modelId="{D7407AFA-9120-EB4D-BFA2-841333B18E0C}" type="presParOf" srcId="{6F1D585F-CD56-9A48-9CB9-AFFB9DF66272}" destId="{B59BB07D-17F1-B149-9057-46FEE2E34971}" srcOrd="8" destOrd="0" presId="urn:microsoft.com/office/officeart/2008/layout/LinedList"/>
    <dgm:cxn modelId="{B49A50FD-78A1-564B-8F65-4A1B32E02022}" type="presParOf" srcId="{6F1D585F-CD56-9A48-9CB9-AFFB9DF66272}" destId="{C963D238-9EE0-ED45-BEFE-E352F4AE5FB7}" srcOrd="9" destOrd="0" presId="urn:microsoft.com/office/officeart/2008/layout/LinedList"/>
    <dgm:cxn modelId="{154DDF30-7992-2049-804D-DBC30B652BED}" type="presParOf" srcId="{C963D238-9EE0-ED45-BEFE-E352F4AE5FB7}" destId="{F23DC765-5418-2342-99D1-22371E05B45D}" srcOrd="0" destOrd="0" presId="urn:microsoft.com/office/officeart/2008/layout/LinedList"/>
    <dgm:cxn modelId="{0085A0F7-EBE7-CF47-9C6E-30DAC5EB5707}" type="presParOf" srcId="{C963D238-9EE0-ED45-BEFE-E352F4AE5FB7}" destId="{0F625D2D-8698-BF4D-A232-5384D7C5BE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8ED0F-604F-2E42-8742-2BADC029FC5A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7DF4A-4793-734D-BBE1-A051529C3AC0}">
      <dsp:nvSpPr>
        <dsp:cNvPr id="0" name=""/>
        <dsp:cNvSpPr/>
      </dsp:nvSpPr>
      <dsp:spPr>
        <a:xfrm>
          <a:off x="0" y="552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Syntax:</a:t>
          </a:r>
        </a:p>
      </dsp:txBody>
      <dsp:txXfrm>
        <a:off x="0" y="552"/>
        <a:ext cx="8229600" cy="502762"/>
      </dsp:txXfrm>
    </dsp:sp>
    <dsp:sp modelId="{8A9FB557-6F56-CF48-B686-9D1474FEFC38}">
      <dsp:nvSpPr>
        <dsp:cNvPr id="0" name=""/>
        <dsp:cNvSpPr/>
      </dsp:nvSpPr>
      <dsp:spPr>
        <a:xfrm>
          <a:off x="0" y="50331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041A8C-F871-8444-8E20-DE993DD7E15E}">
      <dsp:nvSpPr>
        <dsp:cNvPr id="0" name=""/>
        <dsp:cNvSpPr/>
      </dsp:nvSpPr>
      <dsp:spPr>
        <a:xfrm>
          <a:off x="0" y="503314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 TABLE Employees (</a:t>
          </a:r>
        </a:p>
      </dsp:txBody>
      <dsp:txXfrm>
        <a:off x="0" y="503314"/>
        <a:ext cx="8229600" cy="502762"/>
      </dsp:txXfrm>
    </dsp:sp>
    <dsp:sp modelId="{08FC3F15-DB1D-D949-80B2-9C6DD8125248}">
      <dsp:nvSpPr>
        <dsp:cNvPr id="0" name=""/>
        <dsp:cNvSpPr/>
      </dsp:nvSpPr>
      <dsp:spPr>
        <a:xfrm>
          <a:off x="0" y="100607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5FD9D-1D82-5747-95E1-21A3C986E269}">
      <dsp:nvSpPr>
        <dsp:cNvPr id="0" name=""/>
        <dsp:cNvSpPr/>
      </dsp:nvSpPr>
      <dsp:spPr>
        <a:xfrm>
          <a:off x="0" y="1006076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EmpID INT PRIMARY KEY,</a:t>
          </a:r>
        </a:p>
      </dsp:txBody>
      <dsp:txXfrm>
        <a:off x="0" y="1006076"/>
        <a:ext cx="8229600" cy="502762"/>
      </dsp:txXfrm>
    </dsp:sp>
    <dsp:sp modelId="{A4AA2C74-3B77-054E-9B67-54D9B3EC5338}">
      <dsp:nvSpPr>
        <dsp:cNvPr id="0" name=""/>
        <dsp:cNvSpPr/>
      </dsp:nvSpPr>
      <dsp:spPr>
        <a:xfrm>
          <a:off x="0" y="15088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1B413-A2AD-FC42-B2C8-BB897E701B26}">
      <dsp:nvSpPr>
        <dsp:cNvPr id="0" name=""/>
        <dsp:cNvSpPr/>
      </dsp:nvSpPr>
      <dsp:spPr>
        <a:xfrm>
          <a:off x="0" y="1508838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Name VARCHAR(50),</a:t>
          </a:r>
        </a:p>
      </dsp:txBody>
      <dsp:txXfrm>
        <a:off x="0" y="1508838"/>
        <a:ext cx="8229600" cy="502762"/>
      </dsp:txXfrm>
    </dsp:sp>
    <dsp:sp modelId="{35E694E7-6F9D-4C4E-AB41-3C8957AC4CE5}">
      <dsp:nvSpPr>
        <dsp:cNvPr id="0" name=""/>
        <dsp:cNvSpPr/>
      </dsp:nvSpPr>
      <dsp:spPr>
        <a:xfrm>
          <a:off x="0" y="20116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0E8EE-A931-784F-AA38-DF26D7A4B177}">
      <dsp:nvSpPr>
        <dsp:cNvPr id="0" name=""/>
        <dsp:cNvSpPr/>
      </dsp:nvSpPr>
      <dsp:spPr>
        <a:xfrm>
          <a:off x="0" y="2011600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Salary INT,</a:t>
          </a:r>
        </a:p>
      </dsp:txBody>
      <dsp:txXfrm>
        <a:off x="0" y="2011600"/>
        <a:ext cx="8229600" cy="502762"/>
      </dsp:txXfrm>
    </dsp:sp>
    <dsp:sp modelId="{3B9031AE-E27C-E24F-9348-9927E98CC880}">
      <dsp:nvSpPr>
        <dsp:cNvPr id="0" name=""/>
        <dsp:cNvSpPr/>
      </dsp:nvSpPr>
      <dsp:spPr>
        <a:xfrm>
          <a:off x="0" y="251436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D589E-401D-F343-A508-C6C71CA93DEC}">
      <dsp:nvSpPr>
        <dsp:cNvPr id="0" name=""/>
        <dsp:cNvSpPr/>
      </dsp:nvSpPr>
      <dsp:spPr>
        <a:xfrm>
          <a:off x="0" y="2514362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DeptID INT</a:t>
          </a:r>
        </a:p>
      </dsp:txBody>
      <dsp:txXfrm>
        <a:off x="0" y="2514362"/>
        <a:ext cx="8229600" cy="502762"/>
      </dsp:txXfrm>
    </dsp:sp>
    <dsp:sp modelId="{1A10685E-7873-0E47-953C-1FA1DDE2F7CB}">
      <dsp:nvSpPr>
        <dsp:cNvPr id="0" name=""/>
        <dsp:cNvSpPr/>
      </dsp:nvSpPr>
      <dsp:spPr>
        <a:xfrm>
          <a:off x="0" y="30171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7CB18-CD90-3442-BC66-7B721B4A4678}">
      <dsp:nvSpPr>
        <dsp:cNvPr id="0" name=""/>
        <dsp:cNvSpPr/>
      </dsp:nvSpPr>
      <dsp:spPr>
        <a:xfrm>
          <a:off x="0" y="3017124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);</a:t>
          </a:r>
        </a:p>
      </dsp:txBody>
      <dsp:txXfrm>
        <a:off x="0" y="3017124"/>
        <a:ext cx="8229600" cy="502762"/>
      </dsp:txXfrm>
    </dsp:sp>
    <dsp:sp modelId="{C8F191FD-34F4-6841-9F61-3EFE347965C4}">
      <dsp:nvSpPr>
        <dsp:cNvPr id="0" name=""/>
        <dsp:cNvSpPr/>
      </dsp:nvSpPr>
      <dsp:spPr>
        <a:xfrm>
          <a:off x="0" y="351988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B3E7E-DF9F-5B46-B0B1-E20B0CD84533}">
      <dsp:nvSpPr>
        <dsp:cNvPr id="0" name=""/>
        <dsp:cNvSpPr/>
      </dsp:nvSpPr>
      <dsp:spPr>
        <a:xfrm>
          <a:off x="0" y="3519886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Example: Creates a table Employees with 4 columns.</a:t>
          </a:r>
        </a:p>
      </dsp:txBody>
      <dsp:txXfrm>
        <a:off x="0" y="3519886"/>
        <a:ext cx="8229600" cy="502762"/>
      </dsp:txXfrm>
    </dsp:sp>
    <dsp:sp modelId="{38F2FFAA-5F03-A045-B3D9-917A2838407E}">
      <dsp:nvSpPr>
        <dsp:cNvPr id="0" name=""/>
        <dsp:cNvSpPr/>
      </dsp:nvSpPr>
      <dsp:spPr>
        <a:xfrm>
          <a:off x="0" y="402264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6B0BF0-6477-1F49-9F9D-3896D5A32096}">
      <dsp:nvSpPr>
        <dsp:cNvPr id="0" name=""/>
        <dsp:cNvSpPr/>
      </dsp:nvSpPr>
      <dsp:spPr>
        <a:xfrm>
          <a:off x="0" y="4022648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Output: Table created (no direct output).</a:t>
          </a:r>
        </a:p>
      </dsp:txBody>
      <dsp:txXfrm>
        <a:off x="0" y="4022648"/>
        <a:ext cx="8229600" cy="5027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F38B7-F70C-EF41-9DE4-71C90211C699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1066B-EB4F-CC4D-BF57-676E7CFDB257}">
      <dsp:nvSpPr>
        <dsp:cNvPr id="0" name=""/>
        <dsp:cNvSpPr/>
      </dsp:nvSpPr>
      <dsp:spPr>
        <a:xfrm>
          <a:off x="0" y="552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Syntax &amp; Example:</a:t>
          </a:r>
        </a:p>
      </dsp:txBody>
      <dsp:txXfrm>
        <a:off x="0" y="552"/>
        <a:ext cx="8229600" cy="502762"/>
      </dsp:txXfrm>
    </dsp:sp>
    <dsp:sp modelId="{2D10BB82-917A-CB48-9B4F-CEB618D71B52}">
      <dsp:nvSpPr>
        <dsp:cNvPr id="0" name=""/>
        <dsp:cNvSpPr/>
      </dsp:nvSpPr>
      <dsp:spPr>
        <a:xfrm>
          <a:off x="0" y="50331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08FEF-FB2A-DC43-9412-EA36E54BB4F7}">
      <dsp:nvSpPr>
        <dsp:cNvPr id="0" name=""/>
        <dsp:cNvSpPr/>
      </dsp:nvSpPr>
      <dsp:spPr>
        <a:xfrm>
          <a:off x="0" y="503314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INSERT INTO Employees (EmpID, Name, Salary, DeptID)</a:t>
          </a:r>
        </a:p>
      </dsp:txBody>
      <dsp:txXfrm>
        <a:off x="0" y="503314"/>
        <a:ext cx="8229600" cy="502762"/>
      </dsp:txXfrm>
    </dsp:sp>
    <dsp:sp modelId="{350AD976-4BDE-3C4B-956D-0419F9732E54}">
      <dsp:nvSpPr>
        <dsp:cNvPr id="0" name=""/>
        <dsp:cNvSpPr/>
      </dsp:nvSpPr>
      <dsp:spPr>
        <a:xfrm>
          <a:off x="0" y="100607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290B0-251E-354E-9185-E2FF758D6838}">
      <dsp:nvSpPr>
        <dsp:cNvPr id="0" name=""/>
        <dsp:cNvSpPr/>
      </dsp:nvSpPr>
      <dsp:spPr>
        <a:xfrm>
          <a:off x="0" y="1006076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VALUES (1, 'Amit', 50000, 101);</a:t>
          </a:r>
        </a:p>
      </dsp:txBody>
      <dsp:txXfrm>
        <a:off x="0" y="1006076"/>
        <a:ext cx="8229600" cy="502762"/>
      </dsp:txXfrm>
    </dsp:sp>
    <dsp:sp modelId="{CDB3D8CC-95B3-7B46-AC93-A1A46DE0C7BD}">
      <dsp:nvSpPr>
        <dsp:cNvPr id="0" name=""/>
        <dsp:cNvSpPr/>
      </dsp:nvSpPr>
      <dsp:spPr>
        <a:xfrm>
          <a:off x="0" y="15088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0CBB5-6F4B-D849-B744-06F94B2E2301}">
      <dsp:nvSpPr>
        <dsp:cNvPr id="0" name=""/>
        <dsp:cNvSpPr/>
      </dsp:nvSpPr>
      <dsp:spPr>
        <a:xfrm>
          <a:off x="0" y="1508838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UPDATE Employees SET Salary = 60000 WHERE EmpID = 1;</a:t>
          </a:r>
        </a:p>
      </dsp:txBody>
      <dsp:txXfrm>
        <a:off x="0" y="1508838"/>
        <a:ext cx="8229600" cy="502762"/>
      </dsp:txXfrm>
    </dsp:sp>
    <dsp:sp modelId="{E97956D8-4535-4D4A-804A-FE64CC39E1A3}">
      <dsp:nvSpPr>
        <dsp:cNvPr id="0" name=""/>
        <dsp:cNvSpPr/>
      </dsp:nvSpPr>
      <dsp:spPr>
        <a:xfrm>
          <a:off x="0" y="201160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2CCC5-1872-3344-97A1-B658C75998CD}">
      <dsp:nvSpPr>
        <dsp:cNvPr id="0" name=""/>
        <dsp:cNvSpPr/>
      </dsp:nvSpPr>
      <dsp:spPr>
        <a:xfrm>
          <a:off x="0" y="2011600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DELETE FROM Employees WHERE EmpID = 1;</a:t>
          </a:r>
        </a:p>
      </dsp:txBody>
      <dsp:txXfrm>
        <a:off x="0" y="2011600"/>
        <a:ext cx="8229600" cy="502762"/>
      </dsp:txXfrm>
    </dsp:sp>
    <dsp:sp modelId="{43B6A9D2-A6A0-3040-B52D-F639149F98CF}">
      <dsp:nvSpPr>
        <dsp:cNvPr id="0" name=""/>
        <dsp:cNvSpPr/>
      </dsp:nvSpPr>
      <dsp:spPr>
        <a:xfrm>
          <a:off x="0" y="251436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0E048-7D6A-0C4A-9DE4-447590847F30}">
      <dsp:nvSpPr>
        <dsp:cNvPr id="0" name=""/>
        <dsp:cNvSpPr/>
      </dsp:nvSpPr>
      <dsp:spPr>
        <a:xfrm>
          <a:off x="0" y="2514362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Output:</a:t>
          </a:r>
        </a:p>
      </dsp:txBody>
      <dsp:txXfrm>
        <a:off x="0" y="2514362"/>
        <a:ext cx="8229600" cy="502762"/>
      </dsp:txXfrm>
    </dsp:sp>
    <dsp:sp modelId="{2BF72A82-4D11-7F4B-A22F-6387DB07550E}">
      <dsp:nvSpPr>
        <dsp:cNvPr id="0" name=""/>
        <dsp:cNvSpPr/>
      </dsp:nvSpPr>
      <dsp:spPr>
        <a:xfrm>
          <a:off x="0" y="30171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04522-5E1A-0A4C-9957-EFB1550B72E2}">
      <dsp:nvSpPr>
        <dsp:cNvPr id="0" name=""/>
        <dsp:cNvSpPr/>
      </dsp:nvSpPr>
      <dsp:spPr>
        <a:xfrm>
          <a:off x="0" y="3017124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| EmpID | Name | Salary | DeptID |</a:t>
          </a:r>
        </a:p>
      </dsp:txBody>
      <dsp:txXfrm>
        <a:off x="0" y="3017124"/>
        <a:ext cx="8229600" cy="502762"/>
      </dsp:txXfrm>
    </dsp:sp>
    <dsp:sp modelId="{2E3A8C08-E99E-C942-8B2E-5BC1AA1F26FF}">
      <dsp:nvSpPr>
        <dsp:cNvPr id="0" name=""/>
        <dsp:cNvSpPr/>
      </dsp:nvSpPr>
      <dsp:spPr>
        <a:xfrm>
          <a:off x="0" y="351988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BCB6F-9E64-4449-AD5E-8270D84D35D9}">
      <dsp:nvSpPr>
        <dsp:cNvPr id="0" name=""/>
        <dsp:cNvSpPr/>
      </dsp:nvSpPr>
      <dsp:spPr>
        <a:xfrm>
          <a:off x="0" y="3519886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|-------|------|--------|--------|</a:t>
          </a:r>
        </a:p>
      </dsp:txBody>
      <dsp:txXfrm>
        <a:off x="0" y="3519886"/>
        <a:ext cx="8229600" cy="502762"/>
      </dsp:txXfrm>
    </dsp:sp>
    <dsp:sp modelId="{A09C55E2-AC29-9E4C-8372-0DFC12F3C6B5}">
      <dsp:nvSpPr>
        <dsp:cNvPr id="0" name=""/>
        <dsp:cNvSpPr/>
      </dsp:nvSpPr>
      <dsp:spPr>
        <a:xfrm>
          <a:off x="0" y="402264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D104E-3821-D64F-A976-774FAC5D510A}">
      <dsp:nvSpPr>
        <dsp:cNvPr id="0" name=""/>
        <dsp:cNvSpPr/>
      </dsp:nvSpPr>
      <dsp:spPr>
        <a:xfrm>
          <a:off x="0" y="4022648"/>
          <a:ext cx="8229600" cy="5027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| 1     | Amit | 50000  | 101    |</a:t>
          </a:r>
        </a:p>
      </dsp:txBody>
      <dsp:txXfrm>
        <a:off x="0" y="4022648"/>
        <a:ext cx="8229600" cy="5027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CDCF27-6BA4-BC4D-B8E9-E37E7D21A01E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16E5B-78DB-7240-8423-3F763F0F0052}">
      <dsp:nvSpPr>
        <dsp:cNvPr id="0" name=""/>
        <dsp:cNvSpPr/>
      </dsp:nvSpPr>
      <dsp:spPr>
        <a:xfrm>
          <a:off x="0" y="0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SELECT * FROM Employees;</a:t>
          </a:r>
        </a:p>
      </dsp:txBody>
      <dsp:txXfrm>
        <a:off x="0" y="0"/>
        <a:ext cx="8229600" cy="565745"/>
      </dsp:txXfrm>
    </dsp:sp>
    <dsp:sp modelId="{89C5A83F-4E11-DE41-8C04-75AE3AA450EE}">
      <dsp:nvSpPr>
        <dsp:cNvPr id="0" name=""/>
        <dsp:cNvSpPr/>
      </dsp:nvSpPr>
      <dsp:spPr>
        <a:xfrm>
          <a:off x="0" y="56574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909C4-22F4-EE42-A7AC-9CA08F2E1E82}">
      <dsp:nvSpPr>
        <dsp:cNvPr id="0" name=""/>
        <dsp:cNvSpPr/>
      </dsp:nvSpPr>
      <dsp:spPr>
        <a:xfrm>
          <a:off x="0" y="565745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SELECT Name, Salary FROM Employees;</a:t>
          </a:r>
        </a:p>
      </dsp:txBody>
      <dsp:txXfrm>
        <a:off x="0" y="565745"/>
        <a:ext cx="8229600" cy="565745"/>
      </dsp:txXfrm>
    </dsp:sp>
    <dsp:sp modelId="{C9CD94FF-522E-6646-855D-1AE3E386D7DC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83405-D27F-234D-8A80-34E6AFD1E225}">
      <dsp:nvSpPr>
        <dsp:cNvPr id="0" name=""/>
        <dsp:cNvSpPr/>
      </dsp:nvSpPr>
      <dsp:spPr>
        <a:xfrm>
          <a:off x="0" y="1131490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SELECT Name AS EmployeeName FROM Employees;</a:t>
          </a:r>
        </a:p>
      </dsp:txBody>
      <dsp:txXfrm>
        <a:off x="0" y="1131490"/>
        <a:ext cx="8229600" cy="565745"/>
      </dsp:txXfrm>
    </dsp:sp>
    <dsp:sp modelId="{83A2D464-BBDA-A541-AC62-13292CAFD2C7}">
      <dsp:nvSpPr>
        <dsp:cNvPr id="0" name=""/>
        <dsp:cNvSpPr/>
      </dsp:nvSpPr>
      <dsp:spPr>
        <a:xfrm>
          <a:off x="0" y="169723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E6C3A-C0AD-864D-9167-C2486CBC8A32}">
      <dsp:nvSpPr>
        <dsp:cNvPr id="0" name=""/>
        <dsp:cNvSpPr/>
      </dsp:nvSpPr>
      <dsp:spPr>
        <a:xfrm>
          <a:off x="0" y="1697236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Output:</a:t>
          </a:r>
        </a:p>
      </dsp:txBody>
      <dsp:txXfrm>
        <a:off x="0" y="1697236"/>
        <a:ext cx="8229600" cy="565745"/>
      </dsp:txXfrm>
    </dsp:sp>
    <dsp:sp modelId="{B8DF142E-B379-B648-8CBC-F3FCC9D7FA5D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4971D-9447-8A4C-860F-6B2DBCEFEED0}">
      <dsp:nvSpPr>
        <dsp:cNvPr id="0" name=""/>
        <dsp:cNvSpPr/>
      </dsp:nvSpPr>
      <dsp:spPr>
        <a:xfrm>
          <a:off x="0" y="2262981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| EmpID | Name | Salary | DeptID |</a:t>
          </a:r>
        </a:p>
      </dsp:txBody>
      <dsp:txXfrm>
        <a:off x="0" y="2262981"/>
        <a:ext cx="8229600" cy="565745"/>
      </dsp:txXfrm>
    </dsp:sp>
    <dsp:sp modelId="{0E2C4338-2973-AE49-86C9-27E367CB768A}">
      <dsp:nvSpPr>
        <dsp:cNvPr id="0" name=""/>
        <dsp:cNvSpPr/>
      </dsp:nvSpPr>
      <dsp:spPr>
        <a:xfrm>
          <a:off x="0" y="282872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9C30A-9258-5145-9C4E-065D151CDF30}">
      <dsp:nvSpPr>
        <dsp:cNvPr id="0" name=""/>
        <dsp:cNvSpPr/>
      </dsp:nvSpPr>
      <dsp:spPr>
        <a:xfrm>
          <a:off x="0" y="2828726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|-------|------|--------|--------|</a:t>
          </a:r>
        </a:p>
      </dsp:txBody>
      <dsp:txXfrm>
        <a:off x="0" y="2828726"/>
        <a:ext cx="8229600" cy="565745"/>
      </dsp:txXfrm>
    </dsp:sp>
    <dsp:sp modelId="{D67CEB65-2333-D046-98BF-8FBF90C3AAAF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88FD8-249C-454D-88E1-F34166BB80F0}">
      <dsp:nvSpPr>
        <dsp:cNvPr id="0" name=""/>
        <dsp:cNvSpPr/>
      </dsp:nvSpPr>
      <dsp:spPr>
        <a:xfrm>
          <a:off x="0" y="3394472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| 1     | Amit | 60000  | 101    |</a:t>
          </a:r>
        </a:p>
      </dsp:txBody>
      <dsp:txXfrm>
        <a:off x="0" y="3394472"/>
        <a:ext cx="8229600" cy="565745"/>
      </dsp:txXfrm>
    </dsp:sp>
    <dsp:sp modelId="{DA52FD59-90F1-D743-967E-37B13A8C8C68}">
      <dsp:nvSpPr>
        <dsp:cNvPr id="0" name=""/>
        <dsp:cNvSpPr/>
      </dsp:nvSpPr>
      <dsp:spPr>
        <a:xfrm>
          <a:off x="0" y="396021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9324A-F751-0447-94AB-70BCFA035403}">
      <dsp:nvSpPr>
        <dsp:cNvPr id="0" name=""/>
        <dsp:cNvSpPr/>
      </dsp:nvSpPr>
      <dsp:spPr>
        <a:xfrm>
          <a:off x="0" y="3960217"/>
          <a:ext cx="8229600" cy="565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| 2     | Neha | 55000  | 102    |</a:t>
          </a:r>
        </a:p>
      </dsp:txBody>
      <dsp:txXfrm>
        <a:off x="0" y="3960217"/>
        <a:ext cx="8229600" cy="5657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554C8B-4AFD-AB48-AA92-6544CE3D3843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91CBB8-E289-D941-8953-968AEF916E5E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SELECT * FROM Employees WHERE Salary &gt; 55000;</a:t>
          </a:r>
        </a:p>
      </dsp:txBody>
      <dsp:txXfrm>
        <a:off x="0" y="552"/>
        <a:ext cx="8229600" cy="904971"/>
      </dsp:txXfrm>
    </dsp:sp>
    <dsp:sp modelId="{8C2B00C7-86EF-6C48-A52F-6398445D7F1F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B4A87-A8BD-E941-9D1B-D4E15E7BE9EB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Output:</a:t>
          </a:r>
        </a:p>
      </dsp:txBody>
      <dsp:txXfrm>
        <a:off x="0" y="905524"/>
        <a:ext cx="8229600" cy="904971"/>
      </dsp:txXfrm>
    </dsp:sp>
    <dsp:sp modelId="{61302349-10DE-DB44-8A2E-5E366C1F018A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4BB1C-4A4B-9749-92F0-8142E36F4750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| EmpID | Name | Salary | DeptID |</a:t>
          </a:r>
        </a:p>
      </dsp:txBody>
      <dsp:txXfrm>
        <a:off x="0" y="1810495"/>
        <a:ext cx="8229600" cy="904971"/>
      </dsp:txXfrm>
    </dsp:sp>
    <dsp:sp modelId="{4894C542-F732-0842-92A5-C814CFC97749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63A3D-F2AD-3142-868C-01BCFC789B1B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|-------|------|--------|--------|</a:t>
          </a:r>
        </a:p>
      </dsp:txBody>
      <dsp:txXfrm>
        <a:off x="0" y="2715467"/>
        <a:ext cx="8229600" cy="904971"/>
      </dsp:txXfrm>
    </dsp:sp>
    <dsp:sp modelId="{09F505A8-0606-364D-8119-CC68DBB14C3B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513B2-A3DC-F24E-8925-5CBCB9DB347F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| 1     | Amit | 60000  | 101    |</a:t>
          </a:r>
        </a:p>
      </dsp:txBody>
      <dsp:txXfrm>
        <a:off x="0" y="3620438"/>
        <a:ext cx="8229600" cy="9049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04A2F-1752-1341-85C5-1C9A716A1CA3}">
      <dsp:nvSpPr>
        <dsp:cNvPr id="0" name=""/>
        <dsp:cNvSpPr/>
      </dsp:nvSpPr>
      <dsp:spPr>
        <a:xfrm>
          <a:off x="0" y="204951"/>
          <a:ext cx="8229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SELECT * FROM Employees ORDER BY Salary DESC LIMIT 2;</a:t>
          </a:r>
        </a:p>
      </dsp:txBody>
      <dsp:txXfrm>
        <a:off x="30442" y="235393"/>
        <a:ext cx="8168716" cy="562726"/>
      </dsp:txXfrm>
    </dsp:sp>
    <dsp:sp modelId="{0DDF3B18-980B-3E42-BA3E-CFECF55232CC}">
      <dsp:nvSpPr>
        <dsp:cNvPr id="0" name=""/>
        <dsp:cNvSpPr/>
      </dsp:nvSpPr>
      <dsp:spPr>
        <a:xfrm>
          <a:off x="0" y="903441"/>
          <a:ext cx="8229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Output:</a:t>
          </a:r>
        </a:p>
      </dsp:txBody>
      <dsp:txXfrm>
        <a:off x="30442" y="933883"/>
        <a:ext cx="8168716" cy="562726"/>
      </dsp:txXfrm>
    </dsp:sp>
    <dsp:sp modelId="{5E12A319-572E-D041-A57E-7550B0EDF636}">
      <dsp:nvSpPr>
        <dsp:cNvPr id="0" name=""/>
        <dsp:cNvSpPr/>
      </dsp:nvSpPr>
      <dsp:spPr>
        <a:xfrm>
          <a:off x="0" y="1601931"/>
          <a:ext cx="8229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| EmpID | Name | Salary | DeptID |</a:t>
          </a:r>
        </a:p>
      </dsp:txBody>
      <dsp:txXfrm>
        <a:off x="30442" y="1632373"/>
        <a:ext cx="8168716" cy="562726"/>
      </dsp:txXfrm>
    </dsp:sp>
    <dsp:sp modelId="{82DC3C9A-434F-CD41-9DA4-380C3E26961B}">
      <dsp:nvSpPr>
        <dsp:cNvPr id="0" name=""/>
        <dsp:cNvSpPr/>
      </dsp:nvSpPr>
      <dsp:spPr>
        <a:xfrm>
          <a:off x="0" y="2300421"/>
          <a:ext cx="8229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|-------|------|--------|--------|</a:t>
          </a:r>
        </a:p>
      </dsp:txBody>
      <dsp:txXfrm>
        <a:off x="30442" y="2330863"/>
        <a:ext cx="8168716" cy="562726"/>
      </dsp:txXfrm>
    </dsp:sp>
    <dsp:sp modelId="{38F23D32-B751-B848-80BC-AEC23B3397F8}">
      <dsp:nvSpPr>
        <dsp:cNvPr id="0" name=""/>
        <dsp:cNvSpPr/>
      </dsp:nvSpPr>
      <dsp:spPr>
        <a:xfrm>
          <a:off x="0" y="2998911"/>
          <a:ext cx="8229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| 1     | Amit | 60000  | 101    |</a:t>
          </a:r>
        </a:p>
      </dsp:txBody>
      <dsp:txXfrm>
        <a:off x="30442" y="3029353"/>
        <a:ext cx="8168716" cy="562726"/>
      </dsp:txXfrm>
    </dsp:sp>
    <dsp:sp modelId="{CD3447DA-07B4-194B-9A97-18D5F96A7C84}">
      <dsp:nvSpPr>
        <dsp:cNvPr id="0" name=""/>
        <dsp:cNvSpPr/>
      </dsp:nvSpPr>
      <dsp:spPr>
        <a:xfrm>
          <a:off x="0" y="3697401"/>
          <a:ext cx="8229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| 2     | Neha | 55000  | 102    |</a:t>
          </a:r>
        </a:p>
      </dsp:txBody>
      <dsp:txXfrm>
        <a:off x="30442" y="3727843"/>
        <a:ext cx="8168716" cy="5627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FE424-665C-C44E-AE5C-B3627BE6E5F6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C4666-0BC3-E04B-8C22-D6FC7EAD53F6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SELECT COUNT(*) AS Total, AVG(Salary) AS AvgSal FROM Employees;</a:t>
          </a:r>
        </a:p>
      </dsp:txBody>
      <dsp:txXfrm>
        <a:off x="0" y="552"/>
        <a:ext cx="8229600" cy="904971"/>
      </dsp:txXfrm>
    </dsp:sp>
    <dsp:sp modelId="{8C6A8C36-2138-2441-81FF-1782DF793EAD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2D0644-0705-854A-BA41-0F3F3560F897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Output:</a:t>
          </a:r>
        </a:p>
      </dsp:txBody>
      <dsp:txXfrm>
        <a:off x="0" y="905524"/>
        <a:ext cx="8229600" cy="904971"/>
      </dsp:txXfrm>
    </dsp:sp>
    <dsp:sp modelId="{D5CF6F7C-28A9-1145-A392-CC1A14FCC233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0887B-96A2-7142-8F1E-A466992227DE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 Total | AvgSal |</a:t>
          </a:r>
        </a:p>
      </dsp:txBody>
      <dsp:txXfrm>
        <a:off x="0" y="1810495"/>
        <a:ext cx="8229600" cy="904971"/>
      </dsp:txXfrm>
    </dsp:sp>
    <dsp:sp modelId="{B13B824B-DCEC-E641-B5E5-A199DE76467A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6C841-0DF3-364D-B81E-94680296862E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|-------|--------|</a:t>
          </a:r>
        </a:p>
      </dsp:txBody>
      <dsp:txXfrm>
        <a:off x="0" y="2715467"/>
        <a:ext cx="8229600" cy="904971"/>
      </dsp:txXfrm>
    </dsp:sp>
    <dsp:sp modelId="{4B37AA7F-48E5-E14C-9258-D98C1210B2DF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1C375-D5F0-B846-ABAB-BD19C7FD4099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   2   | 57500  |</a:t>
          </a:r>
        </a:p>
      </dsp:txBody>
      <dsp:txXfrm>
        <a:off x="0" y="3620438"/>
        <a:ext cx="8229600" cy="90497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8DAFB-497D-4745-8F8C-D1033D7B2132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B7308-1A4E-6C45-966E-7F73E964A355}">
      <dsp:nvSpPr>
        <dsp:cNvPr id="0" name=""/>
        <dsp:cNvSpPr/>
      </dsp:nvSpPr>
      <dsp:spPr>
        <a:xfrm>
          <a:off x="0" y="0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SELECT DeptID, COUNT(*) AS Total</a:t>
          </a:r>
        </a:p>
      </dsp:txBody>
      <dsp:txXfrm>
        <a:off x="0" y="0"/>
        <a:ext cx="4718785" cy="691341"/>
      </dsp:txXfrm>
    </dsp:sp>
    <dsp:sp modelId="{3DD6E8AC-CF9C-4B4C-B684-0B0BA309CCA6}">
      <dsp:nvSpPr>
        <dsp:cNvPr id="0" name=""/>
        <dsp:cNvSpPr/>
      </dsp:nvSpPr>
      <dsp:spPr>
        <a:xfrm>
          <a:off x="0" y="691341"/>
          <a:ext cx="4718785" cy="0"/>
        </a:xfrm>
        <a:prstGeom prst="line">
          <a:avLst/>
        </a:prstGeom>
        <a:solidFill>
          <a:schemeClr val="accent5">
            <a:hueOff val="-1419125"/>
            <a:satOff val="5687"/>
            <a:lumOff val="1233"/>
            <a:alphaOff val="0"/>
          </a:schemeClr>
        </a:solidFill>
        <a:ln w="25400" cap="flat" cmpd="sng" algn="ctr">
          <a:solidFill>
            <a:schemeClr val="accent5">
              <a:hueOff val="-1419125"/>
              <a:satOff val="5687"/>
              <a:lumOff val="12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3BFCA-D52A-534E-89F3-3198061E58D6}">
      <dsp:nvSpPr>
        <dsp:cNvPr id="0" name=""/>
        <dsp:cNvSpPr/>
      </dsp:nvSpPr>
      <dsp:spPr>
        <a:xfrm>
          <a:off x="0" y="691341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FROM Employees</a:t>
          </a:r>
        </a:p>
      </dsp:txBody>
      <dsp:txXfrm>
        <a:off x="0" y="691341"/>
        <a:ext cx="4718785" cy="691341"/>
      </dsp:txXfrm>
    </dsp:sp>
    <dsp:sp modelId="{BC277A88-E6DF-E04A-8A51-5B09BCA59DF5}">
      <dsp:nvSpPr>
        <dsp:cNvPr id="0" name=""/>
        <dsp:cNvSpPr/>
      </dsp:nvSpPr>
      <dsp:spPr>
        <a:xfrm>
          <a:off x="0" y="1382683"/>
          <a:ext cx="4718785" cy="0"/>
        </a:xfrm>
        <a:prstGeom prst="line">
          <a:avLst/>
        </a:prstGeom>
        <a:solidFill>
          <a:schemeClr val="accent5">
            <a:hueOff val="-2838251"/>
            <a:satOff val="11375"/>
            <a:lumOff val="2465"/>
            <a:alphaOff val="0"/>
          </a:schemeClr>
        </a:solidFill>
        <a:ln w="25400" cap="flat" cmpd="sng" algn="ctr">
          <a:solidFill>
            <a:schemeClr val="accent5">
              <a:hueOff val="-2838251"/>
              <a:satOff val="11375"/>
              <a:lumOff val="24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AD83B-7CB5-324B-8449-4566C5DA4ACE}">
      <dsp:nvSpPr>
        <dsp:cNvPr id="0" name=""/>
        <dsp:cNvSpPr/>
      </dsp:nvSpPr>
      <dsp:spPr>
        <a:xfrm>
          <a:off x="0" y="1382683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GROUP BY DeptID</a:t>
          </a:r>
        </a:p>
      </dsp:txBody>
      <dsp:txXfrm>
        <a:off x="0" y="1382683"/>
        <a:ext cx="4718785" cy="691341"/>
      </dsp:txXfrm>
    </dsp:sp>
    <dsp:sp modelId="{D4331597-7C5C-7F42-B1FC-32CEB040AF6C}">
      <dsp:nvSpPr>
        <dsp:cNvPr id="0" name=""/>
        <dsp:cNvSpPr/>
      </dsp:nvSpPr>
      <dsp:spPr>
        <a:xfrm>
          <a:off x="0" y="2074025"/>
          <a:ext cx="4718785" cy="0"/>
        </a:xfrm>
        <a:prstGeom prst="line">
          <a:avLst/>
        </a:prstGeom>
        <a:solidFill>
          <a:schemeClr val="accent5">
            <a:hueOff val="-4257376"/>
            <a:satOff val="17062"/>
            <a:lumOff val="3698"/>
            <a:alphaOff val="0"/>
          </a:schemeClr>
        </a:solidFill>
        <a:ln w="25400" cap="flat" cmpd="sng" algn="ctr">
          <a:solidFill>
            <a:schemeClr val="accent5">
              <a:hueOff val="-4257376"/>
              <a:satOff val="17062"/>
              <a:lumOff val="36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C1F67-69D0-5640-A22E-734D2174FDE7}">
      <dsp:nvSpPr>
        <dsp:cNvPr id="0" name=""/>
        <dsp:cNvSpPr/>
      </dsp:nvSpPr>
      <dsp:spPr>
        <a:xfrm>
          <a:off x="0" y="2074025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HAVING COUNT(*) &gt; 1;</a:t>
          </a:r>
        </a:p>
      </dsp:txBody>
      <dsp:txXfrm>
        <a:off x="0" y="2074025"/>
        <a:ext cx="4718785" cy="691341"/>
      </dsp:txXfrm>
    </dsp:sp>
    <dsp:sp modelId="{DB9F020C-6C37-364D-B021-3D74D6620B42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5">
            <a:hueOff val="-5676501"/>
            <a:satOff val="22749"/>
            <a:lumOff val="4930"/>
            <a:alphaOff val="0"/>
          </a:schemeClr>
        </a:solidFill>
        <a:ln w="25400" cap="flat" cmpd="sng" algn="ctr">
          <a:solidFill>
            <a:schemeClr val="accent5">
              <a:hueOff val="-5676501"/>
              <a:satOff val="22749"/>
              <a:lumOff val="49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523049-257D-1549-9964-7E8C9E248F3F}">
      <dsp:nvSpPr>
        <dsp:cNvPr id="0" name=""/>
        <dsp:cNvSpPr/>
      </dsp:nvSpPr>
      <dsp:spPr>
        <a:xfrm>
          <a:off x="0" y="2765367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Output:</a:t>
          </a:r>
        </a:p>
      </dsp:txBody>
      <dsp:txXfrm>
        <a:off x="0" y="2765367"/>
        <a:ext cx="4718785" cy="691341"/>
      </dsp:txXfrm>
    </dsp:sp>
    <dsp:sp modelId="{4E84CB11-57DC-FE4D-BFAC-986BAF464C77}">
      <dsp:nvSpPr>
        <dsp:cNvPr id="0" name=""/>
        <dsp:cNvSpPr/>
      </dsp:nvSpPr>
      <dsp:spPr>
        <a:xfrm>
          <a:off x="0" y="3456709"/>
          <a:ext cx="4718785" cy="0"/>
        </a:xfrm>
        <a:prstGeom prst="line">
          <a:avLst/>
        </a:prstGeom>
        <a:solidFill>
          <a:schemeClr val="accent5">
            <a:hueOff val="-7095626"/>
            <a:satOff val="28436"/>
            <a:lumOff val="6163"/>
            <a:alphaOff val="0"/>
          </a:schemeClr>
        </a:solidFill>
        <a:ln w="25400" cap="flat" cmpd="sng" algn="ctr">
          <a:solidFill>
            <a:schemeClr val="accent5">
              <a:hueOff val="-7095626"/>
              <a:satOff val="28436"/>
              <a:lumOff val="61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7A41A-9F8F-B242-BA2E-3D16F06A39B5}">
      <dsp:nvSpPr>
        <dsp:cNvPr id="0" name=""/>
        <dsp:cNvSpPr/>
      </dsp:nvSpPr>
      <dsp:spPr>
        <a:xfrm>
          <a:off x="0" y="3456709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 DeptID | Total |</a:t>
          </a:r>
        </a:p>
      </dsp:txBody>
      <dsp:txXfrm>
        <a:off x="0" y="3456709"/>
        <a:ext cx="4718785" cy="691341"/>
      </dsp:txXfrm>
    </dsp:sp>
    <dsp:sp modelId="{3F2DC49B-C24D-CB4E-9E74-3AED298EC166}">
      <dsp:nvSpPr>
        <dsp:cNvPr id="0" name=""/>
        <dsp:cNvSpPr/>
      </dsp:nvSpPr>
      <dsp:spPr>
        <a:xfrm>
          <a:off x="0" y="4148051"/>
          <a:ext cx="4718785" cy="0"/>
        </a:xfrm>
        <a:prstGeom prst="line">
          <a:avLst/>
        </a:prstGeom>
        <a:solidFill>
          <a:schemeClr val="accent5">
            <a:hueOff val="-8514751"/>
            <a:satOff val="34124"/>
            <a:lumOff val="7395"/>
            <a:alphaOff val="0"/>
          </a:schemeClr>
        </a:solidFill>
        <a:ln w="25400" cap="flat" cmpd="sng" algn="ctr">
          <a:solidFill>
            <a:schemeClr val="accent5">
              <a:hueOff val="-8514751"/>
              <a:satOff val="34124"/>
              <a:lumOff val="73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9ACCF-A54E-554D-85C7-713337AF2C57}">
      <dsp:nvSpPr>
        <dsp:cNvPr id="0" name=""/>
        <dsp:cNvSpPr/>
      </dsp:nvSpPr>
      <dsp:spPr>
        <a:xfrm>
          <a:off x="0" y="4148051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|--------|-------|</a:t>
          </a:r>
        </a:p>
      </dsp:txBody>
      <dsp:txXfrm>
        <a:off x="0" y="4148051"/>
        <a:ext cx="4718785" cy="691341"/>
      </dsp:txXfrm>
    </dsp:sp>
    <dsp:sp modelId="{774C8CDA-D765-0E40-922F-1FE9924ADAE0}">
      <dsp:nvSpPr>
        <dsp:cNvPr id="0" name=""/>
        <dsp:cNvSpPr/>
      </dsp:nvSpPr>
      <dsp:spPr>
        <a:xfrm>
          <a:off x="0" y="4839393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4414E-E6D2-774D-AF68-1CC43FEE7E78}">
      <dsp:nvSpPr>
        <dsp:cNvPr id="0" name=""/>
        <dsp:cNvSpPr/>
      </dsp:nvSpPr>
      <dsp:spPr>
        <a:xfrm>
          <a:off x="0" y="4839393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 101    |   2   |</a:t>
          </a:r>
        </a:p>
      </dsp:txBody>
      <dsp:txXfrm>
        <a:off x="0" y="4839393"/>
        <a:ext cx="4718785" cy="6913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B08F7A-7CCA-174F-803F-83BF2392DDD1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EE93D-4F1A-DB46-9204-8404C4319C36}">
      <dsp:nvSpPr>
        <dsp:cNvPr id="0" name=""/>
        <dsp:cNvSpPr/>
      </dsp:nvSpPr>
      <dsp:spPr>
        <a:xfrm>
          <a:off x="0" y="2700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SELECT DISTINCT DeptID FROM Employees;</a:t>
          </a:r>
        </a:p>
      </dsp:txBody>
      <dsp:txXfrm>
        <a:off x="0" y="2700"/>
        <a:ext cx="4718785" cy="920888"/>
      </dsp:txXfrm>
    </dsp:sp>
    <dsp:sp modelId="{73D0B180-1781-F448-97EE-701D6A751A0E}">
      <dsp:nvSpPr>
        <dsp:cNvPr id="0" name=""/>
        <dsp:cNvSpPr/>
      </dsp:nvSpPr>
      <dsp:spPr>
        <a:xfrm>
          <a:off x="0" y="923589"/>
          <a:ext cx="4718785" cy="0"/>
        </a:xfrm>
        <a:prstGeom prst="line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1BE47-8C27-9B4A-A998-54776B7041B4}">
      <dsp:nvSpPr>
        <dsp:cNvPr id="0" name=""/>
        <dsp:cNvSpPr/>
      </dsp:nvSpPr>
      <dsp:spPr>
        <a:xfrm>
          <a:off x="0" y="923589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Output:</a:t>
          </a:r>
        </a:p>
      </dsp:txBody>
      <dsp:txXfrm>
        <a:off x="0" y="923589"/>
        <a:ext cx="4718785" cy="920888"/>
      </dsp:txXfrm>
    </dsp:sp>
    <dsp:sp modelId="{2131DCCF-7050-8C4E-BA92-BE4D1F752EAA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EBA68-CFCD-DA40-BB51-85E5E606EEEA}">
      <dsp:nvSpPr>
        <dsp:cNvPr id="0" name=""/>
        <dsp:cNvSpPr/>
      </dsp:nvSpPr>
      <dsp:spPr>
        <a:xfrm>
          <a:off x="0" y="1844478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 DeptID |</a:t>
          </a:r>
        </a:p>
      </dsp:txBody>
      <dsp:txXfrm>
        <a:off x="0" y="1844478"/>
        <a:ext cx="4718785" cy="920888"/>
      </dsp:txXfrm>
    </dsp:sp>
    <dsp:sp modelId="{EF4D4526-B451-D64D-BAA9-387775DDDD9E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62B46B-ED32-8542-8870-A281D7123E1B}">
      <dsp:nvSpPr>
        <dsp:cNvPr id="0" name=""/>
        <dsp:cNvSpPr/>
      </dsp:nvSpPr>
      <dsp:spPr>
        <a:xfrm>
          <a:off x="0" y="2765367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|--------|</a:t>
          </a:r>
        </a:p>
      </dsp:txBody>
      <dsp:txXfrm>
        <a:off x="0" y="2765367"/>
        <a:ext cx="4718785" cy="920888"/>
      </dsp:txXfrm>
    </dsp:sp>
    <dsp:sp modelId="{E608CCCD-AC5D-494A-B9E0-B1D1F71F6F58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9F3CF-1B25-1347-8999-3C56EF5ED37D}">
      <dsp:nvSpPr>
        <dsp:cNvPr id="0" name=""/>
        <dsp:cNvSpPr/>
      </dsp:nvSpPr>
      <dsp:spPr>
        <a:xfrm>
          <a:off x="0" y="3686256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 101    |</a:t>
          </a:r>
        </a:p>
      </dsp:txBody>
      <dsp:txXfrm>
        <a:off x="0" y="3686256"/>
        <a:ext cx="4718785" cy="920888"/>
      </dsp:txXfrm>
    </dsp:sp>
    <dsp:sp modelId="{6B1841A5-CDF4-564F-86CB-94CA91248BEA}">
      <dsp:nvSpPr>
        <dsp:cNvPr id="0" name=""/>
        <dsp:cNvSpPr/>
      </dsp:nvSpPr>
      <dsp:spPr>
        <a:xfrm>
          <a:off x="0" y="4607145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C60A6A-D082-424F-913C-DF7ADB1FE87F}">
      <dsp:nvSpPr>
        <dsp:cNvPr id="0" name=""/>
        <dsp:cNvSpPr/>
      </dsp:nvSpPr>
      <dsp:spPr>
        <a:xfrm>
          <a:off x="0" y="4607145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 102    |</a:t>
          </a:r>
        </a:p>
      </dsp:txBody>
      <dsp:txXfrm>
        <a:off x="0" y="4607145"/>
        <a:ext cx="4718785" cy="92088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E55D21-E32E-8D4D-9981-3BF3ECD03844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1CE3B-4CD9-5947-9562-2C74D75047F1}">
      <dsp:nvSpPr>
        <dsp:cNvPr id="0" name=""/>
        <dsp:cNvSpPr/>
      </dsp:nvSpPr>
      <dsp:spPr>
        <a:xfrm>
          <a:off x="0" y="0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SELECT E.Name, D.DeptName</a:t>
          </a:r>
        </a:p>
      </dsp:txBody>
      <dsp:txXfrm>
        <a:off x="0" y="0"/>
        <a:ext cx="4718785" cy="691341"/>
      </dsp:txXfrm>
    </dsp:sp>
    <dsp:sp modelId="{44D1E1AE-530A-AF46-9647-9C52BC75B2EF}">
      <dsp:nvSpPr>
        <dsp:cNvPr id="0" name=""/>
        <dsp:cNvSpPr/>
      </dsp:nvSpPr>
      <dsp:spPr>
        <a:xfrm>
          <a:off x="0" y="691341"/>
          <a:ext cx="4718785" cy="0"/>
        </a:xfrm>
        <a:prstGeom prst="line">
          <a:avLst/>
        </a:prstGeom>
        <a:solidFill>
          <a:schemeClr val="accent5">
            <a:hueOff val="-1419125"/>
            <a:satOff val="5687"/>
            <a:lumOff val="1233"/>
            <a:alphaOff val="0"/>
          </a:schemeClr>
        </a:solidFill>
        <a:ln w="25400" cap="flat" cmpd="sng" algn="ctr">
          <a:solidFill>
            <a:schemeClr val="accent5">
              <a:hueOff val="-1419125"/>
              <a:satOff val="5687"/>
              <a:lumOff val="12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97B761-2155-6D45-8BA6-AE1DBB675F07}">
      <dsp:nvSpPr>
        <dsp:cNvPr id="0" name=""/>
        <dsp:cNvSpPr/>
      </dsp:nvSpPr>
      <dsp:spPr>
        <a:xfrm>
          <a:off x="0" y="691341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FROM Employees E</a:t>
          </a:r>
        </a:p>
      </dsp:txBody>
      <dsp:txXfrm>
        <a:off x="0" y="691341"/>
        <a:ext cx="4718785" cy="691341"/>
      </dsp:txXfrm>
    </dsp:sp>
    <dsp:sp modelId="{8F1375A3-7B89-FC41-B3F9-14BF50FB20D1}">
      <dsp:nvSpPr>
        <dsp:cNvPr id="0" name=""/>
        <dsp:cNvSpPr/>
      </dsp:nvSpPr>
      <dsp:spPr>
        <a:xfrm>
          <a:off x="0" y="1382683"/>
          <a:ext cx="4718785" cy="0"/>
        </a:xfrm>
        <a:prstGeom prst="line">
          <a:avLst/>
        </a:prstGeom>
        <a:solidFill>
          <a:schemeClr val="accent5">
            <a:hueOff val="-2838251"/>
            <a:satOff val="11375"/>
            <a:lumOff val="2465"/>
            <a:alphaOff val="0"/>
          </a:schemeClr>
        </a:solidFill>
        <a:ln w="25400" cap="flat" cmpd="sng" algn="ctr">
          <a:solidFill>
            <a:schemeClr val="accent5">
              <a:hueOff val="-2838251"/>
              <a:satOff val="11375"/>
              <a:lumOff val="24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C1B82-1F61-A049-816E-7D365B0C530C}">
      <dsp:nvSpPr>
        <dsp:cNvPr id="0" name=""/>
        <dsp:cNvSpPr/>
      </dsp:nvSpPr>
      <dsp:spPr>
        <a:xfrm>
          <a:off x="0" y="1382683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INNER JOIN Departments D ON E.DeptID = D.DeptID;</a:t>
          </a:r>
        </a:p>
      </dsp:txBody>
      <dsp:txXfrm>
        <a:off x="0" y="1382683"/>
        <a:ext cx="4718785" cy="691341"/>
      </dsp:txXfrm>
    </dsp:sp>
    <dsp:sp modelId="{FD7AE754-5086-C140-8E55-5D84B99506B6}">
      <dsp:nvSpPr>
        <dsp:cNvPr id="0" name=""/>
        <dsp:cNvSpPr/>
      </dsp:nvSpPr>
      <dsp:spPr>
        <a:xfrm>
          <a:off x="0" y="2074025"/>
          <a:ext cx="4718785" cy="0"/>
        </a:xfrm>
        <a:prstGeom prst="line">
          <a:avLst/>
        </a:prstGeom>
        <a:solidFill>
          <a:schemeClr val="accent5">
            <a:hueOff val="-4257376"/>
            <a:satOff val="17062"/>
            <a:lumOff val="3698"/>
            <a:alphaOff val="0"/>
          </a:schemeClr>
        </a:solidFill>
        <a:ln w="25400" cap="flat" cmpd="sng" algn="ctr">
          <a:solidFill>
            <a:schemeClr val="accent5">
              <a:hueOff val="-4257376"/>
              <a:satOff val="17062"/>
              <a:lumOff val="36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38372F-1164-6C45-B81A-CDD19378011C}">
      <dsp:nvSpPr>
        <dsp:cNvPr id="0" name=""/>
        <dsp:cNvSpPr/>
      </dsp:nvSpPr>
      <dsp:spPr>
        <a:xfrm>
          <a:off x="0" y="2074025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Output:</a:t>
          </a:r>
        </a:p>
      </dsp:txBody>
      <dsp:txXfrm>
        <a:off x="0" y="2074025"/>
        <a:ext cx="4718785" cy="691341"/>
      </dsp:txXfrm>
    </dsp:sp>
    <dsp:sp modelId="{A9122BA7-ADC9-D843-880B-9F8733E6BA44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5">
            <a:hueOff val="-5676501"/>
            <a:satOff val="22749"/>
            <a:lumOff val="4930"/>
            <a:alphaOff val="0"/>
          </a:schemeClr>
        </a:solidFill>
        <a:ln w="25400" cap="flat" cmpd="sng" algn="ctr">
          <a:solidFill>
            <a:schemeClr val="accent5">
              <a:hueOff val="-5676501"/>
              <a:satOff val="22749"/>
              <a:lumOff val="49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658C1-EFA6-7B4A-B33C-059614F1AAB0}">
      <dsp:nvSpPr>
        <dsp:cNvPr id="0" name=""/>
        <dsp:cNvSpPr/>
      </dsp:nvSpPr>
      <dsp:spPr>
        <a:xfrm>
          <a:off x="0" y="2765367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| Name  | DeptName |</a:t>
          </a:r>
        </a:p>
      </dsp:txBody>
      <dsp:txXfrm>
        <a:off x="0" y="2765367"/>
        <a:ext cx="4718785" cy="691341"/>
      </dsp:txXfrm>
    </dsp:sp>
    <dsp:sp modelId="{AB19BAC5-C0A4-8842-B354-3B55A6FBDC7B}">
      <dsp:nvSpPr>
        <dsp:cNvPr id="0" name=""/>
        <dsp:cNvSpPr/>
      </dsp:nvSpPr>
      <dsp:spPr>
        <a:xfrm>
          <a:off x="0" y="3456709"/>
          <a:ext cx="4718785" cy="0"/>
        </a:xfrm>
        <a:prstGeom prst="line">
          <a:avLst/>
        </a:prstGeom>
        <a:solidFill>
          <a:schemeClr val="accent5">
            <a:hueOff val="-7095626"/>
            <a:satOff val="28436"/>
            <a:lumOff val="6163"/>
            <a:alphaOff val="0"/>
          </a:schemeClr>
        </a:solidFill>
        <a:ln w="25400" cap="flat" cmpd="sng" algn="ctr">
          <a:solidFill>
            <a:schemeClr val="accent5">
              <a:hueOff val="-7095626"/>
              <a:satOff val="28436"/>
              <a:lumOff val="61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E74CE-0470-8943-B7D2-E75EE68ACBD4}">
      <dsp:nvSpPr>
        <dsp:cNvPr id="0" name=""/>
        <dsp:cNvSpPr/>
      </dsp:nvSpPr>
      <dsp:spPr>
        <a:xfrm>
          <a:off x="0" y="3456709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|-------|-----------|</a:t>
          </a:r>
        </a:p>
      </dsp:txBody>
      <dsp:txXfrm>
        <a:off x="0" y="3456709"/>
        <a:ext cx="4718785" cy="691341"/>
      </dsp:txXfrm>
    </dsp:sp>
    <dsp:sp modelId="{69ABBEAE-9E86-5A47-9F39-2E021DF3FBB6}">
      <dsp:nvSpPr>
        <dsp:cNvPr id="0" name=""/>
        <dsp:cNvSpPr/>
      </dsp:nvSpPr>
      <dsp:spPr>
        <a:xfrm>
          <a:off x="0" y="4148051"/>
          <a:ext cx="4718785" cy="0"/>
        </a:xfrm>
        <a:prstGeom prst="line">
          <a:avLst/>
        </a:prstGeom>
        <a:solidFill>
          <a:schemeClr val="accent5">
            <a:hueOff val="-8514751"/>
            <a:satOff val="34124"/>
            <a:lumOff val="7395"/>
            <a:alphaOff val="0"/>
          </a:schemeClr>
        </a:solidFill>
        <a:ln w="25400" cap="flat" cmpd="sng" algn="ctr">
          <a:solidFill>
            <a:schemeClr val="accent5">
              <a:hueOff val="-8514751"/>
              <a:satOff val="34124"/>
              <a:lumOff val="73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32BBD-B1F9-604B-A71F-1574FC661312}">
      <dsp:nvSpPr>
        <dsp:cNvPr id="0" name=""/>
        <dsp:cNvSpPr/>
      </dsp:nvSpPr>
      <dsp:spPr>
        <a:xfrm>
          <a:off x="0" y="4148051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| Amit  | HR        |</a:t>
          </a:r>
        </a:p>
      </dsp:txBody>
      <dsp:txXfrm>
        <a:off x="0" y="4148051"/>
        <a:ext cx="4718785" cy="691341"/>
      </dsp:txXfrm>
    </dsp:sp>
    <dsp:sp modelId="{F706574E-AC91-0444-98AE-AB2777D3DEB5}">
      <dsp:nvSpPr>
        <dsp:cNvPr id="0" name=""/>
        <dsp:cNvSpPr/>
      </dsp:nvSpPr>
      <dsp:spPr>
        <a:xfrm>
          <a:off x="0" y="4839393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7D898-8CA3-584A-8EE6-A3346B1BF59B}">
      <dsp:nvSpPr>
        <dsp:cNvPr id="0" name=""/>
        <dsp:cNvSpPr/>
      </dsp:nvSpPr>
      <dsp:spPr>
        <a:xfrm>
          <a:off x="0" y="4839393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| Neha  | IT        |</a:t>
          </a:r>
        </a:p>
      </dsp:txBody>
      <dsp:txXfrm>
        <a:off x="0" y="4839393"/>
        <a:ext cx="4718785" cy="69134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0C2F5E-DA36-6A49-91E7-8F52C5E8023F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F4B86-9F5A-584A-A23D-EFEB9C6B97C7}">
      <dsp:nvSpPr>
        <dsp:cNvPr id="0" name=""/>
        <dsp:cNvSpPr/>
      </dsp:nvSpPr>
      <dsp:spPr>
        <a:xfrm>
          <a:off x="0" y="675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SELECT Name, Salary</a:t>
          </a:r>
        </a:p>
      </dsp:txBody>
      <dsp:txXfrm>
        <a:off x="0" y="675"/>
        <a:ext cx="4718785" cy="789912"/>
      </dsp:txXfrm>
    </dsp:sp>
    <dsp:sp modelId="{07207045-E369-814A-8FA6-47BBC6710EEB}">
      <dsp:nvSpPr>
        <dsp:cNvPr id="0" name=""/>
        <dsp:cNvSpPr/>
      </dsp:nvSpPr>
      <dsp:spPr>
        <a:xfrm>
          <a:off x="0" y="790587"/>
          <a:ext cx="4718785" cy="0"/>
        </a:xfrm>
        <a:prstGeom prst="line">
          <a:avLst/>
        </a:prstGeom>
        <a:solidFill>
          <a:schemeClr val="accent5">
            <a:hueOff val="-1655646"/>
            <a:satOff val="6635"/>
            <a:lumOff val="1438"/>
            <a:alphaOff val="0"/>
          </a:schemeClr>
        </a:solidFill>
        <a:ln w="25400" cap="flat" cmpd="sng" algn="ctr">
          <a:solidFill>
            <a:schemeClr val="accent5">
              <a:hueOff val="-1655646"/>
              <a:satOff val="6635"/>
              <a:lumOff val="14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07721-29DA-794C-8E50-05AEEE757B76}">
      <dsp:nvSpPr>
        <dsp:cNvPr id="0" name=""/>
        <dsp:cNvSpPr/>
      </dsp:nvSpPr>
      <dsp:spPr>
        <a:xfrm>
          <a:off x="0" y="790587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FROM Employees</a:t>
          </a:r>
        </a:p>
      </dsp:txBody>
      <dsp:txXfrm>
        <a:off x="0" y="790587"/>
        <a:ext cx="4718785" cy="789912"/>
      </dsp:txXfrm>
    </dsp:sp>
    <dsp:sp modelId="{ADC17252-C202-A747-8656-6ECCA4D38379}">
      <dsp:nvSpPr>
        <dsp:cNvPr id="0" name=""/>
        <dsp:cNvSpPr/>
      </dsp:nvSpPr>
      <dsp:spPr>
        <a:xfrm>
          <a:off x="0" y="1580499"/>
          <a:ext cx="4718785" cy="0"/>
        </a:xfrm>
        <a:prstGeom prst="line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5F43A-F125-7647-800B-23861B8EDC3E}">
      <dsp:nvSpPr>
        <dsp:cNvPr id="0" name=""/>
        <dsp:cNvSpPr/>
      </dsp:nvSpPr>
      <dsp:spPr>
        <a:xfrm>
          <a:off x="0" y="1580499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WHERE Salary &gt; (SELECT AVG(Salary) FROM Employees);</a:t>
          </a:r>
        </a:p>
      </dsp:txBody>
      <dsp:txXfrm>
        <a:off x="0" y="1580499"/>
        <a:ext cx="4718785" cy="789912"/>
      </dsp:txXfrm>
    </dsp:sp>
    <dsp:sp modelId="{C7F221E3-333C-4649-8772-FA827DF4552A}">
      <dsp:nvSpPr>
        <dsp:cNvPr id="0" name=""/>
        <dsp:cNvSpPr/>
      </dsp:nvSpPr>
      <dsp:spPr>
        <a:xfrm>
          <a:off x="0" y="2370411"/>
          <a:ext cx="4718785" cy="0"/>
        </a:xfrm>
        <a:prstGeom prst="lin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F8AAC-4398-2D44-94D7-D15EDCF9472F}">
      <dsp:nvSpPr>
        <dsp:cNvPr id="0" name=""/>
        <dsp:cNvSpPr/>
      </dsp:nvSpPr>
      <dsp:spPr>
        <a:xfrm>
          <a:off x="0" y="2370411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Output:</a:t>
          </a:r>
        </a:p>
      </dsp:txBody>
      <dsp:txXfrm>
        <a:off x="0" y="2370411"/>
        <a:ext cx="4718785" cy="789912"/>
      </dsp:txXfrm>
    </dsp:sp>
    <dsp:sp modelId="{F997B8F6-2464-9E43-8BAA-4D13628C452D}">
      <dsp:nvSpPr>
        <dsp:cNvPr id="0" name=""/>
        <dsp:cNvSpPr/>
      </dsp:nvSpPr>
      <dsp:spPr>
        <a:xfrm>
          <a:off x="0" y="3160323"/>
          <a:ext cx="4718785" cy="0"/>
        </a:xfrm>
        <a:prstGeom prst="lin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4DEB3-72FF-8D4E-A736-D52E34B6623A}">
      <dsp:nvSpPr>
        <dsp:cNvPr id="0" name=""/>
        <dsp:cNvSpPr/>
      </dsp:nvSpPr>
      <dsp:spPr>
        <a:xfrm>
          <a:off x="0" y="3160323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| Name  | Salary |</a:t>
          </a:r>
        </a:p>
      </dsp:txBody>
      <dsp:txXfrm>
        <a:off x="0" y="3160323"/>
        <a:ext cx="4718785" cy="789912"/>
      </dsp:txXfrm>
    </dsp:sp>
    <dsp:sp modelId="{DB712243-1A05-5047-A585-D49E5EC9E66E}">
      <dsp:nvSpPr>
        <dsp:cNvPr id="0" name=""/>
        <dsp:cNvSpPr/>
      </dsp:nvSpPr>
      <dsp:spPr>
        <a:xfrm>
          <a:off x="0" y="3950235"/>
          <a:ext cx="4718785" cy="0"/>
        </a:xfrm>
        <a:prstGeom prst="line">
          <a:avLst/>
        </a:prstGeom>
        <a:solidFill>
          <a:schemeClr val="accent5">
            <a:hueOff val="-8278230"/>
            <a:satOff val="33176"/>
            <a:lumOff val="7190"/>
            <a:alphaOff val="0"/>
          </a:schemeClr>
        </a:solidFill>
        <a:ln w="25400" cap="flat" cmpd="sng" algn="ctr">
          <a:solidFill>
            <a:schemeClr val="accent5">
              <a:hueOff val="-8278230"/>
              <a:satOff val="33176"/>
              <a:lumOff val="71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05853C-9FD2-4F48-B07F-CDD398D1DFAC}">
      <dsp:nvSpPr>
        <dsp:cNvPr id="0" name=""/>
        <dsp:cNvSpPr/>
      </dsp:nvSpPr>
      <dsp:spPr>
        <a:xfrm>
          <a:off x="0" y="3950235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|-------|--------|</a:t>
          </a:r>
        </a:p>
      </dsp:txBody>
      <dsp:txXfrm>
        <a:off x="0" y="3950235"/>
        <a:ext cx="4718785" cy="789912"/>
      </dsp:txXfrm>
    </dsp:sp>
    <dsp:sp modelId="{87C2EAC6-FE40-6D47-A753-8D5AD8DE815F}">
      <dsp:nvSpPr>
        <dsp:cNvPr id="0" name=""/>
        <dsp:cNvSpPr/>
      </dsp:nvSpPr>
      <dsp:spPr>
        <a:xfrm>
          <a:off x="0" y="4740147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38698-B7ED-EE4F-8A9C-E9E57E635181}">
      <dsp:nvSpPr>
        <dsp:cNvPr id="0" name=""/>
        <dsp:cNvSpPr/>
      </dsp:nvSpPr>
      <dsp:spPr>
        <a:xfrm>
          <a:off x="0" y="4740147"/>
          <a:ext cx="4718785" cy="78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| Amit  | 60000  |</a:t>
          </a:r>
        </a:p>
      </dsp:txBody>
      <dsp:txXfrm>
        <a:off x="0" y="4740147"/>
        <a:ext cx="4718785" cy="78991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D14209-D43E-8D40-82A1-AFCE1D1E7BA5}">
      <dsp:nvSpPr>
        <dsp:cNvPr id="0" name=""/>
        <dsp:cNvSpPr/>
      </dsp:nvSpPr>
      <dsp:spPr>
        <a:xfrm>
          <a:off x="0" y="2700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1D203-93AE-0842-A4C5-FE1D8DE323CC}">
      <dsp:nvSpPr>
        <dsp:cNvPr id="0" name=""/>
        <dsp:cNvSpPr/>
      </dsp:nvSpPr>
      <dsp:spPr>
        <a:xfrm>
          <a:off x="0" y="2700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SELECT UPPER(Name), LENGTH(Name) FROM Employees;</a:t>
          </a:r>
        </a:p>
      </dsp:txBody>
      <dsp:txXfrm>
        <a:off x="0" y="2700"/>
        <a:ext cx="4718785" cy="920888"/>
      </dsp:txXfrm>
    </dsp:sp>
    <dsp:sp modelId="{34A4F7F2-C2E8-C140-9BB4-552D11F80A17}">
      <dsp:nvSpPr>
        <dsp:cNvPr id="0" name=""/>
        <dsp:cNvSpPr/>
      </dsp:nvSpPr>
      <dsp:spPr>
        <a:xfrm>
          <a:off x="0" y="923589"/>
          <a:ext cx="4718785" cy="0"/>
        </a:xfrm>
        <a:prstGeom prst="line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5CCC7-A801-4E44-B7A7-21AAA29E0BE6}">
      <dsp:nvSpPr>
        <dsp:cNvPr id="0" name=""/>
        <dsp:cNvSpPr/>
      </dsp:nvSpPr>
      <dsp:spPr>
        <a:xfrm>
          <a:off x="0" y="923589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Output:</a:t>
          </a:r>
        </a:p>
      </dsp:txBody>
      <dsp:txXfrm>
        <a:off x="0" y="923589"/>
        <a:ext cx="4718785" cy="920888"/>
      </dsp:txXfrm>
    </dsp:sp>
    <dsp:sp modelId="{D7989F66-B67F-7D45-BF4E-7E60C1C93AEC}">
      <dsp:nvSpPr>
        <dsp:cNvPr id="0" name=""/>
        <dsp:cNvSpPr/>
      </dsp:nvSpPr>
      <dsp:spPr>
        <a:xfrm>
          <a:off x="0" y="1844478"/>
          <a:ext cx="4718785" cy="0"/>
        </a:xfrm>
        <a:prstGeom prst="line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BF872-9A4B-C440-8D88-295AD997D304}">
      <dsp:nvSpPr>
        <dsp:cNvPr id="0" name=""/>
        <dsp:cNvSpPr/>
      </dsp:nvSpPr>
      <dsp:spPr>
        <a:xfrm>
          <a:off x="0" y="1844478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 UPPER(Name) | LENGTH(Name) |</a:t>
          </a:r>
        </a:p>
      </dsp:txBody>
      <dsp:txXfrm>
        <a:off x="0" y="1844478"/>
        <a:ext cx="4718785" cy="920888"/>
      </dsp:txXfrm>
    </dsp:sp>
    <dsp:sp modelId="{0A3FA866-996E-684C-856E-60731061AD7D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3E38D-89F1-3148-93AA-EF4BE46D82EE}">
      <dsp:nvSpPr>
        <dsp:cNvPr id="0" name=""/>
        <dsp:cNvSpPr/>
      </dsp:nvSpPr>
      <dsp:spPr>
        <a:xfrm>
          <a:off x="0" y="2765367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|-------------|--------------|</a:t>
          </a:r>
        </a:p>
      </dsp:txBody>
      <dsp:txXfrm>
        <a:off x="0" y="2765367"/>
        <a:ext cx="4718785" cy="920888"/>
      </dsp:txXfrm>
    </dsp:sp>
    <dsp:sp modelId="{83F8B10B-08D6-B848-AB1D-B06D86BABAFC}">
      <dsp:nvSpPr>
        <dsp:cNvPr id="0" name=""/>
        <dsp:cNvSpPr/>
      </dsp:nvSpPr>
      <dsp:spPr>
        <a:xfrm>
          <a:off x="0" y="3686256"/>
          <a:ext cx="4718785" cy="0"/>
        </a:xfrm>
        <a:prstGeom prst="line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81413-3063-664C-BE4F-E57A7201A772}">
      <dsp:nvSpPr>
        <dsp:cNvPr id="0" name=""/>
        <dsp:cNvSpPr/>
      </dsp:nvSpPr>
      <dsp:spPr>
        <a:xfrm>
          <a:off x="0" y="3686256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 AMIT        | 4            |</a:t>
          </a:r>
        </a:p>
      </dsp:txBody>
      <dsp:txXfrm>
        <a:off x="0" y="3686256"/>
        <a:ext cx="4718785" cy="920888"/>
      </dsp:txXfrm>
    </dsp:sp>
    <dsp:sp modelId="{EC436C31-DBB7-1741-AC92-E7168888C063}">
      <dsp:nvSpPr>
        <dsp:cNvPr id="0" name=""/>
        <dsp:cNvSpPr/>
      </dsp:nvSpPr>
      <dsp:spPr>
        <a:xfrm>
          <a:off x="0" y="4607145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18E7C-6333-DE4F-83EA-A2903A7C092B}">
      <dsp:nvSpPr>
        <dsp:cNvPr id="0" name=""/>
        <dsp:cNvSpPr/>
      </dsp:nvSpPr>
      <dsp:spPr>
        <a:xfrm>
          <a:off x="0" y="4607145"/>
          <a:ext cx="4718785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| NEHA        | 4            |</a:t>
          </a:r>
        </a:p>
      </dsp:txBody>
      <dsp:txXfrm>
        <a:off x="0" y="4607145"/>
        <a:ext cx="4718785" cy="92088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5EACB2-AC40-E041-8A28-18F6256440DE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713E3-1BE4-4A4F-9D42-8CA045D5765B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SELECT CURDATE(), YEAR(CURDATE()), MONTH(CURDATE());</a:t>
          </a:r>
        </a:p>
      </dsp:txBody>
      <dsp:txXfrm>
        <a:off x="0" y="675"/>
        <a:ext cx="4718785" cy="1105876"/>
      </dsp:txXfrm>
    </dsp:sp>
    <dsp:sp modelId="{F5B04153-9CD5-2341-8271-85C9C0DB0C8F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D2DD5-7898-4444-A058-118AE6554CB8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 (Sample):</a:t>
          </a:r>
        </a:p>
      </dsp:txBody>
      <dsp:txXfrm>
        <a:off x="0" y="1106552"/>
        <a:ext cx="4718785" cy="1105876"/>
      </dsp:txXfrm>
    </dsp:sp>
    <dsp:sp modelId="{6A487437-5106-0744-965D-349A345A9755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C6D4C-4A41-E34F-8486-4103D5E14620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| CURDATE()  | YEAR | MONTH |</a:t>
          </a:r>
        </a:p>
      </dsp:txBody>
      <dsp:txXfrm>
        <a:off x="0" y="2212429"/>
        <a:ext cx="4718785" cy="1105876"/>
      </dsp:txXfrm>
    </dsp:sp>
    <dsp:sp modelId="{3A0ED466-33E1-B24C-8CDB-9009C0EF7CEB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3C380-89B7-CA40-83BC-9CC4DBC7A014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|------------|------|-------|</a:t>
          </a:r>
        </a:p>
      </dsp:txBody>
      <dsp:txXfrm>
        <a:off x="0" y="3318305"/>
        <a:ext cx="4718785" cy="1105876"/>
      </dsp:txXfrm>
    </dsp:sp>
    <dsp:sp modelId="{296BD387-AC35-114D-BED1-90058D7C6D52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83034-5FD4-9F4A-9F11-05D287E833A7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| 2025-09-21 | 2025 | 9     |</a:t>
          </a:r>
        </a:p>
      </dsp:txBody>
      <dsp:txXfrm>
        <a:off x="0" y="4424182"/>
        <a:ext cx="4718785" cy="110587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C6EC6-77DA-5541-8FF9-132A208E22B0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F841DB-3D97-E343-80D6-A418F3917ADF}">
      <dsp:nvSpPr>
        <dsp:cNvPr id="0" name=""/>
        <dsp:cNvSpPr/>
      </dsp:nvSpPr>
      <dsp:spPr>
        <a:xfrm>
          <a:off x="0" y="675"/>
          <a:ext cx="4718785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SELECT Name FROM Employees</a:t>
          </a:r>
        </a:p>
      </dsp:txBody>
      <dsp:txXfrm>
        <a:off x="0" y="675"/>
        <a:ext cx="4718785" cy="552938"/>
      </dsp:txXfrm>
    </dsp:sp>
    <dsp:sp modelId="{5A9194D7-EB17-D346-B561-BA6FEC9E09D0}">
      <dsp:nvSpPr>
        <dsp:cNvPr id="0" name=""/>
        <dsp:cNvSpPr/>
      </dsp:nvSpPr>
      <dsp:spPr>
        <a:xfrm>
          <a:off x="0" y="553613"/>
          <a:ext cx="4718785" cy="0"/>
        </a:xfrm>
        <a:prstGeom prst="line">
          <a:avLst/>
        </a:prstGeom>
        <a:solidFill>
          <a:schemeClr val="accent5">
            <a:hueOff val="-1103764"/>
            <a:satOff val="4423"/>
            <a:lumOff val="959"/>
            <a:alphaOff val="0"/>
          </a:schemeClr>
        </a:solidFill>
        <a:ln w="25400" cap="flat" cmpd="sng" algn="ctr">
          <a:solidFill>
            <a:schemeClr val="accent5">
              <a:hueOff val="-1103764"/>
              <a:satOff val="4423"/>
              <a:lumOff val="9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A91F5-0EC7-3D45-9D0F-2B6A167D36AE}">
      <dsp:nvSpPr>
        <dsp:cNvPr id="0" name=""/>
        <dsp:cNvSpPr/>
      </dsp:nvSpPr>
      <dsp:spPr>
        <a:xfrm>
          <a:off x="0" y="553613"/>
          <a:ext cx="4718785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UNION</a:t>
          </a:r>
        </a:p>
      </dsp:txBody>
      <dsp:txXfrm>
        <a:off x="0" y="553613"/>
        <a:ext cx="4718785" cy="552938"/>
      </dsp:txXfrm>
    </dsp:sp>
    <dsp:sp modelId="{1B47F283-5AB5-E74D-8B3D-9723F16D37F9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5">
            <a:hueOff val="-2207528"/>
            <a:satOff val="8847"/>
            <a:lumOff val="1917"/>
            <a:alphaOff val="0"/>
          </a:schemeClr>
        </a:solidFill>
        <a:ln w="25400" cap="flat" cmpd="sng" algn="ctr">
          <a:solidFill>
            <a:schemeClr val="accent5">
              <a:hueOff val="-2207528"/>
              <a:satOff val="8847"/>
              <a:lumOff val="19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2AF33E-4DD3-1049-9A95-749D51F065A6}">
      <dsp:nvSpPr>
        <dsp:cNvPr id="0" name=""/>
        <dsp:cNvSpPr/>
      </dsp:nvSpPr>
      <dsp:spPr>
        <a:xfrm>
          <a:off x="0" y="1106552"/>
          <a:ext cx="4718785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SELECT DeptName FROM Departments;</a:t>
          </a:r>
        </a:p>
      </dsp:txBody>
      <dsp:txXfrm>
        <a:off x="0" y="1106552"/>
        <a:ext cx="4718785" cy="552938"/>
      </dsp:txXfrm>
    </dsp:sp>
    <dsp:sp modelId="{6307A73E-69A0-984C-9A1E-21FF426904B1}">
      <dsp:nvSpPr>
        <dsp:cNvPr id="0" name=""/>
        <dsp:cNvSpPr/>
      </dsp:nvSpPr>
      <dsp:spPr>
        <a:xfrm>
          <a:off x="0" y="1659490"/>
          <a:ext cx="4718785" cy="0"/>
        </a:xfrm>
        <a:prstGeom prst="line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444B1-FFBA-BC4B-9B86-2C19396A95BD}">
      <dsp:nvSpPr>
        <dsp:cNvPr id="0" name=""/>
        <dsp:cNvSpPr/>
      </dsp:nvSpPr>
      <dsp:spPr>
        <a:xfrm>
          <a:off x="0" y="1659490"/>
          <a:ext cx="4718785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Output:</a:t>
          </a:r>
        </a:p>
      </dsp:txBody>
      <dsp:txXfrm>
        <a:off x="0" y="1659490"/>
        <a:ext cx="4718785" cy="552938"/>
      </dsp:txXfrm>
    </dsp:sp>
    <dsp:sp modelId="{2B2607B5-0B30-8A4D-B37F-5B8124CDF12A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5">
            <a:hueOff val="-4415056"/>
            <a:satOff val="17694"/>
            <a:lumOff val="3835"/>
            <a:alphaOff val="0"/>
          </a:schemeClr>
        </a:solidFill>
        <a:ln w="25400" cap="flat" cmpd="sng" algn="ctr">
          <a:solidFill>
            <a:schemeClr val="accent5">
              <a:hueOff val="-4415056"/>
              <a:satOff val="17694"/>
              <a:lumOff val="38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4BD78-C5BB-264F-B119-BFC3A48AB08A}">
      <dsp:nvSpPr>
        <dsp:cNvPr id="0" name=""/>
        <dsp:cNvSpPr/>
      </dsp:nvSpPr>
      <dsp:spPr>
        <a:xfrm>
          <a:off x="0" y="2212429"/>
          <a:ext cx="4718785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| Name/DeptName |</a:t>
          </a:r>
        </a:p>
      </dsp:txBody>
      <dsp:txXfrm>
        <a:off x="0" y="2212429"/>
        <a:ext cx="4718785" cy="552938"/>
      </dsp:txXfrm>
    </dsp:sp>
    <dsp:sp modelId="{65C39904-7DC7-5E4F-BF63-346E70282DF6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5">
            <a:hueOff val="-5518820"/>
            <a:satOff val="22117"/>
            <a:lumOff val="4793"/>
            <a:alphaOff val="0"/>
          </a:schemeClr>
        </a:solidFill>
        <a:ln w="25400" cap="flat" cmpd="sng" algn="ctr">
          <a:solidFill>
            <a:schemeClr val="accent5">
              <a:hueOff val="-5518820"/>
              <a:satOff val="22117"/>
              <a:lumOff val="47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009D1-B30D-2D46-ABF5-D08DAF147144}">
      <dsp:nvSpPr>
        <dsp:cNvPr id="0" name=""/>
        <dsp:cNvSpPr/>
      </dsp:nvSpPr>
      <dsp:spPr>
        <a:xfrm>
          <a:off x="0" y="2765367"/>
          <a:ext cx="4718785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|---------------|</a:t>
          </a:r>
        </a:p>
      </dsp:txBody>
      <dsp:txXfrm>
        <a:off x="0" y="2765367"/>
        <a:ext cx="4718785" cy="552938"/>
      </dsp:txXfrm>
    </dsp:sp>
    <dsp:sp modelId="{58F677E8-126F-D944-AAF0-03AA3E7E679A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FC7A5-7B69-C147-B109-80CA0E0CC084}">
      <dsp:nvSpPr>
        <dsp:cNvPr id="0" name=""/>
        <dsp:cNvSpPr/>
      </dsp:nvSpPr>
      <dsp:spPr>
        <a:xfrm>
          <a:off x="0" y="3318305"/>
          <a:ext cx="4718785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| Amit          |</a:t>
          </a:r>
        </a:p>
      </dsp:txBody>
      <dsp:txXfrm>
        <a:off x="0" y="3318305"/>
        <a:ext cx="4718785" cy="552938"/>
      </dsp:txXfrm>
    </dsp:sp>
    <dsp:sp modelId="{8C21ECA5-27B3-D643-98D5-9F53F7047026}">
      <dsp:nvSpPr>
        <dsp:cNvPr id="0" name=""/>
        <dsp:cNvSpPr/>
      </dsp:nvSpPr>
      <dsp:spPr>
        <a:xfrm>
          <a:off x="0" y="3871244"/>
          <a:ext cx="4718785" cy="0"/>
        </a:xfrm>
        <a:prstGeom prst="line">
          <a:avLst/>
        </a:prstGeom>
        <a:solidFill>
          <a:schemeClr val="accent5">
            <a:hueOff val="-7726349"/>
            <a:satOff val="30964"/>
            <a:lumOff val="6711"/>
            <a:alphaOff val="0"/>
          </a:schemeClr>
        </a:solidFill>
        <a:ln w="25400" cap="flat" cmpd="sng" algn="ctr">
          <a:solidFill>
            <a:schemeClr val="accent5">
              <a:hueOff val="-7726349"/>
              <a:satOff val="30964"/>
              <a:lumOff val="67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23E39-9530-F64E-9FDD-4F8FA4CF5BE3}">
      <dsp:nvSpPr>
        <dsp:cNvPr id="0" name=""/>
        <dsp:cNvSpPr/>
      </dsp:nvSpPr>
      <dsp:spPr>
        <a:xfrm>
          <a:off x="0" y="3871244"/>
          <a:ext cx="4718785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| Neha          |</a:t>
          </a:r>
        </a:p>
      </dsp:txBody>
      <dsp:txXfrm>
        <a:off x="0" y="3871244"/>
        <a:ext cx="4718785" cy="552938"/>
      </dsp:txXfrm>
    </dsp:sp>
    <dsp:sp modelId="{409B9DEE-51BC-D948-A15A-13217DD4CBCC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5">
            <a:hueOff val="-8830112"/>
            <a:satOff val="35388"/>
            <a:lumOff val="7669"/>
            <a:alphaOff val="0"/>
          </a:schemeClr>
        </a:solidFill>
        <a:ln w="25400" cap="flat" cmpd="sng" algn="ctr">
          <a:solidFill>
            <a:schemeClr val="accent5">
              <a:hueOff val="-8830112"/>
              <a:satOff val="35388"/>
              <a:lumOff val="76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D2A45-B271-A14C-B3E3-E53D35BCDA38}">
      <dsp:nvSpPr>
        <dsp:cNvPr id="0" name=""/>
        <dsp:cNvSpPr/>
      </dsp:nvSpPr>
      <dsp:spPr>
        <a:xfrm>
          <a:off x="0" y="4424182"/>
          <a:ext cx="4718785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| HR            |</a:t>
          </a:r>
        </a:p>
      </dsp:txBody>
      <dsp:txXfrm>
        <a:off x="0" y="4424182"/>
        <a:ext cx="4718785" cy="552938"/>
      </dsp:txXfrm>
    </dsp:sp>
    <dsp:sp modelId="{0B3B1D70-A57C-E146-8365-3FF121706322}">
      <dsp:nvSpPr>
        <dsp:cNvPr id="0" name=""/>
        <dsp:cNvSpPr/>
      </dsp:nvSpPr>
      <dsp:spPr>
        <a:xfrm>
          <a:off x="0" y="4977121"/>
          <a:ext cx="4718785" cy="0"/>
        </a:xfrm>
        <a:prstGeom prst="lin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15983-6A13-A447-9D38-9F6738A1E5B0}">
      <dsp:nvSpPr>
        <dsp:cNvPr id="0" name=""/>
        <dsp:cNvSpPr/>
      </dsp:nvSpPr>
      <dsp:spPr>
        <a:xfrm>
          <a:off x="0" y="4977121"/>
          <a:ext cx="4718785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| IT            |</a:t>
          </a:r>
        </a:p>
      </dsp:txBody>
      <dsp:txXfrm>
        <a:off x="0" y="4977121"/>
        <a:ext cx="4718785" cy="55293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0004D-56DB-C045-96BC-6D1FAE513C8E}">
      <dsp:nvSpPr>
        <dsp:cNvPr id="0" name=""/>
        <dsp:cNvSpPr/>
      </dsp:nvSpPr>
      <dsp:spPr>
        <a:xfrm>
          <a:off x="0" y="67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A65AE-D06C-F540-ACE9-845074FFF0BF}">
      <dsp:nvSpPr>
        <dsp:cNvPr id="0" name=""/>
        <dsp:cNvSpPr/>
      </dsp:nvSpPr>
      <dsp:spPr>
        <a:xfrm>
          <a:off x="0" y="67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CREATE TABLE Departments (</a:t>
          </a:r>
        </a:p>
      </dsp:txBody>
      <dsp:txXfrm>
        <a:off x="0" y="675"/>
        <a:ext cx="4718785" cy="1105876"/>
      </dsp:txXfrm>
    </dsp:sp>
    <dsp:sp modelId="{60F5A985-51DD-8A45-9DB7-573B3E517C99}">
      <dsp:nvSpPr>
        <dsp:cNvPr id="0" name=""/>
        <dsp:cNvSpPr/>
      </dsp:nvSpPr>
      <dsp:spPr>
        <a:xfrm>
          <a:off x="0" y="110655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A79A9-9A46-BB4D-8E74-D1DD2859BE98}">
      <dsp:nvSpPr>
        <dsp:cNvPr id="0" name=""/>
        <dsp:cNvSpPr/>
      </dsp:nvSpPr>
      <dsp:spPr>
        <a:xfrm>
          <a:off x="0" y="110655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DeptID INT PRIMARY KEY,</a:t>
          </a:r>
        </a:p>
      </dsp:txBody>
      <dsp:txXfrm>
        <a:off x="0" y="1106552"/>
        <a:ext cx="4718785" cy="1105876"/>
      </dsp:txXfrm>
    </dsp:sp>
    <dsp:sp modelId="{5369C025-DA6E-8F4E-BC8C-18690CFBDFA3}">
      <dsp:nvSpPr>
        <dsp:cNvPr id="0" name=""/>
        <dsp:cNvSpPr/>
      </dsp:nvSpPr>
      <dsp:spPr>
        <a:xfrm>
          <a:off x="0" y="2212429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9D724B-22A5-F04E-B4FA-FEDDA460D5A0}">
      <dsp:nvSpPr>
        <dsp:cNvPr id="0" name=""/>
        <dsp:cNvSpPr/>
      </dsp:nvSpPr>
      <dsp:spPr>
        <a:xfrm>
          <a:off x="0" y="2212429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DeptName VARCHAR(50) UNIQUE NOT NULL</a:t>
          </a:r>
        </a:p>
      </dsp:txBody>
      <dsp:txXfrm>
        <a:off x="0" y="2212429"/>
        <a:ext cx="4718785" cy="1105876"/>
      </dsp:txXfrm>
    </dsp:sp>
    <dsp:sp modelId="{EAEF4697-F62D-4A4E-8470-6340613324B2}">
      <dsp:nvSpPr>
        <dsp:cNvPr id="0" name=""/>
        <dsp:cNvSpPr/>
      </dsp:nvSpPr>
      <dsp:spPr>
        <a:xfrm>
          <a:off x="0" y="331830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5D14A-ABF4-E843-B0E5-5E6898119BCB}">
      <dsp:nvSpPr>
        <dsp:cNvPr id="0" name=""/>
        <dsp:cNvSpPr/>
      </dsp:nvSpPr>
      <dsp:spPr>
        <a:xfrm>
          <a:off x="0" y="3318305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);</a:t>
          </a:r>
        </a:p>
      </dsp:txBody>
      <dsp:txXfrm>
        <a:off x="0" y="3318305"/>
        <a:ext cx="4718785" cy="1105876"/>
      </dsp:txXfrm>
    </dsp:sp>
    <dsp:sp modelId="{B59BB07D-17F1-B149-9057-46FEE2E34971}">
      <dsp:nvSpPr>
        <dsp:cNvPr id="0" name=""/>
        <dsp:cNvSpPr/>
      </dsp:nvSpPr>
      <dsp:spPr>
        <a:xfrm>
          <a:off x="0" y="4424182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DC765-5418-2342-99D1-22371E05B45D}">
      <dsp:nvSpPr>
        <dsp:cNvPr id="0" name=""/>
        <dsp:cNvSpPr/>
      </dsp:nvSpPr>
      <dsp:spPr>
        <a:xfrm>
          <a:off x="0" y="4424182"/>
          <a:ext cx="4718785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Output: Table created with constraints.</a:t>
          </a:r>
        </a:p>
      </dsp:txBody>
      <dsp:txXfrm>
        <a:off x="0" y="4424182"/>
        <a:ext cx="4718785" cy="1105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9T15:10:21.2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5167 3953 8191,'-2'-12'0,"0"2"0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2.xml"/><Relationship Id="rId7" Type="http://schemas.openxmlformats.org/officeDocument/2006/relationships/customXml" Target="../ink/ink1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 dirty="0">
                <a:solidFill>
                  <a:schemeClr val="tx2"/>
                </a:solidFill>
              </a:rPr>
              <a:t>SQL Crash Course for Interviews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Prepared for Service-Based Company Technical Tests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4459DAC1-8B76-6611-FBC9-7783ACEA4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5CE4FD1-D4D2-0809-A83E-B3314511AA4E}"/>
              </a:ext>
            </a:extLst>
          </p:cNvPr>
          <p:cNvSpPr txBox="1"/>
          <p:nvPr/>
        </p:nvSpPr>
        <p:spPr>
          <a:xfrm>
            <a:off x="9726930" y="412623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&amp; Managing Tables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410CD4-7DEE-689D-88D4-CCB4978F4C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Inserting &amp; Updating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CA9784-523F-EFC7-D889-0D09C4DE5DC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 Basics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16A34A-506E-4878-FD5A-C52AE1242B7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Clause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73B5F0-1F6C-ADAC-358B-3729A54B30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 BY &amp; LIMIT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ABB3A2-42DD-0546-087A-DC5EC641DA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Aggregate Functions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9F717E-A1CA-AA2E-5965-E3336E1221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GROUP BY &amp; HAVING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7160600-347E-884F-69B5-5F981AA6E0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025666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DISTINCT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AFE0A9-3236-6753-DAC5-F6115614D6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8537486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Joins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E8B4A9-4027-B559-8299-2D4E3698CD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584742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Subqueries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176BF9-863D-5673-ED17-A578604370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219672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String Functions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60DA09-C3A0-74B3-410B-D39E2DB343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744462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Date Functions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3C52A0-2CA4-F425-0FB5-1A8F46F6A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4580749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C5CAC3-82C7-3442-F1C5-EBACFDB4C14B}"/>
                  </a:ext>
                </a:extLst>
              </p14:cNvPr>
              <p14:cNvContentPartPr/>
              <p14:nvPr/>
            </p14:nvContentPartPr>
            <p14:xfrm>
              <a:off x="1858680" y="1415160"/>
              <a:ext cx="1800" cy="8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C5CAC3-82C7-3442-F1C5-EBACFDB4C1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49320" y="1405800"/>
                <a:ext cx="20520" cy="2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Set Operations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4C3596-E534-F2BE-3788-7270B7AE6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758637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Constraints Recap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2310C5-208B-DE03-C7B3-3CB8CA6D0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9433744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543</Words>
  <Application>Microsoft Macintosh PowerPoint</Application>
  <PresentationFormat>On-screen Show (4:3)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SQL Crash Course for Interviews</vt:lpstr>
      <vt:lpstr>Creating &amp; Managing Tables</vt:lpstr>
      <vt:lpstr>Inserting &amp; Updating Data</vt:lpstr>
      <vt:lpstr>SELECT Basics</vt:lpstr>
      <vt:lpstr>WHERE Clause</vt:lpstr>
      <vt:lpstr>ORDER BY &amp; LIMIT</vt:lpstr>
      <vt:lpstr>Aggregate Functions</vt:lpstr>
      <vt:lpstr>GROUP BY &amp; HAVING</vt:lpstr>
      <vt:lpstr>DISTINCT</vt:lpstr>
      <vt:lpstr>Joins</vt:lpstr>
      <vt:lpstr>Subqueries</vt:lpstr>
      <vt:lpstr>String Functions</vt:lpstr>
      <vt:lpstr>Date Functions</vt:lpstr>
      <vt:lpstr>Set Operations</vt:lpstr>
      <vt:lpstr>Constraints Recap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 365</cp:lastModifiedBy>
  <cp:revision>4</cp:revision>
  <dcterms:created xsi:type="dcterms:W3CDTF">2013-01-27T09:14:16Z</dcterms:created>
  <dcterms:modified xsi:type="dcterms:W3CDTF">2025-12-29T16:23:20Z</dcterms:modified>
  <cp:category/>
</cp:coreProperties>
</file>