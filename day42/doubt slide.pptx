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5:50:19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9726 2608 14788,'11'-50'642,"0"0"0,0-3 0,-2 9 2321,-4 18-2733,1-6 1296,-5 20-1526,0 6 821,-1 7-810,0 25-28,0-1 22,-2 7 1,-2 4-68,-1 0 1,-1 1 879,-3 14 1,-1 3-2561,0 3 0,0 2 1502,4-15 0,2 0 1,-1-5-1,0-2 1,2-3-1,0 25 0</inkml:trace>
  <inkml:trace contextRef="#ctx0" brushRef="#br0" timeOffset="218">10049 3150 18593,'1'-9'2322,"9"-23"0,3-4-1409,0 7-600,1-8 1,-1 2 28,-3 16-258,-6 10-79,-2 7-10,1 9-1,1 9-61,0 4-2005,-1 34 2072,-3 1 0,0-9 0,-1-10 0</inkml:trace>
  <inkml:trace contextRef="#ctx0" brushRef="#br0" timeOffset="750">10518 2611 19182,'-5'-5'2974,"2"0"-2212,3 5-297,5-75-118,17 36-913,-6-11 0,4 2 658,5 25 1,4 6-21,-1 1 1,1 2 438,26-6-460,-4 11-23,-4 16-17,-4 10 6,-5 14 16,-10 9-22,-12 6 12,-16 7-1,-19 3 95,3-27 1,-3 0-96,-9 5 1,-1-3-17,-12 11 8,15-17 0,2-3 98,4-5 834,2-2-829,10-10 135,6-10-145,3-4-23,5-6-28,6-1-11,8 1 0,8 3-12,16 3 1,11 9-23,1 9-11,-3 14-22,-19 9 11,-13 10 22,-21 5-34,-24 3-86,1-25 0,-4-1-635,-7 1 1,-3-3-257,-4 0 0,-2-2-2425,-3-2 0,1-3 2797,4-3 1,3-3 0,-11 2 0,22-7-1</inkml:trace>
  <inkml:trace contextRef="#ctx0" brushRef="#br0" timeOffset="1333">9108 2283 22638,'6'-38'1069,"-4"10"-945,-10 31-113,-5 1 22,-18 6 18,-13 3-29,5-3 1,-3 0-455,5-2 0,1 0 443,0-1 0,1-1 11,-17 0 219,23-5-202,2 0-33,12-1-208,9 0 130,5 1 44,1 5 56,4 15-28,-2 0 61,2 39-44,-7-24 11,-1 2 0,-1 4-6,-3-10 1,0 1-4,-3 10 1,0 2-1,0 9 1,0 0-190,4-10 1,1-1 174,1-3 1,1-1 0,10 22 16,6-16-22,4-1-6,1-14 1,4-1-406,24 16 193,-17-19 0,3-2-1748,4-4 0,2-5 1364,23-2 0,-20-7 0,-15-6 0</inkml:trace>
  <inkml:trace contextRef="#ctx0" brushRef="#br0" timeOffset="2040">11724 2362 10618,'-4'-2'4329,"0"0"785,4 2-4912,-26-30-169,23 20 107,-4-27 12,45 26-108,-2 1 46,16-4-68,-25 9 6,6-2 28,9 2-50,-16 3-12,9-1 40,-19 8 50,-10 2 61,0 6 23,-5 4-78,-1 0 106,-2 20-134,2-6-6,-2 19 11,2-2-3398,1 7 3359,1-10-341,0 15 374,0-9-25,-2-11 1,0 1-23,-2-6 0,0-2-6,1 0 1,-2-2 36,-9 21 123,-15-4-28,-9-1-95,10-22 0,-2-1-189,0-7 1,-1-3 137,-18 8-179,-12-2 1859,13-10-1674,12-4 0,2-2 0,-1 1 0,-1-4 0</inkml:trace>
  <inkml:trace contextRef="#ctx0" brushRef="#br0" timeOffset="2717">12485 3005 21427,'-11'32'-368,"1"1"0,-1 2 1,2-2-1,4-1 1,1-2-1</inkml:trace>
  <inkml:trace contextRef="#ctx0" brushRef="#br0" timeOffset="3196">13271 2325 21702,'-7'-32'285,"-15"10"-234,-7 27-1,-20 2 1,-3-2-11,1-3-18,6 0-22,11 0 211,9 2 3,7 2 50,7 2 48,4 4-78,2 5-47,2 8 34,1 10 36,0 11-166,-2 12-172,1-24 1,-1 1 104,-1 3 0,-1 0-33,0 3 0,0 0 0,0-1 0,1 0 12,1-3 1,2-2 16,4 27-20,4-21 59,23 3-32,16-24 1,2 2-584,11-24 1,1-8-1139,-1-2-567,-4-2 0,0-1 2298,4-5 1,-28 9 0,-1 1 0</inkml:trace>
  <inkml:trace contextRef="#ctx0" brushRef="#br0" timeOffset="3767">13876 2544 17608,'-4'-5'4593,"0"1"-4061,4 4-353,0 0-112,-5 1 68,3 1 61,-5 2 224,3 0-207,0-1 195,-2-1-262,2-3 67,-6-10-124,1-3 23,-3-25-61,5 11 27,2-19 92,9 15-6,4-4-14,9 7 54,15 5 72,-7 12-3,19 5-53,-7 16-77,11 11-100,-2 16-91,-27-3 0,-3 2-73,0 19 50,-20-5 1,-9 2-905,-10-7 0,-7 0 935,4-6 1,-2 2 0,-2-1 34,-2-1 0,-1 0 0,-1-2 53,-3-2 1,-1 0 0,3-4 43,0 0 0,1-4 72,-3-4 0,3-7 198,7-10-95,2-10-2939,13-17 2487,10 2 53,11-17 70,11 11 1230,13-5-869,7 5 82,7 6-201,-12 14 1,-1 3 129,9 1 127,11 11-464,-26 11-2843,9 15-4899,-3 5 7637,-1 2 0,-20-20 0,-6-10 0</inkml:trace>
  <inkml:trace contextRef="#ctx0" brushRef="#br0" timeOffset="3957">14413 2945 27104,'-10'24'-1720,"2"22"-7704,7-4 7932,0 13 0,1-25 1,0-13-1</inkml:trace>
  <inkml:trace contextRef="#ctx0" brushRef="#br0" timeOffset="4517">14756 2608 20439,'14'-54'502,"1"0"0,3 4 1,3 8-430,14 8 39,15 6 548,-14 18-615,8 1 5,14 17-39,-18 8-16,7 15-1,-20 7 6,-5 5 11,-8-9 210,-6 8-187,-10-13 55,-15 14-50,2-18 211,-21 7-172,20-22 598,-15 1-424,16-12 6,-3-4 5,8-5-134,4 1 79,2-1-74,3-1-112,3 3 6,10-3-16,7 6-12,14-1 16,6 7-16,-4 2-8,-5 5 0,0 3 13,12 12-16,9 5-6,-14 17 23,-27-13-1,-4 8-3374,-39 2 3374,7-21-47,-9 1 0,-5-2-1127,-11-4 897,20-6 1,0-2-2562,-21-3 2833,20-10 0,7 4 0,11-5 0</inkml:trace>
  <inkml:trace contextRef="#ctx0" brushRef="#br0" timeOffset="4973">15777 2315 23383,'42'-20'711,"-1"0"0,-12 3 1,-1 3-20,19 7-392,-10 1-104,-10 2-80,5-1 80,-8 1-103,-14 4 195,3-2-391,-5 11-277,-4-2 29,3 7-33,-3-3 20,2 22 15,-1 3 39,3 24 120,-2-13 107,-2-14 0,2 2-687,4 10 0,0-1 756,-2-7 1,1 0 16,8 18 0,3 1-488,-1-11 0,0-2 312,-3-1 1,-3 1-606,-4 2 1,-11-3-575,-17-11 1,-9-5-625,0-4 1,-5-4 1998,-14 0 0,1-3 0,6-4 0,-1-1 0</inkml:trace>
  <inkml:trace contextRef="#ctx0" brushRef="#br0" timeOffset="5936">8132 2057 21455,'-20'-18'381,"-7"7"-297,-13 17 203,-13 6 44,22-4 1,-2 0-513,-2 2 1,-1 1 347,-2 0 0,0 0-33,1 1 1,-1 0 205,4 0 0,1-1 481,-27 10-267,25-8-65,12-2-213,19-3-186,6 4 318,3 9-647,2 9 36,0 13-225,-2 13 352,-8-20 1,-2 1-239,-2 8 1,-3 1 207,-5 8 1,-1 0-299,2-10 0,-1 2 523,0 0 0,0 4 0,1-3-453,1 3 1,1 0 421,2-3 1,0 3-1,2-2 1,1 8 0,3-1-63,3-2 0,2-2-62,0-13 1,3 0-56,7 11 0,6-3-413,0-19 1,4-2 381,11 9 0,7-4-50,6-14 0,5-8-689,10-6 0,5-5 742,-10-3 0,2-1 0,-5-1 0,-4 1 0,-4-1 0,2-1 0,-1 0 0</inkml:trace>
  <inkml:trace contextRef="#ctx0" brushRef="#br0" timeOffset="6850">16904 2113 21943,'33'-13'570,"0"1"1,3-1-1,0 4-206,11 5 275,2 0-283,4-1 0,-1 1-67,-8-1-172,-1 2 0,-4 0 274,-18 1 706,-9 1 421,-3 0 186,-7 0-718,-12 1-395,1 1-3,-8 1-588,7 4 0,3 2 0,4 9 0,2-4 0,4 15-487,2 3-552,4 17 481,-3-17 1,0 2-563,1 6 0,0 2 412,3 6 1,0 1 210,1 6 1,1-1-70,-1-11 0,0 2 380,2 4 0,2 4 1,-3-7 50,-3-12 1,-3-1 108,0 14 1,-3 5 0,-7-6 188,-12-14 0,-6-3 190,-1 8 1,-5-2-643,-15-4 1,-5-4-1362,1-4 1,-2-1 1812,-5 1 0,2-1 0,15-7 0,4-2 0,-6 1 0</inkml:trace>
  <inkml:trace contextRef="#ctx0" brushRef="#br0" timeOffset="12459">10705 6744 23523,'4'9'72,"-1"17"-78,-6 27 1,-1 11-1872,0-2 1,-1 2 813,1-14 1,0 1 0,0-2-1512,-1 14 1,1 0 2573,0-16 0,1 0 0,0-6 0,0 11 0,0-3 0</inkml:trace>
  <inkml:trace contextRef="#ctx0" brushRef="#br0" timeOffset="12893">10807 6360 16842,'-50'-19'527,"-1"-1"1,1 1 0,4 4-1,1 2 1,1 6-379,0 9 1,1 5-1,2 4-557,1 4 1,2 4 0,0 4 478,-2 5 0,0 3 0,2 5-493,-2 5 1,2 5-1,2 2 433,8-8 0,2 2 1,1 1-1,1 2-10,0 2 0,2 3 1,1 0-1,2 1-4,1 1 0,1 2 1,3 0-1,1 1-308,1 0 0,3 1 0,1-1 1,1-2 296,0 4 1,2-2 0,5 2-33,6-2 0,5 4 0,2-2 0,1-8-110,3 2 0,9-4 107,8-5 0,12 2 0,2-2 0,-2-10-88,5-7 0,6-9 101,-5-5 0,10-2 0,3-1 0,1-3 0,-7-3-48,-7-5 1,-3-3-1,-1-2 1,4-2 101,4 0 0,4-1 0,1-2 0,-2-1 0,-6-1 0,9-5 1,-7-2 0,0-6 42,-4-4 1,0-6-1,-3-2 1,-5 1 189,-8 0 0,-4-1 0,-1-1-227,7-6 1,1-1-1,-7-5-234,-14 7 1,-5-4 0,-4 1 0,-1 5 240,-1-7 0,-5 1 5,-2 5 0,-2-4 1,-2-1-1,-7 4-60,-12-5 0,-8 5 1,1 1 51,7 5 0,0 2 0,-6-1 39,-10-2 0,-8-2 0,-2 2 1,5 5-37,4 8 1,2 4 0,-1-1-42,-7-5 1,-2 0 0,1 2 104,6 7 0,1 3 1,3 3-3362,-4 3 1,1 2 3265,-3 0 0,3 2 0,-7 4 0,25 4 0</inkml:trace>
  <inkml:trace contextRef="#ctx0" brushRef="#br0" timeOffset="13841">11536 7162 11885,'-43'2'1233,"0"-1"1,1 0 0,-11 0-1,5 0-521,-6 0 211,18-1-171,5 0-221,8 0-503,10 0-65,7 0 143,7 0 250,6 2-154,7 1-18,9 3-21,8 0-74,-4-2 225,27 0-45,-4-4-698,-10-2 1,3-2 531,2-1 1,1-1-37,11-3 0,3-1-45,-13 2 1,1 0 0,2 1-824,6-2 0,2 0 0,-1 1 814,-10 1 0,0 0 0,2 0-1,5-1 1,3 0-1,1 0 1,-5 0-361,-4 0 0,-3 1 1,2-1 354,-1 1 0,3-2 0,0 1 0,-4 0 21,16-4 0,-7 1-63,-12 1 0,-4 1 522,8-2 531,-26 4-1001,-21 4 2193,-7 1-2311,-18 1 1088,7 3-3816,-3 3 2952,26 5 1,-3-3 0,11-2 0</inkml:trace>
  <inkml:trace contextRef="#ctx0" brushRef="#br0" timeOffset="16792">12738 6514 16034,'-47'-16'1288,"0"0"0,0 1 1,6 4-1048,8 8-180,2 7-10,16 5 150,18 9 146,19 7-5,23 8-261,-13-14 0,3 1-508,5 4 0,2 1 457,3 3 1,0 2-26,-12-3 1,0 2 0,-3-1-9,1 2 1,-2 1-18,0 13 0,-6 2-321,-14 15-827,-14-16 0,-3-1-943,-6 16 66,0-28 1,-2-3 1272,-4 5 1,9-17 0,1-1 0</inkml:trace>
  <inkml:trace contextRef="#ctx0" brushRef="#br0" timeOffset="17408">13928 6779 19025,'8'-57'651,"0"1"1,0 4-1,4 7-359,17 10-136,7 6-38,6 7-45,6 9-62,-10 6 6,19 15-17,-29 1 5,3 9 1,-2 4 11,-4 17-1,-8-9 1,-5 4-3,-10-2 0,-7 0-489,-6 3 0,-5-2 505,-7 1 1,-4-2 14,-4-2 0,-1-2-23,7-7 1,-3-2-1662,-19 5 0,1-4 1796,4-5-68,6-3 1,1-4 1375,2-16-1140,14-3-2204,1-15 1929,17 9 232,11-6-259,2 13 2279,27-4-2291,-2 9-11,21 1 11,-2 11-17,0 7 1,-13 2-29,7 18-5,-30-3 3431,1 15-3375,-31-6-28,-18-1-6,-20-5-402,17-19 0,0-1 229,-22 6-735,11-11 1,-1-2-3277,-11-2 4201,17-6 0,2-2 0,5 0 0,13-7 0</inkml:trace>
  <inkml:trace contextRef="#ctx0" brushRef="#br0" timeOffset="17815">14392 6087 12785,'-16'-45'1505,"-1"0"0,-4-1 0,-6 9-917,-12 21 0,-3 7-586,7-3 1,-2 4 435,-14 7 1,-8 6 0,6 1-482,12 0 0,-1 5 281,-8 9 0,-9 7 0,-1 4 0,7 1-735,4 8 1,6 3-1,-1 2 535,0-3 0,-2 3 0,1 1 0,7-1-23,2 3 0,5 0 0,5 3 8,9-2 1,3 3 0,2 0 0,2-4-13,1 7 1,3 2-1,2-6 0,1 8 0,2 0 1,4-5-441,5-2 1,4-4 0,3 1 439,0-4 0,3 1 0,2 0 1,3-3-26,4 0 0,4-2 0,2-2 0,3-3 1,5 0 0,3-3 1,2-2-1,2-2 4,5-1 1,2-2 0,2-3 0,1-2-320,-9-5 1,1-1-1,0-3 1,1 0-1,-1-2 326,1-1 1,1-2 0,-1 0 0,1-3 0,-1-1 11,10-2 0,0-2 0,-1-2 0,0-3 12,-5-2 0,-1-1 1,-1-3-1,-2-3-88,-4-1 0,-2-1 0,-2-4 0,-2-3 175,1-8 0,-3-4 0,-1-1 0,-5 1-77,0 0 0,-4 2 0,-2-5-9,-4-4 1,-1-5 0,-2-2 0,-5-1-2,-4 1 0,-4-2 1,-2 0-1,0 3 29,3-9 0,-1 3 1,-2-2-40,-2 8 1,0-1 0,-3 0-1,-5 1 21,-9-2 1,-6 0 0,-3 2 0,2 4-23,-4-8 0,-6 1-14,-1 4 0,-6-6 1,-5 2-1,1 10-35,-5 11 1,-1 8 0,-1 0-25,1-2 1,-1 1-1,-6 2-1905,4 7 1,-7 1 0,-1 3 0,2 0 0,7 2 1720,5 1 0,5 2 0,-2 0 0,-19-1 1,-3-1-1,16 3 0,16 3 0</inkml:trace>
  <inkml:trace contextRef="#ctx0" brushRef="#br0" timeOffset="19457">10774 9528 20699,'-1'-8'1098,"0"2"-1020,1 6-50,0 0-5,0 3 117,0 6-107,0-1 97,0 5 206,-1-2-90,-4-1-117,-1 0 168,-6-3 297,-4-2-169,-1-4-100,-2-8-140,7-9-129,4-5 11,3-21-39,7-3-11,2 0-12,5 13 1,3 2 28,17-6-29,7 0-5,4 21 11,-13 16-22,9 15-28,6 24 28,-7-5-494,-15 4 0,-1 9 1,-6-2 498,-7-2 1,-5 2 1,1 7 0,-2 6 0,-6-3 2,-6-13 0,-4-3 1,-3 0-3,-2 1 0,-3 0 1,-1-3-1441,-13 14 1,-3-5 1468,4-10 0,-2-6 3,6-12 0,1-5 68,-23-9-7,14-20-55,13-12-34,14-8 952,21-2-968,32-8 4,-3 16 1252,0 11 1,2 4-1253,-6 8 1,1 2-9,10 0 1,2 2-18,2 4 1,1 2-31,1 1 0,0 2-115,1 2 0,0 0-213,0-1 0,0 0-381,0-2 1,-2-1 94,-12-1 1,0-3-4236,9-6 1,-2-4 4712,-1-5 0,3-4 0,-30 8 1</inkml:trace>
  <inkml:trace contextRef="#ctx0" brushRef="#br0" timeOffset="19842">11348 8899 12141,'-58'-16'721,"0"0"0,0 0 1,0 0-1,-1 0 0,4 2 1,0 1-1,0 2 0,2 3 1,4 5-1697,-11 7 0,5 7 0,1 4 1102,-2 2 0,0 4 0,2 4-23,-1 5 1,1 3 0,3 1-55,10-6 0,2 1 1,1 6 62,0 7 1,0 8-1,1 2 1,6-2-617,3 3 0,5 0 0,0 3 533,4-10 0,0 4 0,0 1 0,3 0 1,3-1-12,3 4 1,4 0-1,3-1 1,3 0-12,2 0 1,3 1-1,3-2 1,2 0 5,4-2 0,1 0 0,4-1 0,4-2-91,3-2 0,5-1 0,2-3 1,0-2 38,4 2 1,2-3 0,7-4-58,1-10 1,6-2 0,4-3 0,0-2 0,-3-3-345,2-3 1,-3-3 0,2-3 0,3 0 417,-5-2 1,3 1-1,2-2 1,1 0-1,-3-2 1,-4-1 17,5-1 0,-4-2 0,-1-2 0,3-4-12,0-5 1,2-3 0,1-3-1,-3-1 1,-6-1 115,4-7 0,-6-2 0,1-3 162,-1 0 1,2-1-1,-2-5 1,-9-5-141,-11-9 0,-7-6 0,-6-2 1,-3 3-95,-3 11 0,-3 2 1,-3 0-1,-1-3-14,-3 0 0,-2-4 1,-2 0-1,-1 2 0,-2 6 18,-3-3 1,-2 6 0,-7 1 80,-12-11 0,-8 1 0,-3 8-66,9 16 1,-1 6 0,-4 0-34,-1-1 0,-3 0 1,-2 1-1,1 5-11,-9 2 0,0 5 0,1 2 230,1 1 1,0 2 0,2 1-594,6 2 1,1 0-1,3 3-2419,-7 2 1,5 3 2777,-7 7 0,29-1 0,16-3 0</inkml:trace>
  <inkml:trace contextRef="#ctx0" brushRef="#br0" timeOffset="20717">11506 9574 11245,'-8'3'7242,"2"0"-6715,6-3 1657,0 0-1691,54-73-1777,-22 38 1379,-1-1 0,7-7 1,-1 3-447,4 1 1,3 1 387,-7 6 1,3-3 0,3-2 0,2-2-454,-4 4 0,2-2 0,3-1 0,0-1 0,-1 1 0,-3 2 419,0 1 0,-3 2 1,0 1-1,1-1 0,3-2 1,-2 2 1,2-3 0,3 0 0,0-1 0,-1 1 0,-1 2 0,-4 3-378,10-6 0,-5 4 1,1 1-1,3-3 391,-5 4 1,3-1 0,1-2 0,0 0-1,-1 2 1,-3 1-12,4-1 0,-4 1 0,0 1 0,3-1-1,-1-2 1,5-1 0,-1-1 0,-4 2 0,-5 5 29,7-8 0,-4 3 1,-7 4 0,1-1 1,-7 3 586,8-10-517,-24 12 2050,-27 12-2157,-36 3-9,17 8 1,-3 1 1323,-3 2 1,-2 1-1341,-18 8 0,3 2 776,-2 2-776,7 2 0,0 0 19,0 5 23,-8 5-3,22-11 0,-1-2-8,-13 6-4,17-9 1,-2 1 16,-8 0 1,-2 0-3,-1 0 0,-2 0-302,-5 2 1,1-1 303,10-3 1,6-3 30,2-1 17,18-5-50,12-5-17,20-12 23,13-6-9,-2 5 0,3 0-165,6 1 0,-1 1 153,-4 3 1,1 1 8,19-5 1,1 2-1250,-16 7 0,-1 1 1238,7-3 0,2 2 19,5 3 1,0 2-476,-12 3 1,-1 0 463,8 0 0,2 2-268,2 1 0,-1 1 265,-6 1 1,0 2-17,18 6 0,-1 3 2,-14 1 1,-4 2 5,-2-1 0,-8 5-25,-16 6 0,-11 4-852,-14 2 1,-11 1 879,-3 1 0,-5 2 0,2-3 0,1-3 0,0-3 0,-7 2 0,-1 1 0</inkml:trace>
  <inkml:trace contextRef="#ctx0" brushRef="#br0" timeOffset="27676">14530 11211 19720,'-28'50'-129,"0"1"0,8-6 0,0 2 0,6-5-924,3 13-1966,3-1 0,2-2-3355,3-9 5311,3 5 0,1-33 1,-1-7-1</inkml:trace>
  <inkml:trace contextRef="#ctx0" brushRef="#br0" timeOffset="28059">14825 10830 16146,'-6'-3'1596,"1"0"-1338,5 3-90,-62 35-90,37-5-56,-10-6 1,3 2 78,21 18 139,20-6 2,8-4-4236,16-4 4134,-3-19 1028,11-9-799,-6-14 219,11-22-123,-13-7-196,-8-5 526,-17-11-548,-9 28-29,-5-13 219,-15 18-308,-2 9-67,-25 4-62,18 14 0,-17 16-56,19 9-101,-6 15-101,11-4-3526,11 4 1,3 0-1561,2-3 5344,3-4 0,1-4 0,3-18 0,0-7 0</inkml:trace>
  <inkml:trace contextRef="#ctx0" brushRef="#br0" timeOffset="28491">15057 11231 22431,'-47'22'78,"7"11"-56,27 28-573,3-9 568,3-21 0,1 1 55,-9 27-21,2-6 308,0-6 157,8-30-151,3-11 162,8-25-230,5-10-96,3-5 1,1-1-101,8-15-12,-4 11 1,2 0 39,6-9-99,-10 20 1,0 1-3,14-15-28,-10 18 218,5 8-240,-13 12-45,16 18 39,-16 1-96,1 13 1,0 4-314,0 17-160,-4-12 0,2 1-375,-2-7 0,3-2-7088,20 25 8060,3-15 0,-11-17 0,-8-12 0</inkml:trace>
  <inkml:trace contextRef="#ctx0" brushRef="#br0" timeOffset="29232">15832 11211 17277,'0'-45'1277,"0"1"0,0-1 0,0-21 1,0 9-489,-4 14-475,2 7 229,-6 9-537,4 19-113,-1 2 51,4 32 56,-3 16 0,0 15-707,-3 1 0,-3 5 673,2-11 1,0 0-22,1-10 1,0 1 0,0 0-172,1 0 0,-1 0 1,1-1-755,0 15 0,2-1 882,-1-11 0,1-1-76,2 5 0,2-7-162,2-23-168,5-10 236,3-32 256,5-24 29,-3 2 30,-5 9 1,-2-2 36,-2 2 0,-2-2-18,-1-4 1,0-5 0,-1 2 182,-1-15 0,0-1-61,0 14 1,-1-2 0,1 3 270,0-7 1,0 2-267,1 6 1,1 2-88,1 6 0,2 3-50,3-14-22,20 2-34,5 24-11,24-1 5,-23 18 1,1 5-1352,5 6 0,2 6 1332,2 4 0,1 7-30,-8 5 1,-1 6 0,-2 0 261,2 3 0,-3 2-255,4 11 1,-7 4-118,-16 5 0,-11 0 100,-7-10 1,-8 1-113,0-4 1,-5 2 0,-2-4 173,-9-3 0,-8-4-21,-6-3 0,-8-1 0,2-4-134,-6-1 1,-1-3-62,4-2 1,-3 0 0,3-4-664,-7-4 0,4-7-2997,11-9 0,4-5 3435,-13-16 0,30 2 0,16 4 0</inkml:trace>
  <inkml:trace contextRef="#ctx0" brushRef="#br0" timeOffset="30166">16389 11265 21943,'40'-12'255,"1"0"0,0-1 0,15-4 0,-6-1 81,-2-9-185,-16 6 297,-3-12-4465,-18 10 4191,0-10 814,-15 10-909,-7 4-23,-9 4-11,-8 6-23,-3 5-16,-2 10-6,8-1-23,-6 15 1,8 9 5,2 1 0,2 16 0,14-4-1131,5-7 0,1 2 1120,5 15-11,3-14 0,5-2-287,21 10 152,-8-19 1,4-2-169,7-2 0,4-4-137,5-4 1,3-3-24,2-4 1,1-5 193,0-5 0,-1-6 1134,-4-4 1,-2-2-794,-12 0 1,-1-4 220,8-14 1,-4-3-25,-13 6 0,-2-1 5,9-14 0,-2-1 0,-10 5 1,-2 1-82,-4 3 1,-2 0 108,-4 4 0,-2 1-28,1-11 3135,-18 2-3218,-5 25 236,-17 0-371,-7 27-17,4 4 146,4 12 0,0 6-152,10-6 1,1 1 2,-5 5 0,1 2-20,7 6 1,4-2 327,5-2-311,6-4 1,4-2 90,10-9-35,9 1 40,3-20-18,4-13 420,2-8-441,-5-3 234,5-12 35,-14 13-34,0-4-130,-10 13-144,-3 6-24,0 6 46,-1 17-40,0 11 0,0 4 1,0 5 8,0 3 0,1 1-695,-1 2 1,0 2 677,1-4 1,-1 2 0,-1 1-487,-1-1 1,0 0-1,-2 4 446,1-3 1,-1 2 0,-1 1 0,-1 1-86,-2 1 0,0 0 1,-2 0-1,-2 0-52,0 0 1,-2-1 0,-2 0 0,-1-1 59,-6 11 0,-3-2 1,-3-3 135,2-8 1,-3-3 0,-2-3 30,-12 7 0,-3-9 23,6-11 0,-1-12-1212,-3-20 0,4-9 1164,-7-11-11,23-5 0,6-7-222,13-6 1,7-4 204,5-10 0,4-4 0,-2 1 1,4-5-158,6 12 0,5-6 0,2-1 1,0 4-27,3 0 0,0 2 0,3-2-105,-6 10 0,2-3 1,1 0-1,0 0 1,0 4-482,2 1 0,-1 1 1,1 3-1,-1 0-1559,9-8 0,0 2 0,-1 2 2345,-7 8 0,0 2 0,-3 3 0,1 1 0,-5 4 0,3-2 0</inkml:trace>
  <inkml:trace contextRef="#ctx0" brushRef="#br0" timeOffset="30892">17631 10990 22032,'-34'2'455,"17"11"-254,34 22-78,3 8-16,1 13-12,-7 5-64,-7-27 0,-1 2-218,1 1 0,-2 1 229,1 9 0,-1 0-20,-1-9 1,-2-2 51,1-2 1,-3-2 82,-7 6 313,-9-22-246,-2-10-106,-5-16-62,9-8 11,-1-22-5,8-5-51,7 8 0,3-2-42,5 5 1,2 2 7,0-1 1,4 3-174,28-16-174,0 19 51,-14 13 0,2 2-830,31-1-396,-1 8-1889,-22 11 1,-1 2 2778,5 0-3040,7 9 4339,-25-13 2879,-8-3-840,1 0-1686,-11-2 829,-11 1-1411,0 0 542,-13 4 2631,9-1-3341,-7 4-197,12-2 51,2 0 56,11 1-84,3-1 22,21-1 6,21-4-73,-9-3 25,-5-4 0,-3-2-14,-9-3 45,19-17 67,-28-2-50,-3 0-45,-8 0 112,-15-1-117,1 17 61,-11-12-5,1 15 38,-9 1-117,7 6 6,-13 11-23,8 10-5,-4 6 5,-3 22-11,14-12 0,2 1-500,-10 21 427,10-6 1,4 1-567,14 3-389,4-15 0,4-2-2276,15 2 3304,16-7 0,-24-21 0,-1-1 0</inkml:trace>
  <inkml:trace contextRef="#ctx0" brushRef="#br0" timeOffset="31499">18450 11213 16163,'-2'-6'3764,"0"0"-3512,2 6 560,0 0-415,22 17-195,-7-9 128,32 15 24,9-17-119,3-3-84,-24-6 0,-1-1 29,5-5 441,-1-20-402,-24 11 301,2-27-279,-22 14 78,-15-15-229,-1 22 72,-18 1-100,19 16 107,-18 1-130,16 9-34,-8 7 12,10 11 0,1 11-11,4 10 5,6 8-22,10 5-62,17 2-475,-1-30 1,6 0-1047,9-1 1,3-3 1035,2-2 0,-2-4 0,16 5 1,-19-10-1</inkml:trace>
  <inkml:trace contextRef="#ctx0" brushRef="#br0" timeOffset="33599">19755 11075 21702,'25'-28'-67,"5"4"-482,16 15 0,6 5 101,-21 0 0,4 1-2336,19-2 0,10 1 1,-10 5-306,-17 7 0,-3 2 3089,20-5 0,-15 6 0,-61 45 0,-3-35 0,-5-1 0,-16 11 0,-3 0 340,5-5 0,0-2 1822,3-1 0,2-2-678,6-2 1,3-2-410,-9 5 1197,14-7-1343,20-10-189,14-5-432,22-9-202,24-7-112,-19 2 1,1 0-196,-5 3 1,2-2-55,17-8 0,1-2-171,-16 8 0,-1-1-168,13-6 1,0 0-54,-16 5 1,-4 1 464,14-12 64,-19 5 275,-18 4 341,-15 1 444,-9 1 660,-13-5-1076,9 7 488,-11-7-123,11 10 615,-4-2-772,5 3-106,6 3-124,5 1-292,5 1 337,0-4-235,-1-2-40,-6-8-167,0 3 72,-7-9-11,-2 4 106,-9-7-89,5 7-28,1 3-89,13 11 72,1 2-34,7 4-128,0 0-85,3 2 118,9 8 1,7 6-12,16 11 0,15 9 0,-17-13 0,1 2-563,3 3 1,-1 3 551,1 3 0,-2 2-6,-4 2 0,-5 4-3,-6 10 1,-6 2-46,-5-16 0,-4 0-470,-10 15 1,-8-1-3147,-1-16 1,-3-2 3680,-2 4 0,1-3 0,-9 9 0,14-21 0</inkml:trace>
  <inkml:trace contextRef="#ctx0" brushRef="#br0" timeOffset="34782">21692 10856 17927,'-1'-5'3372,"-1"1"-1921,2 4-1451,-1-33 28,8 36 11,2-16-5,8 50 10,1 9-8,-11-14 1,-1-1-9,1 12 67,-6 13 51,-9-25 44,-5 3 522,-8-8-472,8-13-32,1-4 66,9-16-145,0-6-51,1-16-22,6-14-28,2 7 0,2-1-286,5-17 280,4 3 1,2 3-12,-1 7-6,-4 9 1,2 2 6,15-6-1,4 12-17,2 1 3,-4 19 1,0 4-15,3 6-121,2 1 0,2 4 116,18 13-26,-15-2 1,0 2-99,-8-2 0,-3 3-1299,6 10 0,-5 3-2910,-14-9 1,-4 1 4354,-1 2 0,-3-2 0,-3 1 0,-7-13 0</inkml:trace>
  <inkml:trace contextRef="#ctx0" brushRef="#br0" timeOffset="34984">22739 10940 21875,'41'-27'-1190,"-1"1"1,1 0-1,-1 0 1,1 2 0,-5 7 1189,24 7 0,-20 3 0,-15 3 0</inkml:trace>
  <inkml:trace contextRef="#ctx0" brushRef="#br0" timeOffset="35792">23488 10575 14465,'-3'-2'5406,"1"1"-2404,2 1-2420,-31-22-442,23 16 96,-23-17-18,30 22-117,1-1 78,1-2-117,2-1 22,1-4 84,3-6-96,-2 4 24,1-6 262,-4-2-117,0 3-22,-1-4-40,-1 9-61,0 5-90,0 4-28,0 1-6,2 11 40,1 9-6,3 16-45,2 9-17,-2 9 17,1 1 17,-4-10 0,-1 6-3380,-4 1 3374,0-15 40,-2 4 72,1-34-50,2 0-22,0-14-51,2-8 56,-3-23 0,-2-8-14,1 12 1,-1-1 1551,-2-19 1,1 0-1573,-1 19 1,2 3 5,-1-17 1,3 15-7,2 5-5,0 20-11,0 1-62,0 13 84,0 12-22,0 29 5,0-13 1,0 2 2,0 2 0,0 1-40,1-1 1,-1-2 3,2 7 27,5-1 63,2-13-51,-1-5 45,-1-8 89,-3-15-84,-1-12 317,-1-1-322,1-31-22,-2 17-15,-2-9 0,-1-3 26,-1-10 2,1 15 1,-1 1-15,2-9-27,0 15-51,0 14-17,1 11 39,-1 14 1,1 12 27,0 3 0,6 27-44,1-9-359,-2-12 0,0 3-3986,-1-2 0,-1 0 4395,-5 25 0,1-20 0,-3-17 0</inkml:trace>
  <inkml:trace contextRef="#ctx0" brushRef="#br0" timeOffset="38799">14340 13898 16947,'17'-46'1476,"0"1"1,0-4 0,-4 4-328,-9 6-841,-2 2 162,-7 6-100,-11 22-303,1 2 45,-31 32-81,18 1 0,-1 7-26,2-1 1,0 3-1,0 3-576,1 4 0,0 1 0,3 1 568,-4 14 1,7-1-1,8-6 0,9-4-3,9-14 1,8-5-6,20 1 0,9-7 16,-6-9 1,3-4-149,6 0 1,2-7 170,7-19 0,-4-8-531,2-7 528,-6-3 1,-2-3 7,-10-5 40,-11-4 0,-3-2-23,-7-7-5,-8 3 0,-5-2 5,-8 19 1,-3 0 10,-4-6 1,-4 1 30,-12 1 1,-5 6-57,3 10 0,-2 5-14,-9 2 1,1 7 1142,-14 10-1149,-3 17-55,25 12 16,2 17 1,17 13 5,15-27 0,6 2-81,9 10 0,5 0-59,3-8 1,4-1-493,10 6 0,3-5 489,-11-14 1,4-5-396,22 3 1,7-8-115,-5-10 0,2-5 553,-14 0 0,1-1 1,-1-3 83,-2-4 0,-1-4 1,-3-2 36,5-9 1,-5-4-7,2-9 1,-4-2 115,-9 7 0,-4-1-34,-2 2 0,-4 0 322,3-18 407,-13 18-401,-6 8 798,-7 10-916,-23 36 702,2 7-957,4 2 1,2 2-26,-2 10 650,7 15-627,25-24 16,14-13 0,4-2-27,12 2 7,13-12 1,1-7-279,-5-10 304,5-6 0,1-6 33,-3-13-27,-17 8 0,-3-1 22,-3-7 235,-13-12-101,-19 17-55,-7-9-51,-13 13-40,0 6-60,4 8-24,4 2-27,10 7 75,0 0-697,9 7-1036,8 0-2129,13 3-4418,15-4 8244,1-2 0,-12-2 0,-11 0 0</inkml:trace>
  <inkml:trace contextRef="#ctx0" brushRef="#br0" timeOffset="39024">16127 13217 22021,'-4'-44'840,"1"-1"0,-1 2 1,-3 11-679,1 25-123,-4 11 6,5 19-22,-1 7-7,1 31-1712,2-14 0,0 2 1693,-1 6 1,0 2 2,1-8 0,-1 2 0,0 0-885,0-3 0,-1 0 0,1-2 577,-2 12 0,0 1-1967,1-3 0,0 3 0,0-6 102,2-13 0,1-1 2074,0 5 1,1 2-1,0-9 1,2-7-1,1 2 1</inkml:trace>
  <inkml:trace contextRef="#ctx0" brushRef="#br0" timeOffset="39192">15904 13845 20817,'-35'-42'562,"0"0"0,12-3 0,14 7-562,28 18-36,9 3 0,5 1-2939,0 7 1,0 1 2705,2-2 0,0 1-179,1 2 0,2 0-4211,15-1 0,0 1 4659,-14 3 0,-2-1 0,7 0 0,-5 0 0,-6 2 0</inkml:trace>
  <inkml:trace contextRef="#ctx0" brushRef="#br0" timeOffset="40634">16657 13707 16740,'3'-63'1751,"-1"0"0,1 5 0,-2 4-1244,-2 17 0,0 3 255,-2-24-230,-2 17-263,0 15-208,2 13-66,1 16 10,1 16 7,2 39-12,-1-9-251,1-4 1,0 1 247,-1-10 1,-1 1 13,0 9 0,-2 2-14,1-1 1,-1 1-1,-1 3 0,-1-2 11,0-11 1,0-2 19,-4 19-34,-1-40 6,4-30 6,-1-20 5,4-2 39,-1-25-22,2 0-1438,1 11 1,1-1 1429,0 16 0,1 0 30,2-21 0,2 2-125,3 10 89,0 7 0,2 0 2,9 1-27,10-1 6,7 11 16,22 12-17,-15 11-5,-9 8 0,0 5-6,17 22-219,-19-8 0,1 5 225,-1 5 0,-1 1 5,-7-7 0,-2 3-8,2 19 0,-7 3 8,-13-15 1,-7 0-1,-3 18 1,-10 0-3,-7-19 1,-6-1 0,-1-4-16,-2 2 1,-3-3-46,0-5 1,-2-1 0,0-5-289,-7-7 1,3-4 131,6 0 0,1-2 972,-8-6 0,5-7-5301,9-18 3797,7-27 0,12 23 0,12-6 0</inkml:trace>
  <inkml:trace contextRef="#ctx0" brushRef="#br0" timeOffset="42682">17358 13613 21937,'-3'37'636,"-1"1"0,13 17-283,37-72-180,3-8-77,0-5 88,-11-8-21,-16-1-40,0-14-17,-12-2 34,-8 4 90,-13 5-118,-2 18-56,-8 9-17,-14 25-22,13 2-23,-19 28 1,23-4 10,-3 23 7,12-12-29,5 16 0,6-22-25,6 0 0,6 2-185,13-2 0,4-1 90,-7-4 0,2-2-232,9 1 1,3-7-421,23-10 467,-27-9 0,3-4 72,20-7 1,1-5-276,-9-2 0,-1-4 536,6-8 1,-4-3 7,-20 9 1,-3-5-759,-1-12 1,-1-8 0,-4 5 940,1-10 47,1-10 0,-7 5 252,-20 28 210,-18-14-409,-6 26-184,-8-3 78,-19 25-140,14 8-48,12-1 1,1 2 2,-13 21 0,9 8-22,11 2 22,11-2-5,16-5-12,12-9 697,14-10-657,8-10-12,-8-10 3432,5-12-3325,-6-19 16,-2-6 35,-4-9-62,-15 14 218,-6-4-196,-3 19-112,-1-1-11,-3 22 11,-2 16-17,-6 27-6,4-13 1,-1 1-439,1-3 0,0 3 431,0 9 0,-2 5 0,1-1-2,3-9 0,-1-1 1,0 6-60,0 3 0,-2 8 1,0 2-1,0 0 0,-1-5-761,1-3 1,0-4-1,-1 0 1,-1 2 512,-1 0 1,0 3 0,-1 1 0,-1-3-1,-2-4-494,-6 9 1,-3-6-1,-2-2 26,-1-5 1,-2-3-1,0-4 810,-12 7 0,-1-9 198,9-12 1,0-10 201,-13-25-117,20-33-239,18 9 1,5-4-180,6-12 1,6-3 95,0 13 1,3-1-1,4-4 2,2 6 1,4-5-1,3 0 1,0 1-1,-2 3 183,2-5 1,-1 3 0,4-3-191,-2 6 1,3-4 0,2-1 0,-2 4 0,-3 7-25,3-4 1,0 4-13,2-3 1,2-2-1,-1 3 38,3-5 0,1 1-29,-9 9 1,2 0 0,-2-1 29,1-3 1,-2 0 0,0-1 55,-4 1 1,-1 0 0,-1 2-225,4-9 0,-4 1 570,-3-4 0,-5 7 747,-6 14-393,-12-4 1310,-5 26-1832,-10 9 760,5 3-811,1 19 657,10 0-740,5 16-56,8-9 19,5-2 0,3 1-6,-2-3 1,0 0-474,7 15 0,-1 3 459,-3-3 1,-2-1-17,-3-7 0,-1 0 25,0 14 0,-2 0-408,-3 11 397,-2-20 0,-2-1 75,-8 7 45,-5-17 12,-5-13-51,-3-15 927,-8-34-955,5-7-56,8 4 0,2-4-156,4 2 0,4-1 170,0-3 0,2 1 14,5-23 11,4 27 1,3 2-40,11-5-540,18-10 512,-8 25-98,0 10 1,2 3 85,19 2-30,-12 2 0,0 3-70,-6 4 0,-1 2-106,18 3-474,-15 3 1,-2 2-699,14 5 581,-16-5 0,1 0-429,10 0 1615,-12-6-253,-15-7 218,-9-1 257,-9-4 745,-4 1-453,-4 2 125,-3 2-322,0 2-156,-1 0-191,0 4-129,2-1-106,3 5-28,3 1-16,5 1-12,6 3 16,6 0 7,11-1-46,0-3 35,11-5 4,-3-6 18,17-11-28,-9-6-29,-6-4 90,-11-13-67,-15 9 0,-5-10 73,-24 5-50,-1 15 11,-15 3-6,8 18-51,2 6-16,0 9-6,4 8-11,6-1 0,2 24 12,10-11-24,6 20-10,13-12-45,11-5-124,8-5-190,6-10-381,6-11-458,7-11-310,8-14-110,2-9 1002,-4-9 498,-10-5 196,-10-2 11,-14 7 415,-1-13 207,-14 12 285,2-12 29,-11 14-213,-2 6 65,-4 9-513,-2 6-224,1 4 38,-5 10-83,2 10-62,1 1 6,3 12 6,6-14-7,6 10 18,14-4-6,3-4 11,13-5-11,-3-16-17,-5-4 34,14-21 0,-15 0 11,9-19 33,-21 5 1,-4 0-28,2-5-6,-6 6 0,-5 3 51,-11 15 16,-10 0-17,-12 11-5,-8 9-48,9 12 1,2 4-21,-13 15-22,16-4 1,5 5-4,9 5 0,5 1-11,2-2 1,3 0-7,1 0 1,4-1-169,5 0 0,3-2-243,17 16-438,-8-19 1,3-2-1871,2-3 1,2-4 1901,21 7 1,-24-15 0,-14-8 0</inkml:trace>
  <inkml:trace contextRef="#ctx0" brushRef="#br0" timeOffset="43076">19976 13452 18761,'-3'-1'2801,"0"1"-1932,3 0-847,63-54-168,-13 33-807,-16 2 1,6-5 0,-1 7-2784,8 8 1,-2 6 3735,-2-1 0,-2 0 0,15 0 0,-26 3 0</inkml:trace>
  <inkml:trace contextRef="#ctx0" brushRef="#br0" timeOffset="43465">20180 13623 23164,'54'-7'37,"0"-1"1,0-1-1,-2-2-54,-5-5 1,-3-2-631,-9 5 0,-1-3 647,2-3 0,-4-4-9,-9-4 1,-3-3 3,12-16-8,-22 3 0,-10 1 52,-21-2-5,-7-9-1309,-1 28 0,-2 5 1359,-1 1-905,1 2 0,2 2 1022,10 6 292,-5-2-90,18 8-121,3 1-254,2 4 2269,11 17-2292,-3-3 6,8 13 1,1 3-7,1 5-13,3 13 0,-1 6 1243,-9-19 1,-1 2-1287,2 18 1,-2 1-115,-6-20 0,-5 0-4751,-10 18 1,-6-2 4860,4-24 0,-1-1 0,-2 6 0,1-3 0,-1-9 1</inkml:trace>
  <inkml:trace contextRef="#ctx0" brushRef="#br0" timeOffset="44033">21958 13319 16482,'1'-10'2719,"2"-26"0,-1-3-2242,-4 15-178,3-16 1,-7 3 81,-16 25-308,-5 11-23,-9 20-3414,4 24 3387,8 2-9,12-9 0,2 2-74,5-7 0,2 2 85,6 15 1,5 1-15,3-10 0,4-3-3,2-1 1,5-2 2,17-4 0,5-7 17,-11-10 0,0-2-3,6 4 1,2-5 63,2-12 1,-4-8 61,8-14-64,-17 2 0,-4-3 2,-1-17-8,-17 12 1,-6-2-10,-5-7 1,-5-1-31,1 0 0,-4-1 14,-6-5 0,-2 4 0,-12-9 8,3 27 1,-3 4-31,-17 4-34,-10-1-51,3 26-1668,6 22-8112,7 9 8553,8 2 0,23-16 1,9-18-1</inkml:trace>
  <inkml:trace contextRef="#ctx0" brushRef="#br0" timeOffset="45466">13292 10206 16924,'-2'-11'493,"1"3"-224,1 8-185,0 0-56,-64 17-22,40-4 16,-24 7 0,-1 5-629,9 7 632,8-8 1,-2 0-12,1-4 0,-1-1-26,-5 0 1,-3-1-342,-4 1 0,-1-3 333,-3 0 1,-1-3 24,1-1 1,1-1 11,5-3 0,2-1-34,7-2 0,3 0-151,-14 5-39,19 2 123,12 5 84,4 7 457,2 10-429,-4 10 17,-1 9-1,5-14 1,0 1 19,2-2 1,0 1 120,-1 21 0,0 4 82,3-10 1,0 2-141,0 5 0,0 5 0,1-5-761,0 0 1,-1 3 689,1-16 0,0 7 0,0 1 0,0-1 0,0-6-778,0-4 1,1-4 0,-2 6 762,1 3 0,-2 8 1,0 2-1,1-2 1,-1-6-12,1-2 0,-1-5 0,-1 7 11,1-6 0,-2 7 0,0 4 0,-1 0 0,0-2 0,1-3 51,-3 7 1,1-4-1,-1 0 1,0 2-31,1-5 1,0 2 0,0 1-1,-1 0 1,0-1 148,0 2 1,-2 1 0,1 0 0,-1-2 0,1-1-29,-2 4 1,1-2-1,0-1 1,0 1-126,0 0 1,1 0 0,-1 0 0,0 1 46,-1 2 0,0 1 0,1-1 0,0-4-318,2-2 0,1-4 0,0 4 277,1 5 1,0 3-1,0 1 1,1-4-56,1-4 1,0-2-1,2 1 10,3-2 1,0 3 0,2-1-1,4-6 1,8 11 0,6-5-28,-1-10 1,3 0-1,2-4-3,4 5 0,8-5-29,5-12 1,7-3 0,3-7-278,0-8 1,4-7 0,1-2-343,-7 1 1,2 0 0,2-3 0,0-2 658,8-7 0,3-3 0,-3-2 0,-7 1 0,5-1 0,-6-1 0,-1-3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6:08:07.8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2556 1869 23965,'0'-60'157,"1"43"-107,0 64-28,-1-9 1,1 1-1,0 19 23,-4-15 0,-3 0 0,-4 9-12,1-17 1,0-2 179,-5 2 212,6-18-60,4-17-264,3-9 151,13-35-107,6-6-509,-1 9 0,1-1 428,3 0 1,2 0 10,1 0 1,1 0 5,-1 3 0,1 3-42,-6 10 1,1 1-98,5-1 1,0 3 101,10 1-55,16-1 11,-8 22 0,2 15-17,1 17 11,-21-7 1,-2 4-82,1 15 0,-2 3-371,-7-13 0,-1 1-388,0 18 1,-3-2-1289,-4-2 2134,0-6 0,-1-4 0,-2-11 0,4 9 0</inkml:trace>
  <inkml:trace contextRef="#ctx0" brushRef="#br0" timeOffset="210">3620 1835 20744,'-3'-3'3193,"1"1"-2655,2 2-600,73-52-588,-20 36-605,-16-2 1,5-3 0,-2 6-3662,-1 11 1,-3 4 3150,17 0 1,-19 0 0,-25 0 0</inkml:trace>
  <inkml:trace contextRef="#ctx0" brushRef="#br0" timeOffset="376">3839 2076 25309,'44'-15'-3038,"-1"0"1,1 1-1,-1 0 3038,-5 2 0,-4 1 0,11-4 0,-22 8 0</inkml:trace>
  <inkml:trace contextRef="#ctx0" brushRef="#br0" timeOffset="1149">5258 1623 17770,'2'-5'4044,"0"2"-1193,-2 3-2761,10-37 111,-10 28-128,3-26-34,-13 37 12,-16 5 55,-26 8-84,-8 0-127,22-6 0,-1-1 166,-20 2 35,14-4 27,14-4-95,16 0-11,8 0-11,5 1 16,2 6 6,-1 7 211,1 9-211,1 9-17,0-2 28,4 23 23,-1-13-29,1 19-5,-2-15 40,-5-6-35,-1-13 124,-9 2-79,5-17 208,-12 4-96,9-13-44,-6-7-73,7-2 95,1-18-146,6 9 1,16-30 21,8 17-21,19-13-18,-8 19 35,27 3-29,-26 13-6,8 2 1,4 5-1711,-12 5 1,-1 3 1698,1-3 1,0 1-48,-2 8 0,-5 3 20,-5 10-23,-10 20-45,-22-6-11,-10-2-392,-25-3-684,-1-12 46,-1-1 1142,8-13 0,3-2 0,11-3 0,-18 0 0</inkml:trace>
  <inkml:trace contextRef="#ctx0" brushRef="#br0" timeOffset="1367">5297 1559 25702,'51'-16'373,"0"0"0,-5 1 1,-6 4-240,-11 4-106,-10 3-50,1 2-1098,-7 6 1120,2 4 0,-8-2 0,-3 1 0</inkml:trace>
  <inkml:trace contextRef="#ctx0" brushRef="#br0" timeOffset="8550">2286 3847 22313,'18'1'448,"-4"20"-395,-14 11 0,-3 4-13,-1 22-24,0-17 1,0-1 11,-2 3 34,-1 10 419,5-33 483,2-19-869,4-9 11,6-23 40,5-8-12,5-19-73,-8 26 1,0-1-169,-1 1 1,1 0 218,12-27-61,-1 12-57,1 12 12,-5 14 5,13 9-22,-4 13 11,16 10-17,0 14-17,5 13-25,-23-15 1,-1 2-99,2 2 0,-2 0 230,15 15-759,-11-14 0,0-4-720,12 0 574,-12-9 1,2-5-491,21-14 834,3-17 488,-11-6 291,-14-1 1,-3-5 1046,-8-4 1,-3-1-1053,1 8 0,-2 0 246,1-30 549,-21 46-812,1 6-241,-4 2-34,3 14 12,2 6-6,1 13 0,8 6 11,6 7 11,9 1-3375,16 2 3365,-8-17-1,7-4-67,11-20 79,-3-14-4,-12 1 1,0-3 13,-5-5 1,-2-2 16,-1-3 1,-2-1 95,13-27 33,-12 2-17,-12 2-22,-11 6-28,-6 7-56,-3 8-61,-1 10-135,4 8 3205,3 9-3412,2 6-4429,7 19 4776,7 3 0,-4-3 0,3-7 0</inkml:trace>
  <inkml:trace contextRef="#ctx0" brushRef="#br0" timeOffset="9409">4039 3738 24508,'6'24'51,"0"-5"-57,-1 19 6,1-6 6,2 5 5,1-2 45,-1-14 28,-2-6 145,0-15-61,1-11-95,1-1 297,5-35-196,-7 11-17,4-27-84,-7 25 72,3-6-61,3 12-33,7-5-29,9 9-3397,21 6 3380,-12 12-31,21 11 31,-23 18-16,6 17 0,-9 15-170,-19-21 1,-2 1 180,-2 1 0,-3 1 3,-3 1 0,-2-2-133,-5 29 130,-3-13 3163,4-16-3073,3-17 0,4-15-45,5-18 500,4-15-514,-1 3 0,2-2-14,3-14-74,-3 12 1,1 0 101,4-4-39,2 0 16,11 0 1,8 16-29,6 4-5,0 11 11,-11 11 0,3 12 0,2 9 0,8 14-6,-6 9-5,-22-18 0,-1 0-123,5 19 134,-6-5 0,-4-17 23,-1-17 16,6-5 17,7-18-11,8-15-6,-8 0 0,-1-2-5,11-14 22,-10 2 0,-1-2 56,-4-8-14,-7 17 0,-4-3 282,-7-3 1,-5 2-201,-2-4 461,-10-12-557,10 43-67,4 5-17,3 6 11,8 16-22,8 10 11,16 25 0,-11-20 0,3 1-546,4 4 0,2 0 532,2 1 0,1-1-12,-1-2 1,-1 1-34,-4 3 1,-3-1-4,3 11-145,-20 13-1898,-50-19 497,5-8 1608,-11-14 0,-1-6 0,17-6 0,-20-1 0</inkml:trace>
  <inkml:trace contextRef="#ctx0" brushRef="#br0" timeOffset="10094">6008 3587 24077,'33'-13'-398,"0"0"1,22-7-2712,-9 18 0,1 4 1977,9 2 0,-23-3 0,-2 0 0,-8 3 0</inkml:trace>
  <inkml:trace contextRef="#ctx0" brushRef="#br0" timeOffset="10259">6126 3774 16292,'-5'3'6480,"0"-1"-4425,5-2-1948,-11 14-169,42-19-1108,11 8 1170,9-13 0,2-2 0,7 0 0,-1 1 0</inkml:trace>
  <inkml:trace contextRef="#ctx0" brushRef="#br0" timeOffset="11316">7715 3243 19893,'0'-7'3047,"0"2"-2375,0 5-347,-42-64-219,15 45-72,-17-13 0,-3 6-29,6 32-2,10 0 0,0 3 19,-15 17-1699,12-7 1,0 2 1682,5-4 0,0 0 5,-11 6 0,-2-1-110,9-8 1,2-3 126,-21 8-22,-5-5 139,34-13 46,1-3-40,10-2 3192,8-2-3299,4 1 320,3 3-347,3 5 123,3 13-50,-1 34-12,-4 13-293,-3-28 0,-2 2 251,-1 8 1,-2 0-6,-1-5 1,1 0-418,-2 12 1,1 1 390,1-2 1,1 1-6,3 7 0,2-1 0,0-19 0,3-1-1490,5 11 1,3-5 1472,8-7-166,13-9 1,4-4-800,11-5 982,-3-13 0,10-3 0,-10-2 0,0-2 0,-1-5 0,-1 0 0</inkml:trace>
  <inkml:trace contextRef="#ctx0" brushRef="#br0" timeOffset="11926">8766 3395 19944,'0'-5'3181,"0"0"-1249,0 5-1926,-9-52 10,1 40-4,-16-32-1,-7 60 0,-21 10 3,12-7 0,-2-1-3,6-2 0,-1-2-301,-5 0 0,2-3 312,-5 0 85,0-8-12,26-2-39,-1-1 12,16 0-40,3 0-28,2 14 608,0-3-563,1 38-6,-2-4-28,-1-8 1,0 2 10,0 16-8,-1-18 0,1 0 20,0 24-23,4-14 0,1-1 0,3 15 3,8-15 0,3-5-8,4-11-12,1-4 1,5-4-771,3-12 0,1-3-1891,22 6 1988,-14-12 1,-4-2 0,-11-1 0,0-4-1</inkml:trace>
  <inkml:trace contextRef="#ctx0" brushRef="#br0" timeOffset="12349">9366 3634 22352,'0'-56'1133,"0"-1"1,-2 6-1,0 7-892,-2 11 179,-2 7-370,3 18-61,0 5 33,6 20-16,1 5-6,5 28 17,0 11-741,-5-7 1,-1 5-76,-4-4 1,-1 1 798,-1-7 0,-1 2 0,0-6 0,0-9 0,-1-4 0,-4 27 0</inkml:trace>
  <inkml:trace contextRef="#ctx0" brushRef="#br0" timeOffset="12559">9778 3905 21321,'0'-4'3008,"0"0"-2342,0 4-811,15 24-1591,-12 6 1736,10 28 0,-13-27 0,-2-2 0</inkml:trace>
  <inkml:trace contextRef="#ctx0" brushRef="#br0" timeOffset="13692">10811 3372 17944,'0'-6'4957,"0"2"-3154,0 4-1652,-8-52-111,1 40-1,-13-35-17,-17 65-5,-11 5-11,-6 4-160,21-12 1,-1-2 170,-21 6 0,3-2 72,-3-8 57,31-9-45,0-6-28,18-4-28,6-2 289,3 3-311,1 5-34,1 4 22,-1 9 11,2 8 17,-3 11 34,0 8-17,-4 7-17,-3 4 1,-4 3 10,-7 0-22,2-11 34,-10 5 27,-5-9 62,1-4 309,1-7-270,15-17-56,7-7 62,5-11-128,8-2-18,8-11-28,12 1-10,0 4-29,27-5 39,-13 12-11,9 0-11,5 14-16,-11 16 21,0 0-10,-5 15-18,-22-8-10,-2 8-51,-11 1-812,-30 14 336,7-21-203,-18 7-2059,8-25 2822,0-3 0,8-2 0,4-4 0</inkml:trace>
  <inkml:trace contextRef="#ctx0" brushRef="#br0" timeOffset="14100">11160 3328 17507,'39'-23'135,"0"0"1,0 0 0,15-9 0,-4 6 2618,9 9-2580,-20 7-23,-12 2 1042,-19 6-1142,-6 2 626,-2 0-649,1 6 2360,1 2-2365,4 9-1,1 0 17,8 12-11,4 7-5,9 18-425,-12-21 0,0 2 416,1 4 0,-1 2 2,0 2 1,-3 2 3,-3 0 0,-3 1 5,-5-1 0,-4 0-3,-5-2 1,-5-1-4,-12 6 1,-4-2-23,0-11 0,-3-2-173,-6 2 0,-4-5-2470,0-11 0,1-6 2646,-17 3 0,11-9 0,32-7 0</inkml:trace>
  <inkml:trace contextRef="#ctx0" brushRef="#br0" timeOffset="14484">12265 3933 22139,'-4'-3'2039,"1"1"-1821,3 2-223,-5 33-74,4-14-3847,-8 40 3078,3-26 0,0-6 0,0-11 0</inkml:trace>
  <inkml:trace contextRef="#ctx0" brushRef="#br0" timeOffset="15077">13269 3301 19266,'-6'-44'1295,"0"-1"1,0 3 0,-3 11-1106,-2 25-117,-6 1-45,-9 12 6,-13 7-6,-16 11-402,21-11 1,-1 1 389,-3 0 1,-1 0 83,9-4 1,-1 0-70,-11 1 0,3-1 8,3-2 107,-18 1-158,41-8 1,2 1 45,10 2 50,3 15 524,0-3-457,3 24 56,-1-4-28,-1 19-689,-1 6 571,-2-9-2,0-21 0,1 2-125,2 0 1,1 1 112,1 2 1,0-1-23,0-2 0,1 0 25,5 5 1,2-2 22,13 11-57,-11-18 1,3-2 34,28 12-62,-1-20-516,-8-10 1,4-4-1065,-3-6 0,-1-3-445,1-2 0,-1-1 2036,-1-5 0,-6-1 0,-4 2 0,-2 0 0</inkml:trace>
  <inkml:trace contextRef="#ctx0" brushRef="#br0" timeOffset="15284">13696 3431 24088,'3'-43'605,"0"-1"0,1 3 0,-3 14-554,-4 25-18,0 16 18,0 16-29,-1 22-11,0 0-551,-3-2 0,-1 3 534,0-13 1,-1 1-166,-4 18 0,-1 0-686,2-11 0,1-3-222,2-11 1,2 0 1078,1 3 0,3-4 0,1-10 0,1 7 0</inkml:trace>
  <inkml:trace contextRef="#ctx0" brushRef="#br0" timeOffset="15509">14251 3702 21853,'1'-4'3350,"-1"1"-2891,0 3-442,4 24-22,-7 4-247,-2 26-2073,-10 3-7506,-3 1 7753,5-17 1,3-13 0,8-21 0</inkml:trace>
  <inkml:trace contextRef="#ctx0" brushRef="#br0" timeOffset="15959">14768 3365 24973,'-1'-43'480,"0"0"0,1 4 0,-1 10-435,1 23-34,0 6 39,-3 23-22,-3 12-17,0-5 1,-1 4-4,-4 12 0,0 3-1693,1-6 1,1-1 1684,-1 0 0,2-1 2,2-8 1,5-3 9,8 8-40,9-4 72,17-16 40,13-17-33,14-18-15,-25 2 1,-1-3 19,4-5 0,-2-1 1684,-7 4 1,-2-3-1551,9-10 1,-3-1 111,2-7-151,-13 15 1,-2 1 94,-4 3-151,-9 12-50,-9 15-22,-2 4 5,-11 20-28,-7 24 5,9-23 1,0 2-227,1 0 0,-1 0 218,1 2 1,0-1-71,-5 21-227,7-15 1,1-1-283,-1 10-3300,3 11 3882,15-41 0,-6 3 0,7-16 0</inkml:trace>
  <inkml:trace contextRef="#ctx0" brushRef="#br0" timeOffset="16359">15605 3289 25550,'14'-46'172,"1"0"0,1 3 0,6 10-133,25 20 6,11 3-29,-19 7 1,1 1 8,6 0 1,-1 2-18,-8 0 0,-1 1-8,25 1 23,-34 6-12,-18 0-28,0 2 40,-8 5 5,-3 2 0,-1 7-6,0 5-5,1 6 0,2 9-12,3-8 9,2-3 0,1 1-8,7 18-9,-4-13 0,2 2 3,1 1 0,-2-2-11,3 17-14,-7-18 0,-6-2-127,-25 10-13,3-19 0,-5-2-408,-10 0 0,-4-4-354,-4-2 0,-3-3 284,-5-2 0,2-3 0,-6 1 0,8-7 1</inkml:trace>
  <inkml:trace contextRef="#ctx0" brushRef="#br0" timeOffset="16783">16972 3881 21663,'0'-4'2201,"0"0"-2066,0 4-141,0 79-184,-4-35-2353,1-2 1,-2 8 0,-2-4 2542,-2-8 0,-1-4 0,1-1 0,0-3 0,-3 5 0</inkml:trace>
  <inkml:trace contextRef="#ctx0" brushRef="#br0" timeOffset="17627">18032 3194 23903,'-32'-47'53,"7"26"1,-3 7-26,-14 18 0,-9 1-6,17 0 1,1 0-18,-10 2 1,-8 0-6,13-2 22,22-3-5,-1 0 0,12-2-6,3 0 17,2 0-17,0 2 28,-1 3-5,0 1 78,-3 9 230,-2 13-74,0 9-10,-1 17-28,3 5-118,3-25 0,1 2 39,-2 14 1,1 1-518,0-16 1,0 1 407,-3 16 0,-1-2-14,-1-2-9,0-11 1,1 2-206,2 19 194,2-25 1,4 1 2,9-1 1,6-3 16,29 10-26,-20-24 1,5-5-210,26-6 0,4-8-2380,-9-1 0,0-3 2587,-7 2 0,2 0 0,-5-1 0,-3 0 0,-7 0 0,8-2 0</inkml:trace>
  <inkml:trace contextRef="#ctx0" brushRef="#br0" timeOffset="18259">18797 3378 23198,'0'-5'2027,"0"1"-1175,0 4-852,34-41 0,-25 38 11,24-25 0,-34 44 12,-10 16 5,-2-13 56,-14 8-45,8-17 45,-11-8 0,11-11-6,-2-10 6,4-10-17,9-8-11,10-11-33,5 14-1,16-6-16,7 22 11,13 1-12,-5 8-16,16 12-9,-23 10 1,0 4 13,21 8-1696,-11 19 1,-7 5 1701,-13-2-6,-19 13 1,-11 2-571,-20-10 570,1-12 0,-7 0-30,-13 0 0,-2-5 27,19-12 1,-2 0-2,-10 4 1,-6 3 0,7-7 9,-8 0 36,8-8 1,5-7-4,17-13 29,4-26-1,28-1 12,15-15-6,12 11-27,5 8 3097,0 12-3126,-1 11-11,-10 9 11,13 21-22,-23-5-51,2 5 1,-1 2-169,-4 0-535,-2-2 1,1 2 764,15 18 0,-14-17 0,3 2 0</inkml:trace>
  <inkml:trace contextRef="#ctx0" brushRef="#br0" timeOffset="18444">19572 3750 25702,'-39'50'-1339,"7"0"1339,25-4 0,4-21 0,1-2 0</inkml:trace>
  <inkml:trace contextRef="#ctx0" brushRef="#br0" timeOffset="19032">20467 3176 20772,'1'-5'3115,"-1"1"-1878,0 4-1209,-24-32-17,-7 34-5,-28-20-6,2 42 34,1-2-12,8-4 23,11-8 28,9-5 17,8-4 72,6-2 51,5 0-23,3-1-111,3 1-51,2 1 11,1 1-33,0 3 27,-2 21 1,0 7-29,-2 21 29,-4 3 0,-2 1-18,1-14 29,-6 13-6,6-24 6,-2 10 0,4-22 173,4-9 141,2-8-130,6-8-61,7-16-3464,5-5 3340,0-4 35,2 1-29,-3 8-22,6-1-17,4 8-11,5 7-5,-4 7 1698,3 13 0,0 6-1715,7 12 16,-10-8 1,-2 1-23,1 21-12,-15-10-139,-13 10-638,-22-3-1934,-21-5 2751,12-20 0,0-3 0,-6 2 0,3-5 0</inkml:trace>
  <inkml:trace contextRef="#ctx0" brushRef="#br0" timeOffset="19500">20912 3118 25113,'55'-20'37,"-1"-1"0,-8 3 1,-6 5-38,-3 16-11,-10 1 28,7 1 11,0-1 0,9-1-6,-6 1-28,-5 0 18,-11 1-7,-12 3 6,-2 3-5,-5 2 39,-2 6 23,-1 9-57,0-5 17,2 16-11,9-1-6,5 6 8,-1-8 1,0-1-14,5 10-1,4 13-300,-6-9 323,0 4-14,-9-20 0,-3 0-9,-2 30-134,-18-26 0,-4-1-375,-11 12-1692,-4-14 1,-4-3 2195,-9 1 0,6-6 0,18-12 0</inkml:trace>
  <inkml:trace contextRef="#ctx0" brushRef="#br0" timeOffset="19992">21998 3780 22503,'4'-5'2784,"0"1"-2470,-4 4-197,0 0-111,40-27 0,-29 30 16,25 0-454,-42 26 1,-11 10 431,0 3 0,0 0 0,2-10 0,1-2 0,-10 14 0</inkml:trace>
  <inkml:trace contextRef="#ctx0" brushRef="#br0" timeOffset="20616">22997 3150 18112,'0'-5'4347,"0"2"-3132,0 3-1170,-26-42-23,-6 36-11,-16-31-8,16 40 0,-2 7 8,-7-2 0,0-1-3,8-1 1,0-1 19,-15 1 0,5-1 22,12-3-16,-3-1 11,25-1-40,7 1 29,1 3 39,1 8 39,0 11 33,0 15 23,0 18-84,-2-4 62,-1 0 0,-2 4-336,-1-13 0,0 2 231,1 3 0,0 6 0,0-5-30,0-4 1,1-3 4,6 13 1,6-4 6,24 3-12,-3-24 0,5-1-59,11-6 1,2-4-462,-6-4 1,3-4-1983,5-4 0,5-2 1,-5-2 2046,-3-1 1,-2-1 0,9 0 0,-5 0 0,-12-3 0</inkml:trace>
  <inkml:trace contextRef="#ctx0" brushRef="#br0" timeOffset="21183">23695 3423 20862,'-9'-3'2498,"1"0"-2173,8 3 134,0 0-263,4 14 84,-3-7 6,-3 12-57,-10-13-55,-10-2-22,-5-2-7,0-7 91,0-10-158,11 2 34,3-14-67,11 9 16,7-23-55,3 19 16,21-19-16,-4 25 16,22-1-27,-10 15-1,-1 7 1,-9 6-7,10 25 7,-14-9-4,1 9 1,-3 3 8,-8 0-11,-11 9 0,-6 1-1,-15-4-571,-5-12 0,-8 5 0,2-7 552,2-8 1,-1-1-21,-15 7 1,-6 2-1,3-4 96,7-10 0,1-3-20,-4 6 0,3-6 87,-1-17-16,35-15-18,11-13-33,5 4 5,17-6 17,9 6-61,-6 5 5,22 4-22,-19 18-6,17 9-78,-2 14-216,-20-7 0,0 2-855,4 2 0,-1 0-1780,23 14 2386,-24-16 0,-3-2 0,-6-3 1,0 0-1</inkml:trace>
  <inkml:trace contextRef="#ctx0" brushRef="#br0" timeOffset="21376">24315 3871 20504,'3'-5'4262,"-1"0"-2750,-2 5-1489,3-27-34,-5 28-1,-3-8-122,-5 40-679,-3 12-1847,6 4-549,3-12 2361,6 2 0,-1-26 0,2 2 0</inkml:trace>
  <inkml:trace contextRef="#ctx0" brushRef="#br0" timeOffset="21626">24810 3438 24587,'16'-42'621,"1"1"1,-3 3 0,-3 12-549,-5 21-56,-3 18 22,-1 21-22,-1 6 5,-4 7 0,-4 3-262,0-12 0,-2 1 234,-4 17 1,-2 0-314,1-13 1,0-2-203,2-4 1,1-1-2533,0 22-6778,16-14 8943,2-18 0,2-12 1,-5-11-1</inkml:trace>
  <inkml:trace contextRef="#ctx0" brushRef="#br0" timeOffset="22025">25249 3376 18800,'-1'-6'3771,"0"2"-2635,1 4-956,84-50-500,-36 37 352,-11-3 0,6-5 0,-3 8 21,-7 13 0,-2 4 59,31 1 17,-5 2-3977,-5 0 3854,-23-3 916,-3 5-872,-19 0-5,-1 2 56,-5 9 200,-6 11-229,2 7 12,-2 16 0,5 2-50,2-24 0,1 1 1542,1 1 0,1 1-1545,2 0 0,1 2 11,4 6 0,0-1-22,-3-5 0,-1-2-4,2-3 1,-5 1 56,-20 28-118,-2-34-138,-8-3 1,-3-3-344,-10-6 526,-16-7 0,0-2 0,17-2 0,1-3 0,0-1 0</inkml:trace>
  <inkml:trace contextRef="#ctx0" brushRef="#br0" timeOffset="22433">26722 4045 24284,'6'-50'580,"0"0"1,1 3 0,-3 12-469,-4 28-123,1 5 11,-6 21 17,-13 38-149,4-22 1,-1 3-2846,-9 14 1,-2 1 2976,3-10 0,1-3 0,-10 13 0,13-24 0</inkml:trace>
  <inkml:trace contextRef="#ctx0" brushRef="#br0" timeOffset="23192">27587 3421 23231,'16'-42'489,"-1"0"0,1 3 1,-6 13-412,-11 23-67,-1 3 0,-11 1 1,-14 3 10,-20 2-14,6 1 1,-3-1-4,3-1 1,0 0-1,-7 0 1,1 0 11,13-3 0,2-1 39,-15-2-23,20-1 74,11-3-62,12 3-40,0 0-33,4 2-17,0 12 68,2 9-18,-1 8 31,-2 4 1,-1 5-6,-3-5 0,0 2 2,-4 16 1,-1 3-1702,-1-5 0,0-2 1679,2-9 0,0-1 6,0 5 1,3 1-311,9-3 1,2-2 303,-1-6 1,3 0-199,13 9 1,7-5 144,2-14 0,5-4-1223,5-1 0,4-2 0,-2-1-256,6-1 1,0-2 1520,19-2 0,-7-3 0,-21-5 0,-2-1 0</inkml:trace>
  <inkml:trace contextRef="#ctx0" brushRef="#br0" timeOffset="25183">28189 3557 20072,'-1'-42'859,"0"0"0,-1 4 0,3 6-579,8 15-146,5 1-72,9-2-28,18 3-29,-10 6 1,10 4-12,6 11 1,-7 6-4,-8 3 1,-2 2-20,1 7 5,-3 18 35,-25-11 21,-14 9-10,-6-7 19,-18-7 0,-7-2 25,-14 2-39,16-8 0,-1-1 140,-14-5 201,21-8 203,-2-3-40,14-7-191,11-4-172,7-3-85,9 0-62,8 1-16,14 3-6,15 5-6,-2 6 1,1 3-7,21 3 9,-9 4 1,1 3-495,-14-1 1,-1 1 470,8 4 1,0 2-28,-8 0 0,-5 2-54,10 19-50,-43-3-25,-24-17 0,-10-2 61,-5-4 1,-2-1-216,-4-2 1,-1-1 147,-2-3 1,0-4-309,8-3 1,2-2-477,2-1 0,2-2-1907,-18-6 2156,32-5 0,15 8 1,2 0-1</inkml:trace>
  <inkml:trace contextRef="#ctx0" brushRef="#br0" timeOffset="25376">29035 3753 18947,'1'3'3293,"-1"-1"-3186,0-2 72,-7 85-936,4-53 65,-2 20 1,-2 1 691,-1-20 0,2-10 0,1-5 0</inkml:trace>
  <inkml:trace contextRef="#ctx0" brushRef="#br0" timeOffset="25983">29857 3487 24609,'-32'-34'168,"-4"8"-134,6 25 5,-29 1-34,25 0 15,-2 0 0,0 0-15,8 0 6,-15-2 1,32 1-12,-1-1-12,10 2 1,0 3 11,0 4 17,0 9 0,-1 10-6,0-1 34,-3 16 11,-4 7-23,-2 2-238,-3 7 217,5-24 16,-2 2 5,4-12 23,-2 0 163,3-9-34,3-7 532,3-6-460,3-8-173,-1-1 267,5-12-245,7-7-44,3-3-45,3 3-3364,13 4 3347,-13 14 11,30-1-11,-15 16 0,8 1-39,0 17-29,1 15 63,-8-7-7,-10-2 1,-5 1-17,-10 5 6,-2 6-370,-41 1-95,5-23-1961,-11-1 0,-3-2 2448,-3-5 0,-7 1 0,33-11 0</inkml:trace>
  <inkml:trace contextRef="#ctx0" brushRef="#br0" timeOffset="26451">30253 3401 18005,'-1'-8'3887,"-1"3"-3152,2 5-119,0 0-387,62-29-145,-24 20-62,0-7 1,2 2 50,9 12-45,-25 1-17,5 1 6,-20 0-17,-5 0 0,-3 0 11,1 1-11,1 1 6,1 2 50,7 7-28,-3 0 22,7 8-16,-5-1-1,-3 7-16,-1 6 5,-2 9 23,-2 9-28,-1-7 11,-3-6 0,-1 1-11,1 17-6,-1-14 0,1 1-6,3-8 1,1-1-20,2 0 0,1-1-47,8 27-79,-4-9-235,-20-11-1,-9-13-2310,-18-14 1,-7-5 2685,-14-1 0,23-3 0,3 0 0,3-2 0</inkml:trace>
  <inkml:trace contextRef="#ctx0" brushRef="#br0" timeOffset="26866">31133 3982 24984,'25'58'-303,"-16"-23"1,-7 1 302,-16-3 0,-3-2 0,1 13 0,-13-3 0</inkml:trace>
  <inkml:trace contextRef="#ctx0" brushRef="#br0" timeOffset="28026">8176 5465 23926,'-21'-37'125,"1"-1"0,0 4 0,-2 12-97,-20 31 11,-12 8-25,21-5 0,-1 0-300,-3 1 0,-1 0 294,-1-1 1,1-1-1,1 0 1,2-1 25,-22 3 115,18-4-188,19-6-34,13-1 39,6 0 46,4 1-1,3 5 445,7 6-434,3 9-5,0 11 17,-4 12 10,-6 14-19,-8-26 1,-1 2-18,-2 9 1,-1 0-9,1-8 0,0 0 0,-1-2 0,3-2-17,9 17-17,11-19-134,17-3-818,-2-19 1,3-5-1054,18-3 1389,-3-9 1,-4-2-1,-16 1 1,15-6 0</inkml:trace>
  <inkml:trace contextRef="#ctx0" brushRef="#br0" timeOffset="28460">8489 5416 17904,'0'-5'5350,"0"1"-3424,0 4-1903,3-39 55,-7 61-61,2-39 2,-2 42 1,-3 16 8,-5 14-243,4-18 0,1 1 226,2-1 0,0-2-11,-2 19 26,15 2-26,7-31 0,14 2 50,7-24 1,7-18 21,5-13-5,-23 9 1,0-3 27,0-2 0,-1-1-334,-1-3 0,-1 1 384,10-14 281,-12 13 1,-3 1-147,1-1-60,4-6-97,-16 22-123,-3 7 6,-3 14 16,-1 13-27,-2 17-1,-4 15-1326,1-12 1,1 1 1247,-3 20-2238,4 0 1,1-1-888,1 0 2905,2-8 1,1-4-1,-1-17 1,2-2 0</inkml:trace>
  <inkml:trace contextRef="#ctx0" brushRef="#br0" timeOffset="28676">9413 5766 22285,'0'-6'2576,"1"1"-1864,-1 5-673,10 26-28,-10-7-61,2 38-690,-15-10-1447,3-16 0,0 1 2187,-8 20 0,7-19 0,5-15 0</inkml:trace>
  <inkml:trace contextRef="#ctx0" brushRef="#br0" timeOffset="29276">10203 5475 25606,'-28'-33'43,"1"0"0,-10 5 0,0 11-37,-6 28-4,10-2 1,-1 1 14,-22 6 11,5-3-11,16-6 17,7-3 27,17-3 96,3 0-95,6-1 122,2 0-161,4 7-12,2 5 0,2 4 6,1 24-6,-5-16 0,-1 29-11,-8-1 0,1-9-6,-2-8 1,-1-1 33,-2 0-17,-1 5 34,1-15-11,7-16 27,-2 0 348,4-10-370,-1-3-5,4-10 5,4-4 6,12-14-28,-4 10 5,15-8-11,-7 16-5,10-2-23,7 6-5,9 5-4,-12 7 1,2 3 5,-3 1 1,0 1-530,6 4 1,-2 1 509,9 7-106,-10 15-12,-31-5-218,-15 16-527,-28-3-14,9-19 0,-1-1-821,-20 12 1737,14-14 0,2-3 0,10-4 0,-10 2 0</inkml:trace>
  <inkml:trace contextRef="#ctx0" brushRef="#br0" timeOffset="29776">10611 5323 18902,'-3'-1'3820,"1"0"-2437,2 1-1260,68-50-692,-29 33 608,7-11 0,1 3 11,-6 20 212,-7 3-251,-6 7 105,-2 4-133,0 6 17,2 5 45,2 3 310,0 6-333,-2 1 28,-3 4 23,-8 3 73,-8 4 33,-5 6-84,-5-9 163,-6 25-157,0-18-62,2-14 1,2 1-18,0 17-16,11-1-1,-1-11-16,15 20-11,-10-16-23,3 7-297,-23-4-3114,-34-2-2279,3-9 5056,5-12 1,2-5-1,9-7 1,1 0 0</inkml:trace>
  <inkml:trace contextRef="#ctx0" brushRef="#br0" timeOffset="30176">11959 5862 23416,'0'-3'2017,"0"0"-1933,0 3-242,-7 62-2563,-4-10 1870,3-3 1,-1-1 0,-2-6 0,4-16-1</inkml:trace>
  <inkml:trace contextRef="#ctx0" brushRef="#br0" timeOffset="30833">12806 5483 20050,'0'-10'3417,"0"2"-2877,-1-24 0,-1-6-164,2 12-21,-2-18 1,1 3-143,1 27-157,0 0-33,-2 20-7,2 4 40,-6 36-16,-2 3-24,2-11 1,-1 3-6,2-4 1,0 0-10,0 2 1,1-1-114,3-2 0,1-2 122,9 24-11,8-16 45,9-17 50,9-14-11,6-16-11,8-10 16,2-13 12,0-7-51,-12 6 141,8-14-124,-27 24 67,9-12-50,-19 23-50,-3 1-12,-3 11 207,-2 4-213,0 16-27,0 19-6,0 8-42,-2-17 1,1 2-544,1 8 0,1-1-65,-1-11 0,1 0-4249,2 18 1,1-2 4361,0-7 0,0 0 0,-5-30 0</inkml:trace>
  <inkml:trace contextRef="#ctx0" brushRef="#br0" timeOffset="31046">13766 6014 21646,'3'-8'2806,"-1"1"-2268,10-23 0,1-4-68,-6 11-316,7-12 0,-2 3-19,-10 24-113,-2 6-11,0 9 17,-5 17-33,2-1-23,-7 21-863,2 4-263,1-8 306,-1 21 0,6-43 0,-1 7 0</inkml:trace>
  <inkml:trace contextRef="#ctx0" brushRef="#br0" timeOffset="31483">14396 5461 25175,'-8'1'179,"0"1"-159,1 27 0,1 12-26,-2-6 0,-1 1-2618,-4 25 0,0 2 1680,4-15 1,-1-2 0,2-3-1,1-5 1,4-7 0</inkml:trace>
  <inkml:trace contextRef="#ctx0" brushRef="#br0" timeOffset="32244">12414 5260 10822,'2'-4'6239,"0"1"-2551,-2 3-3424,17-27 403,-18 22-606,8-18 223,-29 31-233,-8 1 44,-16 2-61,13-3 27,-18-3-27,26-4 853,-18 0-708,21-1 50,-2 0-55,16-1-129,6 1 16,2 0-21,6 3-7,1 7-5,4 11 51,-1 16-29,-4-1 11,-3 0 1,-2 3 39,-1 24-84,-1-25 0,0 3 22,-2 10 0,-1-1-447,0-14 0,0-1 411,0 16 0,0-2 3,-1 9-1,4 2-10,15-16 5,-2-8-129,28-3-1157,-6-26 1,3-5-822,-6 2 1,2-3 2106,18-2 0,-4-2 0,-13-2 0,1 0 0</inkml:trace>
  <inkml:trace contextRef="#ctx0" brushRef="#br0" timeOffset="33042">14913 5195 24419,'-32'-46'246,"8"10"-184,53 32-40,-4 2-11,8 2 17,17 0-5,-6 1-7,-11-2 1,1 0 50,25-3-265,-6-4 243,-17 1 235,-9-3 90,-19 6-347,-4-1-12,-9 5 0,-5 9 0,2 0-16,-1 6-1,-1 28 17,5 0-5,-3 16-6,6-27 0,2 0 22,8 23-11,-2-20 1,4 1-244,4-1 1,3-1 225,13 19-42,-3-14 1,0-1-171,4 9-612,-19-6 1,-8-2-475,-11-3-1424,-32 2 2728,7-29 0,1-4 0,3 1 0,-15 0 0</inkml:trace>
  <inkml:trace contextRef="#ctx0" brushRef="#br0" timeOffset="34192">15785 4986 18342,'43'-17'417,"0"0"1,-1-1-1,20-6 1,-7 4-239,-5 11 48,-13 2 0,-2 1-43,5 2-55,8-2 274,-30 11-235,-14 1 320,-10 10-297,-5 1-4038,-6 14 3947,5-9 1013,-4 17-889,9-6-123,-1 2 64,3 1 0,2 3-48,1-6 1,1 0-261,-1 17 1,0 2 200,2-6 1,1 0-28,2 1 0,1 0-15,-1-11 1,2 2 22,10 22 1,2 1-29,-4-17 0,0 0-8,-1-3 1,1 2 0,-5-1-35,-4 12 1,-5-3-66,-2-16 1,-6-2-767,-16 7 0,-10-4 862,-10-14 0,-1-5 0,17-3 0,0-1 0,-4-3 0,0-1 0</inkml:trace>
  <inkml:trace contextRef="#ctx0" brushRef="#br0" timeOffset="43900">2312 7802 22683,'16'-38'313,"0"-1"1,-2 2-1,-2 15-279,-7 34 16,-1 14 1,1 20-102,-2 15-885,-1-25 0,0 1-1067,-1 2 1,2 0 2002,1 2 0,1-3 0,0 6 0,3-9 0</inkml:trace>
  <inkml:trace contextRef="#ctx0" brushRef="#br0" timeOffset="44311">2634 7425 16768,'-2'-7'4195,"0"1"-3795,-24-17 0,-8 0-254,10 16-54,-16-14 1,-1 9 53,6 46-112,7-6 2,11 1 1,4 2-21,7 5-4,2 7 32,20-8 68,19-13 23,5-5-51,3-7 218,8-22-179,-26 3 393,20-28-113,-31 9-241,3-6 169,-27-4-231,-6 14-72,-6-3 0,-7 12-11,6 10-39,-5 5-12,6 13-50,4 22-67,8-5-706,4 28-1272,10-11-2787,6-10 1,2-1-1096,8 12 6011,-1-19 0,-1-6 0,-5-10 0,0-2 0</inkml:trace>
  <inkml:trace contextRef="#ctx0" brushRef="#br0" timeOffset="44651">2802 7721 20845,'16'-50'1126,"-1"-1"0,0 1 0,-5 11-779,-9 29-308,-1-2-50,0 13 11,0 11-6,0 24 12,-1-5-6,-2 32-17,0-31 0,0 1 14,0 6 1,0 1 4,1-7 1,0-1 8,-1 25-5,3-39 78,3 1-17,1-14 107,11-9-6,10-15 28,-1-4 0,2-4-31,0 0 1,0-1-380,6-8 1,1 1 313,-7 5 1,0 2-26,-1 4 1,-1 1-3146,20-11 3098,-12 14-11,-7 10-50,12 26 16,-18-3-1142,3 12 1,-2 4 794,-8 3-3308,-4 10 1,-1 3 3671,-4 4 0,-1-2 0,-2-35 0</inkml:trace>
  <inkml:trace contextRef="#ctx0" brushRef="#br0" timeOffset="45133">3923 7745 19053,'-8'-43'1093,"0"0"1,0 1 0,-3-16-1,0 6-348,-4 0-291,4 18-370,5 16-79,4 14 18,3 17 5,4 17-39,3 26-6,-2-20 0,1 4-352,1 5 1,0 3-307,2 4 0,1 0-1463,2 0 1,1 0-1070,0-4 1,0-2 3206,0-4 0,-1-4 0,1 3 0,-5-14 0</inkml:trace>
  <inkml:trace contextRef="#ctx0" brushRef="#br0" timeOffset="45416">3899 7958 16331,'-16'-51'1213,"-1"1"0,0-1 0,2 4 1,1 1-1,2 4-751,5 2 0,2 5-143,-2-19 163,9-8-365,10 29-72,12-10-17,17 22-17,15 10-5,-1 21 0,2 8-12,-11 0 0,-2 4-786,11 5 0,-4 6 755,-11 3 1,-5 4-121,-9 4 0,-4 3-90,-5 0 0,-3 0 222,-5-2 0,-9-3-1,-27 2 1,-9-8-8,-10-1-44,7-14 1,-6 0-1,2-4-203,2-8 0,1-2-359,-17 3 1,0-3-1082,17-8 1,2-6 1719,6-4 0,3-2 0,-3-2 0,13-6 0</inkml:trace>
  <inkml:trace contextRef="#ctx0" brushRef="#br0" timeOffset="46308">4613 7777 23814,'35'1'192,"-1"0"0,0-2 1,-2-3-37,18-15 29,-9-5 11,-10-4-39,-11-6-28,-11-5 28,-4-3 17,-9 4-12,-5 7-61,-8 9-56,-6 8-17,-2 8-11,-2 8-12,1 9-5,0 10 0,2 10 11,8-1-33,0 15-12,13 12 6,10 4-502,7 0 446,6-28 0,5-3-169,21 5 62,-9-12 1,1-3-17,18-3-71,-8-13 1,2-5 201,-15-4 1,1-2 69,14-4 1,0-4 30,-13-5 0,-4-1 31,16-16 67,-23 7 1,-3-1 89,2-13-76,-11 14 0,-1 0 126,-5-13-32,-18 8-147,-3 13 78,-32 4-106,6 14-56,-21 8-11,15 15 0,9 15-1,13 10 12,12 10-11,9-10 0,8-10 0,3 0 22,12 7-8,-3-14 0,2-2 511,15-2-475,-3-15 45,-7-16 33,-7-12 23,-6-14 208,-4-17-208,-4 15 145,-1-9-22,-2 23-89,-1 3-112,1 9-79,-3 12-3370,-5 30 3376,1-2 0,0 7 0,-2 4-360,1-1 0,0 3 365,-4 17 1,-1 5-12,4-16 0,-1 2 0,0 1-398,1 7 0,-1 0 1,1-1 268,2-10 1,0-1-1,-1 3-637,0 3 1,0 4-1,-2 0 1,0-5 356,-3-4 1,-1-3-1,-1 1 294,-1 1 1,-1 2-1,-2-1 1,-2-5 830,-8-1 1,-4-5 0,1-5-527,-5 0 1,-1-7-113,4-6 1,2-11 802,-2-32-824,20-5-18,4-18 0,5-10-385,7 9 1,5-2 0,0-3-423,0 7 1,0-2 0,1 0 0,2 0 784,1 0 0,2-1 0,1 2 0,-1 4 0,5-9 0,-1 7 0,6-7 0</inkml:trace>
  <inkml:trace contextRef="#ctx0" brushRef="#br0" timeOffset="46726">5723 7465 20492,'0'-4'3316,"0"1"-2241,0 3-1052,-9 9 10,14 19-27,-10-2 0,19 30-18,-4-7-5,-4-5 1,-1 1-180,-1-13 1,-1-1 192,-1 16 1,-2-2 108,-4 5-56,-3 4 12,-3-22 22,0-14 381,-17-23-392,14-2 84,-18-33-123,25 14 33,-1-32-34,16 9-33,4 14 0,5 1-62,6 5 1,3 3-140,-3 3 1,1 3 65,24-1-308,-10 13-363,2 4-740,9 2-1691,-7 7-4672,-5 3 7909,-11 0 0,-11-2 0,-8-3 0</inkml:trace>
  <inkml:trace contextRef="#ctx0" brushRef="#br0" timeOffset="47459">6183 7672 11967,'7'-1'7568,"-1"1"-6409,-6 0 2907,0 0-3747,-51-2-184,33 5-113,-35-3-11,47 8 40,11 5-6,7 2-17,5 1 23,18 0 10,8-7-5,19-1-25,-30-7 0,2-2 41,3-5 1,-1-2 67,14-11-50,-11-3 56,-25-3 38,-13 0-83,-6-2-11,-7 0 246,-38 9-314,24 10 1,-31 8-12,34 13-17,-8 10-16,2 9 16,8-1-3414,2 27 3409,12-24-40,5-2 1,6 1-986,31 15 355,-12-25 1,3-3 201,2 0 0,3-4-731,3-6 0,3-5-1364,2-3 1,1-4-214,1-1 1,2-3 1243,4-3 0,-2-2 2094,-11-3 1,-4-1 955,12-9 4531,-7-22-2655,-22 13 118,2-22-1989,-11 22-964,-4 5 254,-4 11-354,-3 9-308,-1 1 3323,-4 4-3323,-1 7-135,3 0 283,-3 9-266,9 9 6,8 3-5,4 0-3342,28 2 3330,-11-14 50,31 5 63,-6-15-29,-1-9 50,-1-9 23,-21-10-78,-11 2 106,-6-20-90,-11 11 6,-4-11-72,-3 20 105,-11 5-83,2 13-2291,-11 3 2229,6 7 2268,-6 12-2274,-3 18-5,3 10 2,13-13 1,3 1-20,1 16-238,13-9 0,8 0-3767,12-6 1,3-1 4032,0 4 0,1-3 0,0-10 0,-3-5 0,1-4 0</inkml:trace>
  <inkml:trace contextRef="#ctx0" brushRef="#br0" timeOffset="54942">7901 7638 21035,'-8'-14'-1349,"29"0"-225,17 7 0,8 3-297,-6 0 1,2 0 1870,11 0 0,-7 2 0,-22 1 0,-5 0 0</inkml:trace>
  <inkml:trace contextRef="#ctx0" brushRef="#br0" timeOffset="55093">8007 7882 18059,'50'-7'0,"1"-1"0,-1 1 0,11-2 0,-1 0 0</inkml:trace>
  <inkml:trace contextRef="#ctx0" brushRef="#br0" timeOffset="56108">9743 7273 21136,'-44'-35'65,"0"1"1,2 2-1,6 13-54,13 31 12,-16 8-23,-8 5 16,4-3 1,-3 1-348,4-3 1,-2 0 344,-12 5 0,1-3 17,20-9 0,2-2 109,-24 4 243,33-13-220,12-4 58,7-2-136,4 0-102,0 2 101,-1 17 314,0-1-185,-11 47-96,-1-1-681,0-1 0,-2 5 592,4-11 0,2 1-21,1-12 1,1 3-1,1-4 1,1 1 1,2-4-9,1-3 0,2-2-72,10 21 66,9-7-95,5-19 0,3-2-330,14 3-1572,-4-17 1,3-4 2002,9-5 0,-7-2 0,-17-1 0</inkml:trace>
  <inkml:trace contextRef="#ctx0" brushRef="#br0" timeOffset="62774">24861 7215 20005,'-55'-4'1842,"7"-1"-1623,38 4-140,2-1-85,6 2 6,4 0 90,7 0 67,26 0-124,-4 0 9,7 0 0,2 0 20,12 0-40,11 0 57,-9-1 16,-28 0-45,2-1 68,-17 0 89,-7 2-128,-2 0-29,-1 0-39,-1 3 45,-1 3-22,0 4 44,-4 8 17,0 7-5,-2 11-28,2 11-12,2 7-39,2-23 0,0 3-1696,2 11 1,2 1 1686,-2-13 1,1 0-3,1 15 0,2 2-521,-1-9 1,0-1 520,-1-7 0,0 0 5,1 2 1,-3 0 106,-10 3 0,-3-4-56,-7 1-53,-6 1 0,-10-3-614,-9-18 1,-5-7 327,-7 5 1,-1-3 0,12-2 0,4-1 0,-19 0 0</inkml:trace>
  <inkml:trace contextRef="#ctx0" brushRef="#br0" timeOffset="65235">10244 8612 14057,'0'-3'6301,"0"0"-4413,0 3-1395,-5-53-426,3 40-67,-8-32 84,-1 65-28,-8 17-1716,3-3 1,0 2 1670,-6 16-6,6-12 1,4-1-118,5 5 100,6 6 57,14-13 106,28-13 40,10-13-118,5-13-181,-23-5 0,-1-3 264,22-18-19,-23 9 1,-1-2 1645,-4-8 1,-4-2-1442,2-23-225,-17 1 51,-23 5-38,-10 14-29,-11-6-1,-7 10-72,-5 11-50,-6 9 138,-3 14-461,23 6 1,0 5-1533,6 1 1,3 2 1248,-1 4 1,4-1 0,3 4 0,13-11-1</inkml:trace>
  <inkml:trace contextRef="#ctx0" brushRef="#br0" timeOffset="65768">12565 8599 21472,'-12'-42'1113,"1"-1"0,0 7 0,3 6-598,8 14-106,-1 9-392,1 1-90,-1 7 79,2 11-12,5 27-3386,-3-5 3392,3 20-112,-6-16 0,-2 2-1116,-1-4 0,0 2-3688,-1 16 1,0-1 3933,-3 9 1,2-22 0,4-30 0</inkml:trace>
  <inkml:trace contextRef="#ctx0" brushRef="#br0" timeOffset="66491">14733 8680 11962,'-5'0'5360,"1"0"-55,4 0-4807,-6-34-263,6 22 331,3-36-359,8 28-78,8-12-68,3 0-44,6 0-28,3 6-17,3 8 22,-7 8-61,12 9 34,-13 11 10,10 12-10,-14 16 38,-10 15 1,-11-4 2,-17-4 1,-5 0-311,-9 3 309,3-15 1,-5 4-1,1-5-847,3-6 0,0-4 840,-7 6 0,2-1 5,-11 4-5,29-20 11,1-2 29,17-7 257,25-8-302,14 0-1,12-4-227,-3 3 1,0 0 823,9 0-591,-12 2 0,9 0 0,-11 0 0,-3 1 0,-3 1 0,0 0 0</inkml:trace>
  <inkml:trace contextRef="#ctx0" brushRef="#br0" timeOffset="67158">17091 8523 20963,'-14'-43'319,"-1"-1"0,6-1 0,9 9-263,19 21-5,19-3-29,3 11-5,5 6 0,0 10-17,1 8 5,-1 7 1,2 8-12,-2 2-27,-6 5 21,-14-9-10,-8-1 33,-16 12 23,-11-12 39,-14 17 39,-14-20 68,-7-7-68,9-8 201,-2-6-128,20-3 420,-2-5-308,13 0-264,3-2-5,12 0-5,16 1-23,-4 1-6,21 5 0,-9 5 1,10 8 5,-9 0-23,-6 2 1,-1 2 11,0 5 5,10 10 6,-27-16 34,-23 3-57,0-8-279,-26 12-2560,-14-9 2862,-5 0 0,14-5 0,18-8 0</inkml:trace>
  <inkml:trace contextRef="#ctx0" brushRef="#br0" timeOffset="67768">19210 8588 19668,'16'-47'722,"0"0"1,0 0 0,0 3-1,-2 1 1,-1 10-471,-1 4 258,-2 7-504,-7 17 10,-2 5 1,0 12 61,0 13-67,-1 19-27,-3 13 24,1-25 0,-2 2-2,-2-1 0,1 0-9,-1 0 0,0-2 127,-1 25-102,3-14 51,8-14 45,7-14-1,11-13-21,11-14-24,9-11 32,-14 3 0,-1-2 30,19-17-72,-5 1 61,-11 8 6,-9 14-34,3 0-111,-10 10-24,-2 5 35,-4 11 5,0 2-23,6 27-21,-6 11-808,-3-12 1,-1 1-3440,1 20 454,-4-3 3837,1-22 0,0-16 0,-1 0 0</inkml:trace>
  <inkml:trace contextRef="#ctx0" brushRef="#br0" timeOffset="68533">21758 8550 23220,'33'-50'415,"-11"11"-410,-37 43-10,-7 1 5,1 1 39,-11 1 22,2-4 46,-18 1-68,16-6 163,-15-3-102,33 1-66,-5-2-23,17 6-168,2 0 124,0 6 44,0 1 0,3 15 12,0 14-1,0 6-22,0 1 0,-3 9 11,-1-27-5,-2 18 16,-3-17 1,1-7 61,-5 3 5,6-16 163,0 1-56,3-5 1042,1-2-1215,3-9 5,10-6-17,1-1-11,9-2 6,9 5 10,20 1-16,-20 7 0,1 1-11,0 3 0,0 3-6,24 10-11,-9 20 28,-18-7-17,0 15-16,-26-2 5,-12 0-54,-6-10 1,-6-1-350,-23 9-115,15-16 0,-1-2-474,-11 0-3343,-7-6-762,21-8 5125,-9-3 0,23-1 0,0-1 0</inkml:trace>
  <inkml:trace contextRef="#ctx0" brushRef="#br0" timeOffset="68775">21844 8478 17210,'5'-4'2204,"23"-11"0,10-3-1207,13 1-1709,3-4 1,1 0 873,-23 12 1,0 1 192,15-1 1,-1 0 474,10-2-696,-19 5 1,-2 1 5,1 0 306,-15 3-474,-12 1-67,-7 4-1395,-4 8-2087,-3 2 3577,-5 7 0,4-10 0,-1 0 0</inkml:trace>
  <inkml:trace contextRef="#ctx0" brushRef="#br0" timeOffset="73999">10453 7599 14493,'-10'-40'1049,"0"0"1,2 2-1,0 12-976,3 24-11,-2 9 50,-5 7-23,-9 14-50,-6 9-27,-2 8-7,4 2 12,9-5 11,10-7 95,14-9 118,8-8 106,12-8 35,5-10-1,1-10 22,1-9 45,-4-8-2995,-2-16 2799,-13 12-50,-4-8 286,-13-2-197,-6 9-61,-5-13-85,-6 18-72,-2 6-45,0 8-28,3 7 3062,-19 33-3303,23-10-1580,-18 37-1859,28-26 2832,-1 15 0,4-33 0,0-2 0</inkml:trace>
  <inkml:trace contextRef="#ctx0" brushRef="#br0" timeOffset="74626">12590 7581 17983,'-12'-44'1329,"1"0"0,0 4 1,0 9-1066,3 20-270,1 5-39,3 8 51,1 3 16,-7 12-11,-7 18-16,-2 6-6,1 3-6,7 11 17,7-28 0,7 23 22,10-26-5,3-1 101,40-6 5,-14-17-56,18-2 73,-9-20 101,-13-8-138,5-14 429,-14-8-294,-24 18 0,-5-1-138,-6-13-10,-7 16-1,-4 2 51,-16 1-72,-12 1-57,-11 14-3335,12 15 3279,4 6-112,18 16-2290,15 17-1178,5-6 3625,10 16 0,-2-34 0,1-1 0</inkml:trace>
  <inkml:trace contextRef="#ctx0" brushRef="#br0" timeOffset="75259">14522 7517 22767,'-23'-25'30,"1"0"1,-19-5-20,20 61 1,0 11-7,1 6-16,7 4 0,7-3 0,14-5 22,3-13 50,34 2 12,-1-19-26,-9-5 1,1-3-87,-2-7 0,-1-3 154,0-3 0,-2-1 53,16-10 442,3-21-235,-28 6-112,2-18-139,-19 15 122,-21-18-201,4 28 5,-9-1 1,-3 2-23,-10 2-28,-16-5-51,18 17-212,2 5-2890,15 19 3153,4 9 0,6-4 0,7 0 0</inkml:trace>
  <inkml:trace contextRef="#ctx0" brushRef="#br0" timeOffset="75843">16985 7655 12494,'23'-48'2602,"0"0"1,-2 4 0,-6 6-1287,-11 7-358,-5 7-325,-3 7-353,-2 8-218,-4 7-40,0 6 6,-13 21-6,4 5-22,-6 21-28,12 0 6,7 2 22,12-4 11,10-7 40,13-11 10,12-10 23,9-12 39,5-14 29,1-11-270,-5-12 421,-8-9-135,-14 5 151,-10-13 6,-17-4-252,-4 8 2,-8 10 1,-4 2-25,-13 1-23,-18-9-17,10 21-33,-14 6-113,1 13-448,2 9-3382,5 14 3965,23 3 0,11-8 0,6-8 0</inkml:trace>
  <inkml:trace contextRef="#ctx0" brushRef="#br0" timeOffset="76442">19528 7514 12752,'0'-6'6503,"0"2"-5282,0 4-998,-60-54 24,36 43-172,-13-15 1,2 8 81,14 34-84,3 5 89,-9 24-89,9-7-34,-3 16-11,12-12 22,5-6 57,10-7 173,4-10 135,11-8-73,10-10-96,13-10-5,9-11-219,-24 6 1,-1-2 164,-1-1 1,-2-3 53,-1-6 0,-3-1-140,5-9 61,-8-18 1,-17 22-3319,-13-10 3167,2 18-123,-20-2-28,16 19-528,-10 1-3628,14 16 4296,0 3 0,5 0 0,3-4 0</inkml:trace>
  <inkml:trace contextRef="#ctx0" brushRef="#br0" timeOffset="76993">21882 7488 11020,'19'-51'1689,"0"0"1,-3 12 0,-4 5 1617,-11-5-2870,-10 24 853,-8 3-1240,-10 8 627,-10 17-660,-7 13-12,19-6 1,1 2 940,-1 4 0,3 2-935,1 0 1,4 3-12,5 12 0,7 0 11,3 7-8,7-17 0,6-4 36,26-4 34,12-6-17,-17-10 0,3-3 95,8-7 0,-1-4-284,15-4 267,-21-5 1,-3-5 259,6-27-271,-9 6-45,-17 9 1,-5 0 5,-10-13-1359,-32 5 1,-10 4 1274,-2 1 0,3 9 0,4 8 0,17 19 0</inkml:trace>
  <inkml:trace contextRef="#ctx0" brushRef="#br0" timeOffset="80701">2444 10738 13373,'0'-34'3344,"-1"0"0,-2 6-2913,0-10 0,-2 1 314,-4 19-184,-4-2-219,-1 8-242,3 6-27,-14 12-67,9 3 27,-7 10 1,-2 5-17,-9 18-289,9-9 1,2 2 254,7-5 0,3 0 6,-2 26 11,17-9 11,18-13 23,20-14 16,13-13-25,-21-9 1,0-4 18,0-2 1,0-3 16,-1-3 1,-1-3 123,19-20 50,-12-4 29,-16-4-141,-11 9 106,-16-22-117,-6 17-5,-10-16-23,-4 19 459,4 12-487,-10 9-62,-8 20-16,-4 11 16,-1 7-11,20 4 1,4 1-1,0 5 0,5-1 0,3 3-56,13 23 12,11-1 27,8-4-47,7-29 0,5-5-54,22-2 101,-21-6 1,3-3 5,11-12 0,-1-6-86,-13 0 0,0-3 122,13-7 1,-2-2 14,7-12 44,-21 3 0,-3 0 34,-5-6-51,7-16 101,-23 18-89,-4 21 33,-4-5-72,-2 16-51,-6 4 11,-3 10 233,-2 12-238,2 11 11,6-2-23,8 23 6,11-17 0,13 14 0,13-20 45,12-11 11,8-9-17,3-15 12,-12-3 13,-17-8 0,-1-3 15,6-12-1,4-7 169,-14-19-135,-19 22-40,-1-12 35,-14 18-23,-5 13-34,-5 0-44,1 9-45,3 6-124,4 8-66,5 2-2488,6 16-3545,11-5 5442,4 6 0,-7-17 0,-5-5 0</inkml:trace>
  <inkml:trace contextRef="#ctx0" brushRef="#br0" timeOffset="80958">3675 10353 18504,'0'-51'1790,"0"0"1,0 5-1,-1 7-1118,-3 10-296,-1 10-276,0 10-105,2 9 22,0 15-1,-1 19-10,1 21-365,1-19 0,1 2 353,0 3 1,1 2-29,1 3 1,0-1-244,1 2 0,1 0-314,2 1 0,0-1-434,3-1 0,0-2-516,2-3 1,0-4-577,7 15-7714,-1-18 8936,-11-24 1,-1-4-1,-4-6 1</inkml:trace>
  <inkml:trace contextRef="#ctx0" brushRef="#br0" timeOffset="81092">3509 10779 8707,'-3'-5'9298,"0"1"-6861,3 4-1093,-14-63-744,21 31-497,-6-9 1,6-1-59,19 17 0,6 6-40,14-9-285,-6 9 0,3 2-3588,-11 6 1,0 2 3188,4-1 1,-1 1-1,10-3 1,-21 6 0</inkml:trace>
  <inkml:trace contextRef="#ctx0" brushRef="#br0" timeOffset="81917">4168 10381 20342,'1'-46'655,"0"1"1,-2 6 0,2 9 152,3 22-797,-1 11 254,5 11-237,5 17-14,-4 2 0,0 4-9,3 19-445,-5 4 0,-3 0 440,-7-3-14,0-3 0,-3 2 2,-3-18 1,-1-2 5,2-2 1,0-2 5,-5 19 423,8-33-401,4-14 29,1-12-18,0-20-33,0-10 17,0-4 22,-1 8 0,-1 0 1,1-4 7,-2-1 1,0-3-397,0-16 396,1 21 1,1-1-18,5-3 1,4 1-23,2 9 1,3 2 2,17-21 965,21 19-965,-20 23 1,1 4-7,20-5-13,-14 12 0,-1 5 2,-5 10 0,-3 3-5,21 15 0,-18-3 0,-4 4-307,-14-6 1,-4 0 303,2 0 0,-5 2-14,-12 20 0,-12 0 11,-3-15 1,-6-2-271,0-2 1,-2 2-1,-2-5 309,-16 5 1,-3-6-20,1-4 0,-1-4-12,4-6 1,0-3-9,4-5 0,3-3 386,-17-4-1814,4-35 39,35 8 1406,13-7 0,6-1 0,2 14 0,15-11 0</inkml:trace>
  <inkml:trace contextRef="#ctx0" brushRef="#br0" timeOffset="82791">4925 10545 17848,'-1'6'3938,"0"-1"-2621,1-5-1217,-36 40-4,30-29 296,-12 32-292,32-42 119,33-8-146,-23 0 173,33-20-67,-29 5 28,8-13-111,-19 11 189,-6-14-61,-9 15 23,-12-9-202,0 17-34,-16 5 0,1 13 17,-1 2-22,-10 13 5,4 12-11,3 5-45,5 20 17,19-10-11,8-1-169,17-2-27,-1-17-238,7 1 0,4 2-821,-3-8 0,0-1 936,6 4 0,1-1 80,-4-7 1,1-3-27,14-6 1,4-8 516,8-12 0,1-6-101,-6 9 0,-2-3 14,1-11 0,-9-4 389,-6-13-162,-19 13 0,-2-1-118,11-18 126,-14 11 1,-5 1 74,-4 1-100,-10-9-235,-2 25 6,-18 8-35,-13 20-55,-4 8-6,-2 6-17,18 3 1,2 2 44,-1 8 913,-11 15-952,26-21 120,7-3-120,5-3-35,6 2 98,8-9 54,2-8 51,3-10 326,-7-3-130,5-12-62,-6 2-190,1-3 96,-5 4-18,-3 4-184,-1 3-23,-1 4 11,1 12 1,-1 3-29,5 40 41,-7-9 1,-1 9-1,0-3-606,1 3 0,-1 3 590,0-6 1,-2 6 0,-1 1 0,1-6-9,-1-7 0,0-3 0,-1 1-28,-1 11 0,0 2 1,-2-2-78,-2-1 1,-1-1 0,-1-3 17,-2 8 1,-4-3-49,-9 5 1,-5-7 131,1-17 1,-3-7-401,-1-5 0,0-5 409,-21-6-6,21-37-140,18-12 0,5-7-95,4-3 0,2-3-407,-5-9 1,4-3 148,8 13 1,5-1-1,4 0-2767,4-1 0,4 1 0,-1 3 2557,2-12 0,1 4 1,4 1-1,-3 11 0,-13 28 1</inkml:trace>
  <inkml:trace contextRef="#ctx0" brushRef="#br0" timeOffset="83918">5844 10503 25455,'-20'-38'90,"4"9"-85,20 37 12,6 8 0,7 15 11,6 12-34,5 10-278,-14-22 1,1 0 272,-1 3 0,0 1-6,-1 0 0,-2 0 3,-3-2 0,-2-2 25,0 14 68,-24-7 21,0-26 40,-12-3-11,9-19-50,5-10-63,8-1 1,3-20-17,8 16 400,20-30-658,11 23 11,-7 9 1,2 2-79,18-4-272,-10 11 1,0 1 137,2 1 16,-4 3 1,0 1-225,9 1 639,-7 1 101,-9 3 381,-19 2 224,-7 1 173,-3 0-330,-6 0-253,-1 1 348,-13 4-498,10-1-17,-12 6-68,14 3-5,1 3 7,11 4 26,12-3 1,13-4-6,9-4 11,6-5-11,0-9-17,-9-1 129,9-19-67,-18 1-17,6-15-6,-14 1 1,-8 1 27,-5 4-11,-9 9-55,-6 8-12,-9 7-17,-5 5-11,-6 10 0,-1 7 11,-1 10-11,-2 22-3398,11 0 3393,5 5-23,13 4-286,15-6-5,13 11 137,-3-32 0,3-2-31,5-4 0,3-4-330,2-4 0,1-4-353,20 0-863,-15-12 0,1-4-3478,15-7 2492,-15 1 1,1-3 1713,-9 1 1,-2-2 1144,-1 0 1,-2-2 2367,16-19 1164,-13 4-185,-14 4-862,-12 5-672,-12 4 2824,-6 5-3737,-7 4-94,-2 5-696,6 3 179,-4 3-246,10 5-34,-5 1-72,8 5-34,3 3-11,2-3 39,14 6-1,7-7-4,4 1 72,23-10-51,-10-9 12,16-7 11,-11-9 11,-5-4 17,-7-4 0,-8 2 17,-10 1-17,-9 6-11,-10 8-6,-8 6 6,-5 5-6,-4 8-33,-3 8-34,-1 9 0,0 12-12,3 21-10,12-12-20,8-10 0,5 2-428,24 27-292,-2-11-3715,9-12 1,5-4 4448,18 3 0,-8-6 0,-14-15 0</inkml:trace>
  <inkml:trace contextRef="#ctx0" brushRef="#br0" timeOffset="84404">7939 10569 24032,'41'-16'-262,"-1"1"1,-3 0 0,2 4-1307,9 6 0,0 5-1532,-9 0 0,0 1 193,14 2 1,-2 2 2906,6 12 0,-29-5 0,-15-1 0</inkml:trace>
  <inkml:trace contextRef="#ctx0" brushRef="#br0" timeOffset="84541">8235 10682 16857,'-47'17'1788,"0"0"1,4-2 0,8-3-450,17-6-617,7-3-459,2 0-184,13-3-29,13-2-72,21-5-275,-8 2 0,4 0-1602,9-3 1,2 1 1219,-1-1 1,-3 2-1,17-3 1,-25 4 0</inkml:trace>
  <inkml:trace contextRef="#ctx0" brushRef="#br0" timeOffset="85191">10151 10264 22459,'-43'-26'252,"0"-1"0,-8 5 0,7 10-224,14 20 5,-16 7-5,15-3 0,-1 1-805,-9 1 1,-2 1 801,-6 2 0,-1 0 6,0-3 0,4-1 19,-9 0 601,10-7-427,23-5 458,1-2-481,13-1-83,5 0-90,3 0 837,0 2-809,0 3-17,-3 10 11,-3 13 1,-8 16-1,2-7 1,-2 0-7,-6 19-342,3-12 1,1 2 328,4-8 0,1-1-14,-1 0 0,1 3 13,-2 20 1,2 1-23,7-20 1,2 0 2,2 16 0,7-2 0,6-15 1,8-6-18,19-2 1,8-6-121,2-8 0,3-6-917,-6-6 0,4-3 0,-1-3-2234,-3-3 0,0-2 0,-2-1 2403,8-2 1,-5-1 0,-11 2 0,-6 1 0,-14 3 0</inkml:trace>
  <inkml:trace contextRef="#ctx0" brushRef="#br0" timeOffset="86990">11168 11540 16460,'18'-50'1745,"0"0"1,-2 3-1,-4 5-708,-7-6-287,-7 6-212,-6 11-241,-7 10-180,-8 12-49,-7 18-24,-8 17-33,16-3 1,0 2-15,-1 6 0,2 3-363,0 2 1,2 2 356,3 1 1,4 1-28,5 5 0,5 0 19,5 12-6,8-23 1,6-6-8,24-8 63,19-7-8,-27-16 1,0-4 16,0-4 0,-1-4 16,-2-4 1,-2-4 36,-3-2 1,-4-2 10,-3 0 1,-4-2 61,3-30-312,-16-1 245,-11 2 0,-10 4-11,-16 6-90,8 21-12,-20 8-40,10 25 1,-11 13-173,3 14-124,15 0-3553,18-3 0,5 0 3901,8 6 0,-2 5 0,7-26 0</inkml:trace>
  <inkml:trace contextRef="#ctx0" brushRef="#br0" timeOffset="87401">13665 11423 20100,'6'-42'981,"0"-1"1,0 1 0,2-8 0,-2 3-223,-3 11 0,-2 6-518,0 8 72,-2-11-212,0 30-112,-3 4 16,0 12-10,-4 28-18,-3 12 1,-1 7-626,4-22 1,1 1-967,1-4 1,0 0 1613,0 4 0,1-2 0,-1 12 0,4-23 0</inkml:trace>
  <inkml:trace contextRef="#ctx0" brushRef="#br0" timeOffset="87991">15711 11277 18431,'-2'-7'4464,"0"1"-4243,-2-24 1,0-4 108,2 10-14,-3-18 1,3 0-160,9 21-107,8-6-39,3 15 6,15 3-11,14 17-17,2 11-185,-19-1 0,-2 4 196,-8 5 0,-4 3 0,4 21 5,-16-15 1,-6 1 8,-7-5 0,-6 0-3,-12 15 1,-8 1-1,-6-2 0,-2-3-820,6-7 1,0-3 808,3-6 0,4-3 6,-6 5-17,18-14 5,-2 3 40,24-15-1,27-6-22,-3-2-25,5-2 0,3-1-134,-4 0 0,3-1-1202,23-4 0,5-2-3433,-5 2 1,1 0 4782,-16 4 0,0 0 0,-4 1 0,-4 1 0,-5 1 0,7-1 0</inkml:trace>
  <inkml:trace contextRef="#ctx0" brushRef="#br0" timeOffset="88642">17936 11365 8418,'0'-7'5853,"-1"2"-4107,6-28 0,5-7-1040,5 4-499,-1-10 1,5 1-18,16 11 1020,-2 13-1143,-1 9 1,3 3-7,18 4 160,-15 5 0,1 3-216,-6 7 1,-3 2 2241,16 14-2244,-20-5 0,-2 4-25,10 20 16,-16-10 0,-3 1 18,0 23 4,-18 3 35,-18-22-12,-1-15 161,-19 1 310,6-16-224,-1-2 61,9-17-202,20-5-100,6-4 327,7 4-305,17-2-17,5 6 1,16-1-35,-11 8 30,19 10-52,-17 8 6,15 13-5,-16 7-24,-7 4 23,-10-7 29,-8 15 0,-16-16-6,-13 13-57,-17-14-240,-13-7-947,-7-8-3993,-2-8 5220,11-6 0,19-1 0,14 0 0</inkml:trace>
  <inkml:trace contextRef="#ctx0" brushRef="#br0" timeOffset="90291">20617 11075 17092,'2'-6'3369,"8"-32"1,3-6-2654,-4 14-428,5-14 1,-2 3-70,-8 26 5,-3 7-224,-1 6 23,-17 35-23,4-10 16,-11 19 1,-3 4-596,0 1 582,-1-1 0,1 1 79,12-15 0,1 0-102,-1 15 1,2 0 13,3 7 23,19 3 33,32-46-33,-3-7 5,-2-9 1,1-4-181,-4-3 1,-1-3 207,9-5 0,2-2-603,-1-3 1,-2-2 602,-8 5 1,-3 0 35,4-6 1,-2 0 19,-7 5 1,0 0 128,18-15-84,-11 8-117,-21 22 271,-8 5-344,-2 6 1764,0 7-1731,-4 14 6,-7 29-269,-2 6-491,6-19 1,0 0-429,-1 18 1188,13-15 0,3-4 0,-4-9 0,12 15 0</inkml:trace>
  <inkml:trace contextRef="#ctx0" brushRef="#br0" timeOffset="91134">23285 11054 17104,'0'-7'4172,"0"2"-3528,0 5 1339,12-61-1988,-10 45-6,6-42 100,-19 68 6,-13 9-22,-17 9-42,13-11 0,-2 0-466,-22 11 488,8-10 0,1-2 3,-1 0 11,4-5 1,1-1 240,-6-6-51,8-4-10,9-3-73,20-4-79,5 3-56,2 1 396,1 2-418,0 14-6,-2-4-11,-2 29 0,0-8 0,-1 16 0,2-16 17,4 18 0,-1-29-17,2 14 17,-2-23-1,1-3 24,-1-1 100,0-3 156,0-3 136,2-3-365,1 0-28,8-10-28,-1 1 23,28-16-23,-3 8-11,9-4 6,2 10-23,-9 9 6,20 11-1,-9 11 1,5 16 11,-21-3-33,0 20 21,-21-13 7,0 7-29,-31 5-3632,-19-10 3358,-1 0-726,11-20 1,1-5-1033,3-4 1535,-13 0 0,26-8 0,-1-1 0</inkml:trace>
  <inkml:trace contextRef="#ctx0" brushRef="#br0" timeOffset="91617">24612 10385 19445,'-42'-9'1135,"0"0"0,2 1 1,16-1-789,37 0-241,1 2 101,27-4-44,0 7-18,15 1-10,1 1-40,-2 3-11,-7 2-34,-5 3-27,-6 3-6,-5 5 11,-4 6 22,-4 5-5,-4 7 22,-5 5 11,-3 7-16,-6 5-269,-3 10 232,-3-26 0,-1 2 3,-1 3 0,-1 1-23,0-7 1,0 1 8,-3 19 0,0 0-572,1-13 1,1 0 562,-1 6 1,0 1-12,-1 7 1,-3-1-94,-1-11 0,-4-2 82,-3 7 0,-2-1-14,1-14 1,-3-5-186,-6-6 0,-2-5-2836,-29 1 3052,25-9 0,1-1 0,-10-1 0,18-4 0</inkml:trace>
  <inkml:trace contextRef="#ctx0" brushRef="#br0" timeOffset="93218">11379 10386 16241,'14'-42'1764,"0"-1"0,-2 5 1,-2 5-807,-6 11-28,-5 2-549,-13 7-320,-8 17 1,-17 25-32,17-4 1,0 3-6,-3 6 1,0 2-21,1 4 1,2 0-1,5-8 1,2 0-12,2 10 1,5-2 16,12 6 0,4 6 17,26-24 28,7-18 11,-5-10 1,3-4-10,-6-3 1,0-4-458,7-5 1,-2-2 510,5-14-32,-3-11 223,-22 0-62,-4-16-138,-16 20 1,-3 1-70,-5-15-1,-2 17 1,-2 4 11,-10 3-23,-15-1-44,11 15-73,-23 20-264,20 14-1831,-9 18-2342,18-4 4532,9 8 0,9-25 0,2 1 0</inkml:trace>
  <inkml:trace contextRef="#ctx0" brushRef="#br0" timeOffset="93867">14050 10158 15059,'0'-9'5321,"0"2"-4377,-6-25 0,-5-3-227,-2 11-504,-1-14 0,-2 4-101,-2 27 134,-21 17-95,3 12-84,-8 8-339,11 5 1,0 4 324,7-6 0,0 3-478,2-2 1,-1 3 0,1 0 441,-4 13 0,4-2-12,5-10 1,3-1-1,3 3 1,6 0-163,17 19 191,15-6-12,-1-29 1,6-6 27,4-8 0,2-5 14,5-3 1,1-6 2,2-3 1,-1-4-327,0-4 0,-1-3 359,-3-5 1,-4-2-34,-8 5 1,-3-3 86,2-17 0,-5-4-87,-12 10 1,-2-1-49,3-6 1,-4-2 30,-10-5 1,-4 4-18,-4 2 213,-10 3 1,-5 5-258,-15 10 0,-8-1 1240,-13 22-1397,27 14 125,-7 4-1576,19 20 1619,19 24 0,-3-27 0,10 13 0</inkml:trace>
  <inkml:trace contextRef="#ctx0" brushRef="#br0" timeOffset="94474">16145 10431 18509,'0'-58'1566,"-1"0"1,-1 5 0,-3 7-895,-13 6-448,1 13 286,-31 10-482,25 17-6,-23 5 28,16 19-33,6-2 16,-3 7 1,0 5-17,9-7 0,0 0-14,-4 5 0,2 3-6,4 7 0,5 0-571,6 11 568,7-15 1,6-1 16,25 9-9,-7-26 1,3-3 5,4-4 1,3-3-159,2-2 1,1-4 196,-1-3 1,1-5 0,-2-1 0,-1-4 19,-3-4 0,-3-2 118,20-24-22,-16-10-34,-15-10-82,-13 25 1,-3-1-1,-3-1 1,-1 0 11,-3 1 0,-1 1 47,-12-23-120,-7 15 48,-6 15 470,-6 12-526,-4 14-107,-3 13-538,0 13-5692,6 14 6359,12 1 0,12-12 0,9-12 0</inkml:trace>
  <inkml:trace contextRef="#ctx0" brushRef="#br0" timeOffset="95058">17928 10466 12673,'6'-7'3464,"22"-29"1,3-7-1696,-10 11-1374,9-10 1,-3 2 713,-19 20-443,-13 11-526,-7 5-11,-11 12-34,-10 10-50,5 5 11,-9 15-23,9 2-259,-2 15 237,11-1 0,12-2 28,20-7 17,9-22 0,4-3-400,18 6 391,-2-13 1,4-3 39,2-8 0,-1-3-59,-8 0 0,1-1 39,15-6 0,-2-4 22,-23 0 1,-2-2 45,4-5 0,-2-2 167,11-26-184,-20 6 36,-21-3 0,-6 1-109,-5 1-17,-5-2 0,-5 3 5,-20 6-25,12 16 1,-2 2-15,-4 6 1,0 2-4,-2 4 1,0 3-12,1 6 1,1 4-93,3 3 0,2 3-339,4 5 0,3 3-3459,-10 32 3910,16-2 0,9-17 0,8-14 0</inkml:trace>
  <inkml:trace contextRef="#ctx0" brushRef="#br0" timeOffset="95674">21125 10296 22548,'-14'-50'838,"0"0"0,6 9 1,-4 7-469,-20 7-309,17 20-10,-19 0-12,5 17-2157,0 5 1,0 3 2084,-12 12 322,9-3 1,2 5-282,9-1 1,3 0-20,-12 22 11,16-16 0,5 0-17,13 5 28,12-13 0,4-2-242,13 7 242,1-15 0,6-4 28,-2-8 1,1-3-40,-7 1 0,0-2 39,11-4 0,-1-5-75,11-19 98,-11 2 58,-20-10 1,-5-4-76,-10 3-138,-4-6 1,-3 1 136,-6 5 6,-10-2 1,-3 0-51,-2 5-23,-3 2 1,-3 4-56,-9 8-34,1 3-521,-9 8-4084,13 15 4717,-2 3 0,14-1 0,11-3 0</inkml:trace>
  <inkml:trace contextRef="#ctx0" brushRef="#br0" timeOffset="96224">22727 10313 19378,'12'-53'1301,"0"0"0,-1 4 1,-4 5-529,-7-2-247,-8 7-184,-7 10-163,-4 11-140,-5 10-5,-8 17 5,-10 15-348,17-5 0,-1 4 320,0 5 0,0 1-5,1 2 0,4 1-4,4 0 1,4 1-3,-1 17-4,24 7 26,9-31 0,6-3-5,2 1 0,3-3-481,12 0 1,1-4 541,18-4 20,-23-10 0,0-4 78,-1-7 1,-2-5-26,0 0 1,-1-5-12,1-8 0,-6-4-40,2-17 6,-20 5 1,-5-1-40,-7-1-28,-3 3 1,-6 2-18,-32-6-11,5 10-28,5 18 0,-5 6-255,2 8 1,0 5-720,-23 1 991,14 9 0,6 2 0,15-3 0,-8 9 0</inkml:trace>
  <inkml:trace contextRef="#ctx0" brushRef="#br0" timeOffset="111633">1617 12768 14863,'-2'-4'6049,"1"0"-4805,1 4-964,-81-47-190,49 38-363,-26-10 1,-1 8 289,21 34-17,13-4 0,1 2 141,-3 19-152,14 2-6,15-1 12,15-1 16,16-2 0,14-4-386,8-3 363,1-2 12,-5-1 512,-13 0-473,-19 3 12,-25 2-12,-25 3-23,6-17 1,-5-2-1620,-4 0 0,-2-1 1631,-2-2 0,-2-2 5,1-3 1,-1-2 135,4-1 1,0-4-214,-22-9-937,18-13-4625,22-20 5606,19-3 0,3 13 0,4 11 0</inkml:trace>
  <inkml:trace contextRef="#ctx0" brushRef="#br0" timeOffset="111875">1795 12734 23478,'19'19'425,"2"9"-352,-5 21-28,0 10-258,-8-27 1,-2 1 136,-1 2 1,-1 0-272,-2 0 0,0-1-1407,-1 29-2333,2-8 4087,4-12 0,-2-21 0,1-8 0</inkml:trace>
  <inkml:trace contextRef="#ctx0" brushRef="#br0" timeOffset="112842">1901 13189 23573,'-13'-34'31,"1"0"0,5-21-31,51 48-9,-13 3 1,3 0-32,15-3 1,0-1-259,-13 3 1,-1-1 283,14-4 0,-3-2 14,1-5 6,-3-1 190,-7-7-84,-24 9 11,1-5 6,-15 8-23,-7 4-66,-3 4 543,-17 6-515,9 4 161,-31 18-122,16 4-63,-5 6 12,12 8-39,20-17 17,12 4 33,20-14-39,18-9 6,12-9 50,6-10-190,-31 2 1,0-3 239,20-18 52,-13-4 10,-18 0-106,-11 9 156,-15-5-106,-6 16-84,-10-3 0,-7 14 17,-3 7-45,-4 9-17,1 7-11,8 2 22,-3 21-44,19 4 5,0 0-44,19 9-141,13-22-207,19 6-157,15-7 28,-11-16 1,1-3 397,-13-4 0,1-2-40,15 0 1,0-4 164,9-11 48,-24 2 1,0-2 213,16-15 408,-14-9-442,-17 9 296,-6-7 2,-10 13-91,-1 0 0,-4 4-364,2 8-23,-3 5-38,1 14 314,0 2-292,-3 44-51,0 2 34,1 2 0,0 2-550,2-23 0,1 1 542,-1-1 1,0 4-1,2-4 5,-1-2 1,2-2-1,-1 5 0,0 0 14,-1 17 1,0-24 10,-5-23-22,4-13-6,-4-23 26,3-9 0,0-5-20,-2-15 425,2 11 0,1-3-411,3 10 0,0 0-570,1-14 1,1-1 546,0 10 1,1-1 8,2-13 0,3 2-1454,2 14 0,1 4 1454,7-23-35,-1 22 1,2 4 34,3 7 175,4-2-181,0 15 769,-5 8-785,16 16 16,-12 0-11,14 24 3374,-13 0-3373,-1 8-18,-10 0 45,-22-5 83,-19-6-136,-3-18 0,-4-3-137,-15 4-373,12-10 0,0-2-3100,-2-7 3652,4-8 0,16 4 0,15-4 0</inkml:trace>
  <inkml:trace contextRef="#ctx0" brushRef="#br0" timeOffset="113075">3336 13079 24687,'47'5'-546,"-15"-6"0,1-3-2126,23-12-213,-20 4 1,-1-1-6947,19-11 9196,-18 6 0,-14 6 0,-16 9 0</inkml:trace>
  <inkml:trace contextRef="#ctx0" brushRef="#br0" timeOffset="113250">3875 12799 26609,'-23'-42'129,"1"19"-118,14 54-6,1 1-92,4 1 1,2 4-1141,-1 23-3689,3-12 1,-1 0 4770,0-10 0,1-4 0,0 13 1,0-23-1</inkml:trace>
  <inkml:trace contextRef="#ctx0" brushRef="#br0" timeOffset="113625">1293 13935 16622,'-59'8'1017,"0"-1"0,0 1 0,8-2 0,1 0 0,13-1-787,12 0 107,20-3 66,31-5-162,20-3 0,10-2-1227,-9 1 1,3 0 0,1 0 1001,5-1 1,1 0 0,6-1-5,-15 2 0,5 0 0,2-2 1,1 1-1,-1 0 0,-2 1-382,-1 0 1,-1 0-1,-2 0 1,3 0 0,2 0 373,-2 0 0,3 0 0,2-1 0,1 0 0,0 1 0,-2 0 0,-1 0-11,2 0 1,-2 0-1,0 1 0,-1 0 1,1 0-1,-1 0-44,1 0 1,0 1 0,0 0 0,-1 0-1,0 0 1,-3 0-360,12 0 0,-3 0 1,0 0-1,4 1-269,-10 1 0,3 0 1,2 0-1,0 1 0,-2 0 1,-4 0 678,6 1 0,-3 1 0,-1-1 0,-1 1 0,1-1 0,0 0 0,-2 0 0,-5 1 0,8 1 0,0-1 0</inkml:trace>
  <inkml:trace contextRef="#ctx0" brushRef="#br0" timeOffset="117016">5585 13557 22459,'8'-40'686,"-1"0"1,0 2 0,-1 9-614,-4 21-129,-1 5 39,2 17 79,4 38-73,0-6-351,-1 1 0,0 5 362,-2-10 0,0 2-4,0 0 0,1 4 0,0-2-2,4 10 1,0-1 10,3 4 1,2-5 2,0-21 1,0-5 2,9 6 85,9-24-46,-8-29 0,16-22-5,-19 10 0,-1-3-482,3-6 1,0 0 472,-5 6 1,0-1 30,2-7 0,-1-1-19,-2 3 0,-2 2-43,-2 6 1,0 1 303,3-7 0,-1 5-544,-4 13 22,1-1-655,-6 27-801,-2 12-1450,4 16-6712,6 23 8349,-4-19 1,1-2 0,-9-29 0</inkml:trace>
  <inkml:trace contextRef="#ctx0" brushRef="#br0" timeOffset="117625">6771 13676 18784,'1'-6'5136,"0"2"-4859,-7-26 1,-5-4 41,-7 14-241,2-15 1,-2 5-40,-7 27 28,-12 16-39,9 6-17,-2 6-5,3 13-17,3 13 11,3 5-12,4-1-44,18 7 45,6-36 11,13 15 11,-6-34 40,12-5 38,-3-13 158,13-22 22,-8-5 39,1-13-173,-14 18 229,-4-8-129,-8 22-151,1-4 45,-7 18-124,-4 14 18,-8 14-12,0 4-11,2 4 0,1 3 0,2 4-9,3 4 1,5 1-3,14 2 0,5 6-1,13-33 1,5-5 11,9-3-9,16-10 1,1-6 14,0-7 5,-5-4 0,1-8-361,-14-6 1,-4-7 384,-8 4 1,-2-3 0,-1 0-545,8-11 0,-4-2 546,-13 6 0,-2-2 1,-4 0 4,-1-6 0,-4 0-9,-2 8 1,0-1 0,-1 0 47,-1-18 0,-1 1 22,-5 8 1,-2 2 42,-1 12 0,-1 3 89,-10-12-174,4 24-5,-2 21-39,1 22-17,-2 6 11,-8 34-28,10-10 1,0 5-782,-1 7 0,0 3 787,5-21 0,1 0 0,1 3-165,0 18 1,2 3-1,2-5-96,0-10 1,3 1-2187,4 1 0,3 8 1,2 1-1,1-10 2401,6 2 0,2-6 1,1 13-1,0-8 0,4-16 1</inkml:trace>
  <inkml:trace contextRef="#ctx0" brushRef="#br0" timeOffset="118074">8063 13524 21069,'-5'0'3086,"2"0"-3192,3 0-1104,55-9-2604,3 7 3170,0 1 1,0 1 0,-1 3 0,-7 4 0</inkml:trace>
  <inkml:trace contextRef="#ctx0" brushRef="#br0" timeOffset="118232">8269 13792 26256,'1'7'-806,"24"-5"-2917,13-11 1,7-3 3722,-4 2 0,-2 2 0,14-3 0,-23 4 0</inkml:trace>
  <inkml:trace contextRef="#ctx0" brushRef="#br0" timeOffset="120508">8035 2503 15283,'-12'46'715,"1"-1"0,1-4 0,2-8-227,4-14 100,2-7 364,1-6-237,1-4 1659,0-1-2069,2-10 16,0 4 68,9-17-6,3 7 113,9-8 15,-3 8-62,24-6 32,-14 10-262,12-3 0,3 0 116,4 0-922,-8 4 0,7-2 1,-5 1 688,-10 3 1,1 1-77,18-4 0,7-1 1,-6 1 1,-15 4 0,0 0-40,14-1 0,8-1 0,-8 1-54,-18 4 1,-1 0 21,12 0 1,6-1 0,-6 2-13,-7 0 1,0 1 7,17 0 0,0 0-309,-20 1 1,-2-1 314,9 1 0,3-1-74,4-2 1,2 0 24,2 0 1,3-1-287,-13 1 1,1-1 0,-1 0 321,13-1 0,-4 0 166,-11 1 0,0 0-35,12 0 0,-2 1 129,8 0 684,-24 2 1,-1 0-593,22 2-1988,-22 0 2635,7 0 320,9 0-804,-21 1 53,34 0-268,-27-1 1,1 1 8,1-1 1,1 0 188,7 0 0,-1 1 128,18-1-435,-16 0 140,-18 0 107,-15 0 38,-9-1 2247,-4 0-2668,2-4 0,3-4 0,7-5 0,8-3 0,-2 4 0,11-4 0,-15 9 0,3-3 0,-13 8 0,-3 2 0,-2 1 0,3 2 0,2 5 0,3 7 0,0 10 0,-1 10-1604,-4-4-333,-2 28 269,-4-14 17,0 11-3999,-3-3 5706,1-19 0,2-11 0,1-15 0</inkml:trace>
  <inkml:trace contextRef="#ctx0" brushRef="#br0" timeOffset="121341">7942 2633 10836,'0'-4'7130,"0"0"-4564,0 4-1939,-8-61-471,5 45-279,-5-45 112,7 69 73,1 10 64,2 15 69,0 11-22,3 8-23,1 1 14,-2-4 24,1-7 5,-2-11 97,-1-12 264,-2-8 224,0-7-236,0-4-290,0-8-136,0 0 70,0-19 16,-1 0 11,0-19-10,-1 13-4,0-18-39,1 29-74,-1-13-22,2 29 36,0 2-13,2 16-208,1 9 29,2 14-9,-1 5 46,1 3 26,-1-7-16,0-8 106,-2-10 97,-2-9 96,0-5 142,0-15-207,0-7-36,2-17 11,0-8 5,3-4 49,0 2-35,1 10-41,-2 14-2201,9 19 2073,-2 12 0,1 1 0,-5 0 0</inkml:trace>
  <inkml:trace contextRef="#ctx0" brushRef="#br0" timeOffset="135833">9848 13202 21836,'-32'-15'-73,"-28"15"-1693,15 17 1766,13-5 0,-2 0 14,-6 1 0,0 0-3,5-2 1,-1 0 4,-15 3 1,0-1 127,12-4 1,4-3-123,-17 2 407,7-5-418,29-2-134,-1-1-151,16 0 987,1 0-735,5 4 312,1 4-167,6 18-61,-3-5 78,-2 23-17,-6-4-50,-4-5 0,0 2-40,-2 14-204,0-19 0,1 0 228,-2 17-57,4-18 0,1 2-6,7 29 9,4-26 0,7-4 14,21 3 2,-9-20 1,2-4-14,19-3-23,-13-10 0,-1-2-101,13-4-1299,9-9 0,3-3-3499,-17 3 1,-2-1 3892,10-2 1,-4 1-1,2-4 1,-36 16-1</inkml:trace>
  <inkml:trace contextRef="#ctx0" brushRef="#br0" timeOffset="136066">10337 13249 23343,'12'25'219,"-3"-9"-203,-5 14 1,-2 4-45,-1 21-316,0-18 0,1 1-1580,-1 2 1,0 2 1923,2 6 0,0-3 0,-1 6 0,4-4 0</inkml:trace>
  <inkml:trace contextRef="#ctx0" brushRef="#br0" timeOffset="136292">10842 13743 23887,'-14'39'-23,"1"4"-598,5 9-3244,3 2-5966,3-5 7464,3-16 0,0-12 0,0-16 0</inkml:trace>
  <inkml:trace contextRef="#ctx0" brushRef="#br0" timeOffset="136908">11597 13355 19580,'0'-5'2632,"0"1"-2542,0 4 83,1-24 91,-3 25 161,-8-14-307,-2 25 39,-17 4-29,-5-7 1,-15-1 17,-5-3 95,-4-10-146,22 1 140,1-7-17,24 7-94,1 0-68,6 3-68,2 0-21,1 1 38,-1 8 1,-1 6 5,-2 14-22,-4 8 17,-3 11-12,-3 4 17,-2 4 12,-1-2-18,4-13 12,-4 8-11,10-25 117,-2 4 202,8-19 112,1-5-381,12-18 6,0 1-1,13-15-27,-2 5-17,-2 6 5,10-1-22,-7 11-28,21 1 6,-17 9 22,19 8 16,-14 7-16,11 7 6,-1 4-28,1 8-34,-15-5-23,-5 5 1,-18-14-298,-12 1-671,-10-10-1614,-12-1-313,1-6 2126,-16-8 0,28 1 0,-7-3 0</inkml:trace>
  <inkml:trace contextRef="#ctx0" brushRef="#br0" timeOffset="137182">11611 13319 15956,'5'-4'4492,"-2"0"-2179,-3 4-2117,80-29-134,-49 20 106,23-9 0,-1 1 100,-26 12-111,1-1 246,-17 4-313,-9 1-157,-1 1-1708,-4 4-2494,1 0 4269,-3 5 0,2-5 0,2 0 0</inkml:trace>
  <inkml:trace contextRef="#ctx0" brushRef="#br0" timeOffset="138148">12380 13100 18616,'-17'2'1904,"12"0"-1422,30 4-197,11-2-111,9-3-45,7 0-17,1-4 5,-3-2 40,-7-3 118,-9 1 179,-12 0 50,-10 4-174,-7 1-246,-4 1-100,-1 1 77,-1 8 1,-2 4-1,-2 12 1,0 7-12,1 9-27,1-4 10,2 18-16,3-5 0,3-5 0,2 0-12,3 17-836,5-6 1,1-2 841,-2-5 17,-1 3 0,-1 1 12,-7 2 2,-10-13 0,-4-3-59,-8 1-255,-7-16 1,-5-4 271,-3-6 0,1-3 0,-10 7 0,-4-5 0</inkml:trace>
  <inkml:trace contextRef="#ctx0" brushRef="#br0" timeOffset="141832">10354 13408 12634,'0'-3'7175,"0"1"-5361,0 2-1090,5-46 43,-4 34-650,3-34-21,-4 45-292,0 1 173,0 4 62,0 4 6,0 9-11,0 7-17,0 8 50,0 18-50,0-13 27,0 19 18,-2-17 16,-3 9 23,-4 1-56,2-19 56,-1-2 324,6-22-173,1 0 768,0-6-717,1-16-208,1-1-22,0-20-1,-1 0-21,1-8-23,0-4 28,1-1-6,0 3 1,2 7 21,0 10-16,0 10-50,-2 10-96,0 6 68,-2 6 22,2 6-11,1 12 28,2 28-12,-4-13 1,1 0-12,0 28-274,-3-1 274,0-17 1,-1-6-1,2 5 6,2-12 28,0-10 17,1-11 201,-2-6 34,1-8 113,-2-8-321,0-22-66,1 4 16,0-6 1,0-4-1,1 5 1,1 0-12,-1 0 0,0 0 11,0-1 1,-1 4 22,0 3 22,-1 1-45,-1 13-44,0 8-135,-1 8 146,-1 22 0,-3 12 16,0 3 1,-1 3-17,-4 14-3,2-12 0,1 0 19,-2 8-8,5-19 1,0 0-3379,-1 9 3409,2-12 95,3-21 62,1-11-107,1-13-16,6-22-34,1-7-23,2-4 20,-3 13 1,1 1-21,2-14 3404,2-9-3370,-4 12-22,-5 28-106,-1-3-7,-2 19-60,-2 4 156,-18 38 0,14-28 0,-14 26 0</inkml:trace>
  <inkml:trace contextRef="#ctx0" brushRef="#br0" timeOffset="143398">10350 13540 9184,'0'-7'6183,"-1"2"-4054,1 5 811,0 0-2301,-8-35-365,6 27-168,-6-26 12,8 37 168,1 6 67,3 12-56,2 14-90,0 16-137,-3-20 0,-2 2-9,-1 3 1,-1 1-198,-1 0 0,-1-1 169,0-1 1,0-2 50,-4 24 11,3-15 23,2-13 190,2-12 5,0-9 1592,0-6-1709,0-10 278,-1-3-435,0-4 51,-2-14-56,1 13-6,-2-18 0,3 11-17,0-10-11,0-14 5,2 13 1,3-19 5,1 10 6,0-13 11,-2 0 6,-1 4-18,-2 7 1,0 12-11,0 10-23,0 9-5,0 9-225,0 3 225,0 19 33,0 5 0,0 22-16,1 4-1,1 7 0,3 1-22,2-2 28,1-5-11,1-10 11,-2-11 39,-2-12 101,-2-9 112,-2-6-201,0-20-23,-1-3-17,1-20 11,0 0-22,-1 7 34,0-14 11,0 22-40,0-5-55,0 18-79,0 10 17,0 5-56,0 12-1160,-1 14-8503,-1 13 8233,0-6 0,0-8 0,1-18 0</inkml:trace>
  <inkml:trace contextRef="#ctx0" brushRef="#br0" timeOffset="154758">30424 5876 7229,'0'-5'190,"0"0"-1870,0 5 1680,-7-11 0,5 8 0,-6-8 0</inkml:trace>
  <inkml:trace contextRef="#ctx0" brushRef="#br0" timeOffset="155316">28375 6387 20386,'10'-47'1280,"-1"-1"1,1 4 0,-4 12-1270,-6 29-83,0 7 156,-1 16 0,-1 21-59,-1-10 0,-1 3-227,-1 7 0,-1 2 191,-2 5 0,-1 1-680,-2 2 1,-1 1-313,0 1 1,0-1-3112,-1-2 0,2-2 4114,1-7 0,1-4 0,-1 9 0,5-24 0</inkml:trace>
  <inkml:trace contextRef="#ctx0" brushRef="#br0" timeOffset="155725">28499 6124 11784,'-11'-41'1781,"0"-1"0,0 1 0,-9-13 0,-3 8-1271,-3 16 0,-4 7-503,-4 7 0,-3 7 270,-3 6 1,-2 7-82,-5 6 0,-1 6-630,-7 11 1,0 6 543,14-4 0,0 3 0,0 3-741,-5 7 1,0 4 0,2-1 660,6-5 0,2-1 0,0 4-14,4-3 1,-1 3 0,1 2 0,4 2-335,5 2 0,3 3 0,2 1 0,0-3 305,-6 6 0,2-1 0,6 4-17,11-8 1,3 6 0,5 1 0,3-4 0,5-6-22,9-2 1,6-7 0,5 1 29,0 0 0,4 3 0,4-4 0,2-6-39,14-4 0,5-10 0,2-4 60,-13-5 0,1-3 0,1-3 0,1-3-157,0-2 0,1-3 0,0-2 0,-1-2 176,2-2 1,-1-2 0,0-2-1,-3 0-19,5-3 0,-4 0 0,1-5 8,-9 2 1,1-3-1,-2-2 1,-3 0 19,0-4 0,-4-1 0,0-4 270,-1-3 1,-1-5 0,-1-1-1,-3 0-263,0-7 1,-5-1 0,-2-1-22,-6 6 0,-2-1 0,-2-1 0,-3 4-12,-1-16 1,-8 1-14,-6 8 0,-4-3 0,-3 6-31,-8 2 0,-4 3-3,1 4 0,-3-1 0,-2 6-6,-2 4 1,-5 5 238,-21 1 0,-1 6-508,-1 4-2185,3 9 0,2 6 2505,15 12 0,-1-1 0,29-1 0</inkml:trace>
  <inkml:trace contextRef="#ctx0" brushRef="#br0" timeOffset="156315">28979 6455 23640,'51'-14'103,"1"0"0,-1 1 0,5-2 0,2 1 0,0 0-72,-10 4 0,0 1 0,0-1 0,1 1-1287,2-1 1,1 0 0,0 0-1,-1 0 1272,-2 1 1,0 0 0,0 0 0,-2-1 15,11-1 0,-1-1 0,-3 1 211,-9 0 0,-1 0 0,-2 0-212,7-4-1,-5-2 32,-11 3 0,-4-1 928,9-12-873,-17 3-61,-11 3-39,-6 1 2708,-5 0-2775,-5-1 852,-2-1-835,-3 1 31,-3 2-48,-4-1 16,-11 1 23,-12 0 33,-15 0-8,25 11 0,-2 0 28,-4-1 0,2 1-2,-12-2 21,6 0 51,28 5-45,4 1-33,3 1-28,5 1-12,14 2 23,13 5-12,25 4-5,-20-1 0,1 2-1702,3 2 1,0 2 1690,-1 3 0,-2 2 8,-2 2 0,-2 3-44,-3 2 0,-3 2 35,-2 3 1,-3 1-31,-3 3 0,-3 0-115,1 21-1050,-11-16 1,-5 1 1206,-9 14 0,2-4 0,0-22 0</inkml:trace>
  <inkml:trace contextRef="#ctx0" brushRef="#br0" timeOffset="156958">31382 5527 23713,'-60'2'30,"1"1"0,9-2 0,5 1-8,-11 12-11,14-4 6,-7 1 17,5 2-6,13 0 28,2 5-34,14-4 40,0 7-23,6-1-17,3 9 40,4 5 55,8 12-83,-3-12 11,5 3-3297,-2 5 3285,-3-20 23,2 17-5,-4-26 72,0-1 235,0-7 192,3-2-29,6-10-432,0-1 3443,13-15-3442,1-5-17,12-7-34,11-6-22,-6 13-23,6 4 0,-19 16 1,7 6 5,-2 12-6,15 9-5,-17 4 0,-1 2 0,11 12-3,-19 1 0,-6 0-3,-15-2-11,-8-2 0,-4 0-23,-13-4-145,-8 0 0,-7-1-420,2-10 0,0-2-23,-1 2 0,0-1-577,-3-6 1,3-5-8616,-1-8 9631,5-1 0,15-2 0,15 3 1</inkml:trace>
  <inkml:trace contextRef="#ctx0" brushRef="#br0" timeOffset="157375">31312 5301 16381,'0'-7'5046,"0"2"-4780,-35-20 0,-13 0-86,6 12-83,-7 1 0,-12-1 1,8 7-631,19 12 1,0 6 634,-20 8 1,-8 6 0,5 2-448,19-7 1,3 0 0,-2 4 453,-7 7 0,-4 4 1,1 1-1,6-3-922,6-3 1,4-2 0,1 2 855,-4 5 0,1 3 0,6 0 100,3 10 0,8 3-592,7-6 0,3 3 1,3 0 491,2 0 0,3 1 0,4 1-110,6 6 0,4 1 1,7-4 71,5-7 1,5-4 0,2-3-23,-5-6 0,1-3 0,3 0-36,12 4 1,5 0 0,3-5 8,-9-10 1,1-3 0,2-2 0,0-1 41,0 0 1,1-1 0,0-2-1,2-3-136,6-2 1,2-2 0,0-3 0,-6-3 165,-4-2 0,-4-3 0,0-4 57,6-7 1,0-5 0,-4-2 311,-11 2 1,-3-2 0,0-4-313,2-5 1,0-5 0,-1 0-1,-3 1-59,-1 1 0,-3 2 1,-1-5 12,0-9 0,0-6 0,-3 0 1,-4 8-15,-3 1 0,-4 1 21,-1-14 1,-3-8 0,-4 10 104,-7 21 1,-5 2-145,-6-7 1,-4-2 0,-4 5 0,-15 3 0,-10 5-32,1 5 0,-8 0 1,-3 2-1,6 1 124,5 3 1,3 3 0,-5 0-548,-8 0 0,-8 0 0,2 3 1,9 2-2229,4 5 0,3 2 2499,3 0 0,-3 1 0,7 1 0,-10 1 0,5 0 0</inkml:trace>
  <inkml:trace contextRef="#ctx0" brushRef="#br0" timeOffset="168865">8413 15198 18212,'1'-7'6324,"0"2"-6324,-1 5-39,10-50 89,-8 47 23,8-17-62,-10 48-8,-1 8 0,-1 2-93,0 0-221,-1-1 1,-1 2-1690,0 15-1467,1-21 0,1 1 3467,0 20 0,1-27 0,1-19 0</inkml:trace>
  <inkml:trace contextRef="#ctx0" brushRef="#br0" timeOffset="169243">8791 14944 23192,'-39'11'17,"1"0"0,-21-2-5672,58 47 5644,6-32 1414,16 12-1364,-1-21-5,4 2 926,0-16-820,-7-11-56,0-1 454,7-37-387,-16 22 78,-2-8 1,-3 0-95,-7 8 94,-9-19-38,0 24-90,-5 1-95,7 8-147,-8 14 74,11 3 3151,-11 18-3863,9 7-990,-1 15-2600,9-12 0,3 0 3521,5 17 0,0-7 0,1-27 0</inkml:trace>
  <inkml:trace contextRef="#ctx0" brushRef="#br0" timeOffset="169624">9115 15125 22823,'1'-43'662,"1"0"1,-1 5 0,0 9-557,-1 18-151,0 13 79,4 10-6,1 15-23,4 15-13,-5-7 0,-1 1 19,1 15-11,-2 11 11,-5-18 11,0-4-16,0 3 39,0-20 151,3-10 84,8-26-196,-2 3 96,14-23 111,3-5-230,-3 5 23,9-10-22,-11 22-73,9-1 22,-5 12-11,3 8 6,-10 7 5,6 12-17,-3 3-11,6 10-251,8 8-1060,0-6-576,0-4 1904,19-8 0,-33-14 0,14 1 0</inkml:trace>
  <inkml:trace contextRef="#ctx0" brushRef="#br0" timeOffset="170475">9925 15126 18537,'0'-6'2299,"-3"-28"1,-1-7-1488,0 2-636,0-2 1,0-1 697,0 4-510,2 24-291,-1-1-95,3 17 38,-1 5 57,1 34-39,0 6-531,0-9 0,0 2 480,0 19-8,0-12 0,0 0-109,-1 14 81,0-20 0,0 0-93,0 8 90,0-19 28,-2-12 33,-1-17 23,-4-11 931,1-4-926,-3-14 1,0-4-12,-1-3 29,-1-7 0,0-1 5,2 1 11,0-5 0,2-1-17,4 16 1,1 0-7,-1-13 1,1 2 63,6-4-69,8 6-28,12 16-16,6 6-1,4 6-16,29 22 5,-23 2-432,1 5 1,3 5 431,-13 0 0,0 3-8,14 15 0,-3 5-9,-11-6 1,-5 0 24,1-1 1,-9 0-160,-17 1 0,-10-2 202,-26 7-26,5-13 1,-6-2-450,-5-8 1,-3-5 375,-4-1 1,-2-3-130,-2-3 1,1-2-23,12-2 1,1-2-1230,-4-3 0,4-3 769,-3-4 0,8 0 0,20 1 1</inkml:trace>
  <inkml:trace contextRef="#ctx0" brushRef="#br0" timeOffset="171441">10673 15266 25203,'-21'-27'-40,"9"10"57,24 24 0,8 2 0,9-3 0,7-3 16,3-9 12,-1-5 28,-5-8 28,-8-5 67,-9-5 34,-9-3-57,-5-5 18,-7 3 61,-4 4 11,-4 9-89,-2 10-107,2 6-17,-17 13-11,2 7-11,-16 17-22,7 8-6,17-10 0,3 3-39,-4 25-418,5-1 205,25-2-174,16-16 157,-3-17 0,5-2-1665,19-3 0,2-5 1903,-12-3 1,0-3-7,22-4 1,0-6-306,-18-5 1,-2-3 377,0 2 1,0-4 80,11-17 1,-2-5 86,-18 8 1,-2-3 72,11-12 1,-4-4 16,-12 9 0,-6 0-28,-4 5 0,-5 1 2838,-5-11-2701,-39 10-291,6 23 30,-11 7 1,-2 5-47,-11 15-57,17-3 0,2 4-17,-8 25 361,16 9-366,13-8-51,13-1 0,5 0 40,11 5 13,-1-10 1,1-4 327,12-6-285,5-11-3027,-11-15 3037,-4-2 512,-4-14-517,-8 1 151,5-30-134,-5 21-1953,6-30 2004,-7 36 66,2-10-111,-3 18 2246,-2 2-2308,1 4-2252,1 31 2252,-1-7 772,1 25 0,-1 6-789,-1 10 7,-1-18 1,-1 6 0,0 0-21,0-9 0,0-1 1,0 4-48,-1 5 0,0 6 0,0 0 0,0-3-431,0-3 0,1-2 1,-2 3 427,0-1 0,0 5 0,-2-2 1,-1-4-19,-10 12 0,-2-4 75,2-1 1,-5-1 14,-5-17 1,-4-1-1,1-7 2,-20 7-227,-2-15 1,-1-13-720,1-36 663,18-1 0,4-8 289,13-24 0,7-1 0,3 26 0,2 1 0,4-5 0,0-1 0</inkml:trace>
  <inkml:trace contextRef="#ctx0" brushRef="#br0" timeOffset="172316">11702 15130 20324,'-1'-6'3932,"0"0"-2952,1 6-783,0 0-169,8-58-6,9 53 1,15-35-37,-6 56 0,1 13 0,-3-5 0,-1 1 14,0 0 0,-1 1-12,5 31 7,-20-8 27,-13 7 57,-27-9-23,3-23 162,-28-18-145,34-14 61,-11-20-67,25-5-27,11-22-29,16 9-6,17-2-16,1 23 22,22 4-249,2 7 95,-9 5 0,2 2 14,-15 2 0,-1 0-353,17 1 1,-2 1-1653,8 1 282,-26 2 1,-1-1-7115,20 1 8138,-25 0 968,-8-2 1786,-16-2 1216,-2-4-263,-5-1-684,-2-1-772,-1 3 2898,-2 0-3542,-4 3-639,3 1-56,-2 3 17,2 9-84,4 7-23,-1 3-27,14 14 44,1-18 0,17 12-22,4-14-3336,23-2 3352,-14-8 6,16-11 73,-24-8 44,3-10 52,-10-4 49,-9-1 62,-7-1 3527,-12 1-3701,-6 8-20,-10 4-64,0 11 62,-22 9-72,8 9-18,-14 10 1,19 1-34,3 13-22,14 0-314,8 23 22,8-17-1386,13-4 0,5-2-2383,6-5 3432,0-3 1,-3-4 0,-13-14-1,-3-2 1</inkml:trace>
  <inkml:trace contextRef="#ctx0" brushRef="#br0" timeOffset="172765">13143 15076 26519,'-44'-41'157,"8"15"-140,30 45-23,2 8-5,2-3-11,12 11 27,5-14-10,14 7 10,5-14 6,4-7 1,3-12 44,-2-9 44,-5-11-27,-12 2 157,-7-25-57,-15 9 79,-6-18-22,-11 14-56,-8 9-46,-4 14-55,-5 10-50,7 10 10,-18 19-10,14 9-46,-11 19 6,20-6-45,13-7 1,5 1-208,12 18-496,1-14 1,3-1 254,16 11-151,-5-21 0,1 0-2262,16 12 2923,-15-17 0,0-2 0,2 3 0,-6-11 0</inkml:trace>
  <inkml:trace contextRef="#ctx0" brushRef="#br0" timeOffset="173265">14032 14831 19008,'2'-2'4795,"0"-1"-2896,-2 3-1793,-14-26-22,-7 21-11,-19-16-17,-7 29-17,-6 1 0,-3 0 12,4-2 16,8 0-17,15-2-22,13-1 23,10 2 16,8 3 11,3 12 29,6 13 5,4 16-68,-8-19 1,0 2-223,0 3 0,-2 1 222,-2 1 1,0 1 0,-2 2 0,-1 0-45,-1 2 0,-1 0-6,1-9 1,0 1-63,-2 15 1,2-1-286,10 9-131,-2-19 0,5-4-2407,26-3-1019,0-16 3099,9-15 0,-27-2 0,0-3 0</inkml:trace>
  <inkml:trace contextRef="#ctx0" brushRef="#br0" timeOffset="176998">14404 15102 18756,'-1'-7'4201,"0"1"-3316,1 6-353,-10-60-353,7 45-201,-8-45-1,10 64 46,4 7-12,4 11-6,7 11 1,6 9 5,3 6-5,1 5-17,-5-1 16,-6 1 1,-6-8-6,-4-9 106,-2-14 51,2-15-28,6-18 0,9-16 67,11-19-70,-11 17 0,0-1-118,2-2 0,-1 0 78,0 1 1,-1 0 31,12-25-96,-4 12-50,-7 14-106,0 12-320,3 10-577,7 11-917,8 7-1469,6 7 751,-8 1 2666,21 12 0,-37-20 0,13 8 0</inkml:trace>
  <inkml:trace contextRef="#ctx0" brushRef="#br0" timeOffset="177631">15234 15059 9363,'5'-3'9830,"-2"0"-4576,-3 3-4689,20-61-206,-21 42-298,10-15 1,-5 5 151,-31 25-123,0 9-29,-15 8-3425,-4 19 3364,16-7 12,-7 18-1,21-14-6,0 8-38,9-4 61,15-4-34,1-13 29,19-4 16,3-17 3375,11-8-3251,8-18 21,-11-4-49,-5-1 128,-13-1-11,-10 7-22,0-4-34,-5 7 16,-3 8-172,-3 10-52,0 7 35,-4 11-1,-2 12-27,-9 28-7,5-11-10,2 2 0,0-1 10,3-2 4,1-4 0,2 1-26,13 5 17,13 6-3,5-25 1,3-5 19,17 4 5,1-19 1,-1-8 0,-5-7-1,-11 2 1,0-7 41,4-16 1,-6-3-594,6-8 557,-11 5 0,1-9 1,-4 3-524,-7-1 0,-4 1 517,5-11 1,-2 0-1,-5 12 1,-3-1 39,-1-9 0,-3 0 13,-2 14 1,0 1-9,-2-14 1,-2 3 140,-9-1-158,2 28-5,-2 15-11,4 24 22,-10 38-39,6-5-818,3-6 1,-1 9 0,2-5 808,1-8 1,1 2-2,-1 10 1,-1 8 0,0-4-200,1 4 0,1 0 7,1-11 0,0 2 1,3 3-897,5 11 0,3 2 0,3-3-2179,0-16 0,2-3 0,1-1 2702,0 5 0,1-1 0,2-8 1,14 6-1,-20-32 0</inkml:trace>
  <inkml:trace contextRef="#ctx0" brushRef="#br0" timeOffset="178208">16612 14875 13497,'2'-4'8026,"0"0"-4744,-2 4-2862,22-41-128,-16 30-208,15-30 61,-30 38-111,0 2 16,-28-1-22,-2 2-17,7 0 1,-1 1-1,-16 0 28,-13 1 17,16 2-39,9-2 17,3 5-12,26-2-5,-3 9 16,5 2-10,0 3 61,-7 22 0,4-5 5,-5 21-5,4-3-61,3-12 7,4-9 1,0 0-3411,1 0 3402,-1 30-90,13-17 34,8-2 1,6-7-141,20-12-246,7-13-474,-5-7 1,2-2 37,-14-2 1,1-2-3646,19-4 1,-2-3 3965,3-5 0,-8 2 0,-23 4 1</inkml:trace>
  <inkml:trace contextRef="#ctx0" brushRef="#br0" timeOffset="178547">17256 15101 17809,'0'-4'6918,"0"1"-6467,-1-25 0,0-7 165,0 5-376,-1-9 1,0 1 140,-1 15-101,1 8-112,-1 7-123,2 3-67,0 9 5,-1 10 28,-1 14 11,-2 17-33,-3 11-40,3-23 1,0 0-498,-2 1 0,0 1-508,1 1 0,0-1 1056,2 1 0,1-3 0,-1 6 0,5-10 0</inkml:trace>
  <inkml:trace contextRef="#ctx0" brushRef="#br0" timeOffset="178998">17637 14906 19787,'0'-3'3724,"-1"1"-2256,1 2-1396,21-44 12,4 28-39,11-32 62,12 39-18,-21 4-32,8 1-35,-17 2-11,-4 3 1,-5 0 66,1 6-56,-3 3 6,1 5 34,-5 5-17,0 5 11,-2 6 5,0 10-38,-3-5 5,0-2 0,0 1 0,-2 22-226,1-16 1,2 2 208,0-6 0,0-1 0,3 0 1,1 0-7,-1 0 1,1-1 0,3 19-29,-2 8-139,-23-14-247,-11-2-40,-12-12-674,11-23 1,-4-4 1122,-3-3 0,1-1 0,-12 2 0,-1-4 0</inkml:trace>
  <inkml:trace contextRef="#ctx0" brushRef="#br0" timeOffset="179748">18165 14843 11273,'-3'0'8575,"0"-1"-5141,3 1-3205,12-45 343,18 24-427,-3-29-4083,32 33 4000,-34 12 943,30-4-983,-33 8 40,31 5-56,-33 0 10,17 7 57,0 11-45,-17-9 0,17 13 73,-16 3-62,-9-7 73,-1 10 0,-3 4 68,-3 21-519,-2-11 1,-2 1 377,-1-12 0,-2 0 25,-1 9 1,-2 3 1048,-3 1 1,-1 0-1108,0 3 0,1-1-6,-1-4 0,1-1-20,3-6 0,-1-2-103,-8 20 11,-7-5-11,-2-12-365,-17-19-1578,-9-13-5687,2-8 7074,1-7 1,28-2 0,10 3 0</inkml:trace>
  <inkml:trace contextRef="#ctx0" brushRef="#br0" timeOffset="180058">19225 14927 26878,'25'-39'78,"0"29"-67,-18 40-22,2 29-79,-6-6-10,-2 1-699,-3 0 1,0-1-70,0-4-1009,0 1 1,-1-2-7955,2-10 8140,-1-4 1,1-16 0,0-14 0</inkml:trace>
  <inkml:trace contextRef="#ctx0" brushRef="#br0" timeOffset="180258">19032 15210 23545,'58'-23'-224,"0"0"0,-12 3 0,0 4-558,5 12 1,-2 5-1912,-13-3 1,-1 0 827,8-1 0,-1 1 1865,21-4 0,-41 3 0,-1 1 0</inkml:trace>
  <inkml:trace contextRef="#ctx0" brushRef="#br0" timeOffset="180515">19985 14851 20173,'-2'-2'4274,"0"0"-3193,2 2-863,-34 19-27,24 3-79,-25 22-51,32 2-77,3 5-12,4 3-34,2 1-173,5 1-343,0-1 35,-2-13-2846,-2 9-4026,-5-28 7415,1 5 0,-3-20 0,0-7 0</inkml:trace>
  <inkml:trace contextRef="#ctx0" brushRef="#br0" timeOffset="180757">19864 15219 15821,'-41'-15'2171,"-1"0"1,2 0-1,6 3-995,17 7-772,2 0 77,9 1-251,10 2 5,11-2 146,24-3-145,7-1-124,-14 4 0,0 0 16,14-2 51,-3 1 1,0 0-549,8-1 394,-12 0 1,-1 1 100,-5 1-109,-6 0-336,-11 4 319,-2 4 0,-6-3 0,-6 4 0</inkml:trace>
  <inkml:trace contextRef="#ctx0" brushRef="#br0" timeOffset="187804">11489 14274 7033,'-9'-7'2465,"2"2"-875,7 5 3423,0 0-4839,-18-1 39,18 0 16,-5-2-83,31-1-12,22-4-106,-12 1 39,16-2 40,-26 3 139,1-1 45,-12 3 858,-8 2-998,-12 1-173,-10 1 33,-5 0 68,-33 6-3387,-10 1 3316,31-3 0,0 0 6,-7 1 0,3 0 14,-12 2 6,-5 3-23,16-3-11,9 1-257,9 2 240,11-3 90,6 4 3358,13-6-3381,17-2-27,9-2-12,16-4 11,8-3-5,-1-3 22,-7-2 90,-10 1 179,-16 2-34,-12 1-313,-17 0-67,-20 3 100,1 0 1,-15 4 27,-6 5 17,10 0 0,0 0-5,-21 3 19,13-1 0,2 0-36,6 1-22,-5 0-74,18-1-94,12-3 72,0 2 213,13-2-39,3-2 5,19 0-56,11-5-3402,20-3 3391,-26 3 0,1-2 6,6-2 0,-2 1-12,12-2 18,1-1 49,-36 7 102,-2-1-79,-9 3-39,-16 0 3370,-9 5-3387,-20 2 19,9 0 1,-1 0 81,-27 5-31,26-4 1,2-2 24,-4 1-22,13-1 56,14-5-168,5 1 73,4-2-28,5 0 16,13-2-189,13-1-435,4-2 0,2 0-484,20-4-2650,-8 2 0,1 0 3697,6-1 0,-8 1 0,-22 2 0</inkml:trace>
  <inkml:trace contextRef="#ctx0" brushRef="#br1" timeOffset="198333">21855 7448 18621,'6'-48'744,"0"0"0,-1 0 0,1 1 0,0-2 1,0 3-1,-1 3-375,-2-4 1,-2 7-12,-1 8 225,0-7-298,0 24-268,0 5 39,-1 26-5,1 11-23,0 25-12,-2 9-316,1-26 0,-2 2 311,0 2 0,-2 2-3,0 1 1,-1 0-12,0 0 0,0 0 6,0-2 0,0-2-126,2-2 0,0-3 134,0 21 12,1-14 62,3-18 21,0-12 140,0-8 513,4-19-714,2-10-6,6-24-22,-2 6-1,-1 0 1,1-3 0,-3 11 0,1 0-835,3-17 0,0 0 824,-4 21 0,0 2 22,10-30-45,-9 41-11,0 0 17,-6 24 27,1 19-21,-2 32-292,-1-23 1,0 2 301,-2 11 1,0 2 2,-1-6 1,-1 0 809,1-1 0,-1 0-827,1 3 1,0-1 3,0 19 16,1 0 39,2-36 102,1-9 615,0-22-756,-1-3 148,0-21-103,0-30-48,0 24 1,1-3-569,1-13 1,1 0 567,-1 15 0,1-1 12,2-11 0,1 2 13,-1-1 1,1-8-45,-5 38 27,-2 12-32,-5 18-7,-3 14 17,-2 13 1,-2 7 13,4-9 1,-1 2 279,-3 16 1,0 1-303,4-16 0,2-3 8,1-4 1,1 0-17,-2 19 16,4-17 23,2-14 106,1-13-50,0-15-17,1-12-39,0-5 5,2-8 1,0-4-18,1 4 1,0-2 25,0-5 0,1-4-23,2-16 1,1 0-4,-3 19 1,1 1-1,1-13 1,0 1-306,0-2 294,-3 24-22,-4 20 17,0 21 28,0 3-23,-3 48-5,-1-21-170,-2 16 1,-2 5 171,2-21 1,-1 1 5,-3 17 1,0 1-4,2-16 0,1-3-2,2-8 0,2-2 308,0 11-272,5-22 67,1-14 23,4-31-79,0-14-25,-1 4 0,-1-3-1543,1-7 0,-1 0 1535,-1 7 0,1-2 13,3-17 1,-1 1 473,2-2-471,-3 22 1,-1 4-12,-1 12 6,-5 25-11,-2 7-18,-10 39-97,5-20 0,1 3-692,-2 8 0,2-1-92,1-4 1,1-1 892,2 24 0,3-38 0,0-1 0</inkml:trace>
  <inkml:trace contextRef="#ctx0" brushRef="#br1" timeOffset="202836">8412 16761 19277,'0'-4'3988,"0"1"-2638,0 3-1345,-4-15 6,2 28-100,-2 8-29,3 16-436,0 21-2812,0-9 2518,1 5 0,0-15 0,0-16 0</inkml:trace>
  <inkml:trace contextRef="#ctx0" brushRef="#br1" timeOffset="203956">8568 16743 14874,'2'-9'6413,"0"1"-4989,-2 8 1017,0 0-2318,-3-53 80,-2 39-187,0-40 18,-7 64-23,-1 7-11,-4 4 17,-5 16 11,-1 3-51,4-5 1,0 3 22,4-5 0,1 1-530,-2 5 0,2-2 519,1 8 11,14 2-11,5-29 11,19 4-6,10-23 23,-2-9 0,1-2 22,15-8 78,-8-7 1,-4-2 28,-10 0 5,-6 1 0,-3-3 180,-8-26-163,-8-3-110,-5 24 1,-4 3-8,-7-7 44,-25-1-67,-2 25-45,-9 1 6,4 23 11,20 3 1043,1 18-1082,10 4 16,1 3-122,5 16-337,10 3-145,10 1 122,-1-25 1,3-3-112,13 5-67,6-9-412,5-18 0,4-8 798,20-10 158,-17 6 0,0-4 273,-1-15 1,-6-2 83,2-3 90,-7 1 0,-1-2 902,-1-19-448,-5 1-96,-8-1-83,-12 21-107,-4 11-291,-2 11 34,-2 4-147,-7 12-44,-3 6-67,-5 15 17,1 9 11,4-3-34,6-5 0,2 1-39,0 13 273,4 9-313,20-7 80,8-26 88,18 3-21,2-22 10,1-14 1,-9-3 100,10-25 74,-22 8 10,7-18-106,-20 17 134,-6-15-134,-5 20 28,-2-8-50,-4 20-90,1 7-218,-6 6-309,0 9-980,-3 5-3500,4 9 5007,2-2 0,4-6 0,1-6 0</inkml:trace>
  <inkml:trace contextRef="#ctx0" brushRef="#br1" timeOffset="204199">9836 16470 23747,'-1'-45'832,"0"0"1,0 6 0,-1 7-508,-1 19-236,-1 8-50,1 10 17,-3 15-11,-2 22-40,1-11 1,-1 2-344,-1 9 1,0 2 242,-1 4 0,-1 1-815,1 4 0,1 0 416,1-12 1,2 1-2988,1 21 0,3-2-2372,3 0 5853,1-11 0,2-5 0,1-20 0,0-3 0</inkml:trace>
  <inkml:trace contextRef="#ctx0" brushRef="#br1" timeOffset="204373">9567 16868 24615,'0'-42'-56,"1"0"0,7 2 0,9 9-756,42 25-731,4 0 1543,-1 2 0,-4 1 0,-17 1 0,-4 0 0,1 1 0</inkml:trace>
  <inkml:trace contextRef="#ctx0" brushRef="#br1" timeOffset="205066">10184 16852 20240,'5'-62'1447,"1"0"0,-2 6 0,0 6-6177,0-9 4870,-3 28 1347,-1 11-1487,0 22 882,2 14-871,0 18-1159,0 1 0,-1 2 1125,0 20-30,-3-10 0,-2 1 897,-1-14 1,-1 0-1027,-3 9 0,-2 0-14,-1-2 0,0-2 92,-1-5 1,1-2 108,-10 16 96,6-22-39,6-15 89,5-29 3182,3-9-3142,1-27-46,3 11 1,0-2-95,-1 12 0,0-1 41,2-20 0,2-1-5,-1 19 0,0 0 42,5-15 0,2 0-344,-2 13 0,2 2 274,2-1 0,2 3-37,5-1-313,10 3 307,2 14-27,15 2 6,-7 10-1,1 20 0,0 9 6,7 19 0,-14-13 0,-3 4-22,-14 4 0,-6 0-1,-5-4 1,-5 1-23,-3 9 0,-5 2-11,-13 8 0,-6-2 45,8-16 0,-4-2-461,-16 12 0,-5-4 424,13-19 1,-2-2-65,-8 3 0,-2-3-186,3-5 1,-1-4-1103,2-7 0,3-4-8431,-11-13 8617,15-4 1,24 2-1,6 10 1</inkml:trace>
  <inkml:trace contextRef="#ctx0" brushRef="#br1" timeOffset="205972">10822 16868 24827,'29'19'151,"-1"-1"1,27 7-124,-7-28 28,3-10 89,-15-3 186,4-14-213,-17 8 246,-7-19-50,-16 18-152,-2-4 73,-11 7-44,-3 9-46,-10 0-38,-10 7-85,10 6-11,-4 4-16,-1 17-1,6 1-28,-9 16-33,15 9 6,9-15-91,12 13-77,17-20-174,18 5-1755,0-20 0,3-3 1855,20 3 79,-3-13 0,0-5 54,-6-5 195,-4-2 0,2-5 59,-11-1 0,-3-1-34,-5 4 1,0-1 190,9-11 0,-4 0-67,-11 3 150,10-21 197,-25 13-353,-1 6 3554,-19-5-3576,-6 23 142,-8-1-187,-18 15-90,18 2 8,-4 7 1,0 2-26,5 4-10,-18 24-29,24-7-112,2 20 112,13-19 6,18 10 56,18-25 16,27-2-10,-9-16 38,5-16-21,-30-6 32,-2-12 91,-11 5 100,0-4 0,-7 5-16,-3 7-208,-2 7-22,-1 8-23,-3 14 6,-2 29-6,1-4-22,-1 11 0,-1 5-236,3-11 1,-1 1 233,-1 10 0,-2 6 1,1-3-745,-1-2 0,-1 1 740,-1-1 1,-2 3-1,-1-3-81,-7 4 1,-4-2-4,3-11 0,-2 1 1,0-2 52,-6 7 1,-2-3 13,-5-3 1,-2-9 62,-14-18-12,5-26 0,16-25-203,21-4 0,6-6 15,3 2 0,3-4-734,5-3 0,4-4 1,1 0-1156,2 5 1,1 2 0,2-1 2063,4-3 1,1-1 0,-1 7-1,-1 5 1,-2 7 0,6-5-1</inkml:trace>
  <inkml:trace contextRef="#ctx0" brushRef="#br1" timeOffset="206716">11826 16721 21142,'0'-9'4061,"0"2"-3260,0 7-118,0 0-716,6-22-1,-1 25 34,8-7-6,0 41-55,6 12-12,0 10 28,-4-9-25,-6-10 0,-1-3 42,-1 1 25,-3-1 1,-2-3 7,-4-12 34,-12 6 17,1-24-44,-2-5 21,7-13 18,5-8-12,6-20-22,5 4-29,4 1-21,9 7-354,6 7-3733,8 3 3593,1 4-2410,24 5 422,-7 5 249,-7 1 0,2 0 1501,-14 2 1,-2 0 865,27-3 548,-29 3 2824,-19-1-1098,-9 2-420,-7-3-1165,-3 2 3504,-7-1-3504,5 1 848,-2 0-1414,5 2 62,4 1-180,2 0-55,2 4-46,5 3-16,7 5-6,4 0-22,23 4 56,-7-10-6,13 3 0,-18-10 157,1-9-61,-17-5-18,2-9-66,-10 4 89,-8-13-51,0 15 46,-12-14 21,-7 19-66,1 1 16,-11 7-50,16 8 6,-13 6-6,3 9-34,-5 12-83,0 24-96,13-2-157,11-18 1,5-2-314,8 11-3390,31 9-5006,5-28 8203,15 3 0,-24-20 0,-14-7 0</inkml:trace>
  <inkml:trace contextRef="#ctx0" brushRef="#br1" timeOffset="207089">12825 16831 17927,'4'-9'7635,"-1"2"-6672,-3 7-140,0 0-789,-15-10-18,8 16-32,-10-4-18,20 25 34,4-9 6,20 8-51,9-14 11,1-1 6,19-8 34,-24-8 16,5-2 45,-10-17 1,-13-5-63,-1 0 46,-8-9 61,-7 15-62,-2 1 68,-16 0-34,-4 15 5,-15 4 12,1 14-45,0 11-56,11 0-22,-4 23-6,18-7-224,-2 20-1266,15-4-7473,12 4 8991,5-8 0,-2-18 0,-4-14 0</inkml:trace>
  <inkml:trace contextRef="#ctx0" brushRef="#br1" timeOffset="207808">14012 16489 25405,'-18'-16'140,"-14"8"-107,-24 21-27,15-3 0,0 1-611,-17 4 630,19-6 0,2 0 37,0-4 268,-2 0-73,14-4-42,14-1-182,6 0-22,5 0-16,2 2 312,3 7-246,4 20 23,-2 11-25,-4-8 0,-2 2-14,-5 4 0,-1-1-275,1-4 1,-1-1 262,-5 10 1,1 0-23,4-10 0,1 1-34,1 11 1,5-1 14,6-9 0,4-4-9,17 22-11,0-34 0,5-5-152,0-6 1,3-2-899,12 0 0,4-3 908,8-5 1,-3-3 0,-24 4 0,-2-1 0,27-7 0</inkml:trace>
  <inkml:trace contextRef="#ctx0" brushRef="#br1" timeOffset="211514">14365 16988 15737,'-3'-11'5534,"0"3"-4705,-8-28 0,1-5-420,5 17-337,-8-19 1,5 13 118,18 53-146,0 15-26,-1-8 1,1 1-3,4 18-40,-3-11 1,0 1-34,8 11 36,-6-16 1,3-1-9,13 7 78,1-17 73,0-12 23,-2-20 22,0-13 89,7-30-173,-10 11-8,-8 8 0,-2-1 41,1-13-22,2-10-83,-3 7-80,-2 11-167,1 12-336,1 14 134,-2 10-2834,20 26 722,-4 0 1054,10 10-135,-8-10-2190,10 0 1322,-8-10 0,4 0 2498,1-2 0,2 0 0,-1-1 0,2-3 0,6-4 0,-2-5-2378,9-9 5823,8-1 4541,-31-22-5431,-23 8-1699,-3-6 310,-16 5-270,-15 2-622,-6 7 3270,-13 2-3444,5 19-88,-3 10-46,0 11 17,3 7 28,10-3-22,-5 22 11,17-13 6,-1 17 5,17-17-17,8-12 79,26-6 84,4-16-56,8-4 50,-12-11 0,-1-4 191,11-16-273,-12 7 0,-2-2 351,6-18-28,-12 4-224,-12 13 236,-6 4-292,-4 16-90,-1 0-33,-10 19 16,2 0 1,-15 25-40,5 6 20,6-5 0,2 2 274,-2 16-294,10-7 1,5-3 27,9-6 0,13-2 1,8-5-327,-3-19 1,3-6 336,17 5 1,3-8 5,-4-11 1,-1-8 27,2-6 0,-2-4-36,-11 4 0,-1-6-485,-4-2 0,-1-5 1,-2-1 525,-1-5 1,-3-3-21,-2 1 1,2-3-1,-4-1-6,-6 5 1,-2-1 0,-2-1-8,0-1 0,-2-1 1,0 0 17,-2 0 1,0 1 0,-1 0-119,0-17 0,-2 4 142,0 16 1,-3 2 94,-3 4 0,-2 6-80,-3 9-52,-5 3 539,-10 42-527,2 17-26,4-5 1,0 5-389,1 5 1,2 2 371,0 9 0,1 1-27,5-16 0,1 1 0,2 1-561,0 2 0,2 1 0,1-2 353,1 10 0,4 0-1227,6-3 1,3 3 0,4-5-2239,6-2 1,3-2 3422,-4-6 0,1 1 0,0-6 0,17 12 1,-16-28-1</inkml:trace>
  <inkml:trace contextRef="#ctx0" brushRef="#br1" timeOffset="212024">16850 16673 25640,'-53'-28'213,"2"6"-185,16 22 11,-6 0 0,-5 0 17,-3 0-5,1 3-7,7 2-21,11 3 5,11 1 5,10 3-21,5 2 38,2 6 28,2 8 51,1 27-101,-1-12-231,-1-5 0,-2 1 237,-6 19-29,3-14 1,-1-1-1,-2 16 1,3 0 16,17-15-38,3-14-24,16 5-167,9-23-409,11-13-1009,13-8-323,-28 2 1,2-1-2392,1-2 1,0 0 4338,-5 1 0,-3 0 0,9-2 0,-19 4 0</inkml:trace>
  <inkml:trace contextRef="#ctx0" brushRef="#br1" timeOffset="212424">17175 16872 25713,'-44'-10'722,"4"6"-649,10 20 28,-4 9-79,14-8 6,-18 24-45,19-9-11,-4 20 17,18-21-22,15 6-12,16-17 28,16-2 28,14-7 3,-16-12 0,-1-3-8,16-4 27,5-8 40,-18-13 22,-13-1 62,5-15 0,-23 3 11,-11 1-22,-13 3-51,-10 7-28,-12 6-39,-15 7-146,8 8-38,4 6-147,15 8-2671,7 14 2974,9 3 0,-1-3 0,8-4 0</inkml:trace>
  <inkml:trace contextRef="#ctx0" brushRef="#br1" timeOffset="212874">17625 16720 26267,'12'-20'151,"13"0"-151,-1 18 6,16-5 5,-21 4 96,22-5-57,-23 5 51,16-2 28,-21 5 16,-1 0-78,-7 1 17,-4 1 101,-7 9-146,1-3 29,-13 18-24,3-5-38,-3 6 28,1 6 22,3 15-51,4-8-2,5 2 0,2 3-14,10 16-275,-4-24 1,1 0 268,7 2 0,4-2-17,2 1 1,0-2-3,-2-2 0,-1-1-49,12 23-273,-31-24-3971,-45-13 4329,-1-4 0,-2-4 0,25-9 0</inkml:trace>
  <inkml:trace contextRef="#ctx0" brushRef="#br1" timeOffset="215339">18246 16558 15732,'-6'-5'4783,"1"2"-3574,5 3 388,0 0-5182,-50-43 3680,37 31 377,-14-11 0,8 2-388,31 19-12,15-2-21,18 0-1,13-2-25,-18 4 1,0 0-4,13-1-11,4 1 40,-24 4 128,-12 5-106,1 0 11,-16 4 3470,-5 5-3414,-2 8-45,-2 13-61,0 0 11,0 0 0,0 3-552,2-4 1,2 1 506,1 18 0,3 3-3,2-4 0,4 0-1528,3 2 0,2 0 1514,1-3 0,0 0-3,-1-5 1,-4-1-865,-10 3 1,-6-3 872,-7 7-9,-3-25 1,-7-5-217,-27-4-592,-13-6-688,20-7 0,-3-4 1516,-6-6 0,2-2 0,-7 0 0,7-9 0</inkml:trace>
  <inkml:trace contextRef="#ctx0" brushRef="#br1" timeOffset="215773">19153 16875 21408,'-1'-62'1172,"-1"1"0,1 6 1,-2 10-909,-1 22 148,-1 10-334,3 15-11,0 13-72,5 19-7,2 22 1,1-4-148,-2-14 0,1 2-180,-1 4 0,-1 0-677,0 1 0,0 1-359,0 5 0,-1 0-1191,-3-14 1,0-4-2062,-3 16 3854,-2-12 0,3-26 0,0-3 0</inkml:trace>
  <inkml:trace contextRef="#ctx0" brushRef="#br1" timeOffset="215956">19048 17010 23416,'-14'-45'-157,"28"7"-400,22 31 0,10 7-852,1-4 1,3 0 876,-5-1 1,2 1 0,-5-1 0,-9 2 0,-2-1-1,28-3 1</inkml:trace>
  <inkml:trace contextRef="#ctx0" brushRef="#br1" timeOffset="216166">20031 16608 25567,'-18'49'-36,"0"1"1,2-3 0,3-1-170,11-11 0,2-2-1727,-1 2 0,0-2 734,3 18-3718,1-18 1,2-1 4901,3 0 0,1 2 0,-4-23 0</inkml:trace>
  <inkml:trace contextRef="#ctx0" brushRef="#br1" timeOffset="216372">19783 16919 20671,'-40'-15'1543,"1"-1"1,-17-10-1348,65 22 157,21-3-85,13 2-125,-1 2 0,4 1-1018,-2 0 1,-1 1 891,2 0 0,0 0 5,-4 1 0,-1 0-239,-6 0 0,-2 0-511,19 0 728,-5 0 0,-37 0 0,-2 0 0</inkml:trace>
  <inkml:trace contextRef="#ctx0" brushRef="#br1" timeOffset="224256">13900 10325 15224,'-1'-50'1010,"0"-1"1,0 1-1,0 2 1,0 1-1,0 4-461,0 4 0,-1 2-56,1 4 0,1 1 319,0-16 59,-1 16-803,1 17 6,-1 9-1,0 18 44,-2 31-111,1-4-175,-1 2 1,-1 4 185,0-7 0,0 0-335,-2 13 1,0 1 317,1 0 0,0-1-6,1-3 1,2-1 2,3-1 0,2-2 20,1 9 17,7-5 173,-6-37 34,1-3 238,0-21-406,1-13-11,3-21-26,-4 17 1,0-2-9,0-5 0,-2-2 19,1-4 0,-1 0 0,0 0 1,-1 0 39,-1-2 0,0 2 42,0-14-79,-1 16-56,-1 30-10,-1 24 16,-1 1-40,-1 29 35,1 8 16,1-6 0,0 2-20,1-3 1,0 0 14,0-1 0,0 0-12,-1 5 0,-1-4-16,1 0 22,0-7 0,0-2 17,0 4 39,1-13 0,0-6 738,0-24-772,-1-12-5,-1-13-6,0-3 0,0-1 1,-2-18-12,1 6 0,-1-1-302,1 11 0,1 0 330,-1-7 0,-1-1-9,2 5 1,0 3 53,-4-21-96,5 29 12,-2 12 33,3 33-33,-1-3 0,1 33 11,1 3 5,1-5 1,-1 5-703,0 6 1,0-1 690,-1-7 1,1-2-1,-2-3 0,0-4 1,-1-3-436,1 19 452,0-29 611,2 13-510,-1-40-84,1-6 39,-1-33-20,1-1 1,1-4-37,-1 9 0,0-1-904,2-13 1,0-1 906,-1 9 0,-1 1 8,1-4 1,0-3 14,-1-9 0,0-2-23,1-1 0,-1 3 2,0 16 1,-1 4-28,2-23 0,-2 41 11,0 15 11,0 15 3214,3 17-3264,0 24 22,0-18 0,0 2-139,0 5 0,0 0 153,1 3 1,-1 1-1,1-2 0,1 0-3,1 2 1,1-1-1,3 17 6,0-13 45,-5-28 56,-4-16-34,1-9-45,-9-27-10,-2-14-7,1 9 1,0-1-402,-5-23 407,5 18 0,-1 0 14,2 6 1,-1 1-7,-1-6 1,0 1-9,1 7 0,1 3 777,-5-9-833,4 21-17,2 23 51,3 6-17,1 20 0,1 7 28,1 22-605,1-8 0,2 2 602,0-10 0,2-1-14,2 8 1,1-1 198,-2-11 1,1-2-183,0 3 0,0-4 34,-1-8-23,-1-11-11,-5-24 11,0-16 12,-2-33-15,1 21 1,0 0 517,-1-2 0,1-3-512,-2-15 0,1 2-2,1-3-1,-1 7 0,2 2 11,3 5-16,-1 3-28,5 25 5,-2 15-6,5 27 18,6 29-29,-7-24 1,0 2-633,2 10 1,-1 0 54,-3-13 1,-1 0 610,2 13 0,-1-3 0,-2-11 0,2 14 0</inkml:trace>
  <inkml:trace contextRef="#ctx0" brushRef="#br1" timeOffset="239583">1851 17703 20901,'-15'-44'754,"-1"0"1,2 3-1,0 8-440,-4 11-152,-5 6-106,4 7-33,-9 5-35,-10 14-21,-6 10 7,16-3 1,0 3-36,-16 25-12,8 5-11,15-3 34,12-10-34,24 5 128,10-15-55,19 10-118,8-8 42,-23-14 1,-1-1-391,1 1 0,-1-1 432,14 8-67,1 11 101,-27-13 50,0 10 6,-19-13 106,-25 8-72,-11-7-71,0-3 1,-3-1-51,7-5 0,0-3 252,-1 2 0,2-3-339,-27-4-4044,26-12 2980,4-1-8638,19-27 8607,13 19 0,4-9 0,-2 23 0</inkml:trace>
  <inkml:trace contextRef="#ctx0" brushRef="#br1" timeOffset="239822">2332 17471 25387,'-1'13'-33,"0"17"-7,-2 1 1,-1 5-412,2 23 1,1-1 175,0-21 1,1-1-101,0 14 0,1-2-1687,4 2-1343,0-7-4033,1 0 3007,-2-19 4431,-1-12 0,-3-10 0,0-2 0</inkml:trace>
  <inkml:trace contextRef="#ctx0" brushRef="#br1" timeOffset="240332">2304 17964 19742,'-41'-28'982,"-1"1"0,6 2 0,7 6-814,20 15-151,5 0-151,13 2 128,11-2-33,20-1-62,16-3 70,-23 3 0,2 0-269,2-2 1,-1 1 304,21-4-5,-23 2 0,-2 0 213,-1-1 162,3-3 28,-24 7-55,-8 3-124,-6 2-45,-1 0-95,-1 0 553,-2 1-581,1 7 125,0 5-164,1 8-40,6 3-27,9 2 44,11-4 29,12-7 61,5-8 129,2-14-79,-11-2 449,2-25-85,-17 5-78,2-14-112,-12 6 68,-11-3-276,1 15 29,-11 1-73,3 17 6,-10 2-85,-3 9 18,-3 5-1,-1 8-61,5 9 33,10-2-195,6 19-102,17-12 96,2 7-420,22-8-1154,24-10 471,-22-11 1,2-1-347,9-1 1,1-2-1905,-4-3 1,-2 0 3587,26-1 0,-25-1 0,-20-1 0</inkml:trace>
  <inkml:trace contextRef="#ctx0" brushRef="#br1" timeOffset="240798">3123 17853 26026,'-4'-32'148,"-1"-1"1,-2-17-149,7 59 28,3 13-28,2 14-33,2 18 10,-4-9 1,-1 2-473,0-13 0,-2 2 453,-1 22 0,-2 1-438,0-14 0,-1-1 387,-2 9 1,0 0 61,1-14 0,1-2 17,-1-1 0,1-6 121,0-9 27,1-4-100,1-22 735,-3-31-701,2 8-35,-2-22 79,3-4 0,0-2-33,1 24 0,1-2-49,-1-13 0,1-8 0,0 6 43,1 5-1,1 1-31,2 0 0,0-4 1,1 3 0,3-8 0,1 3-40,-1 3 1,1 4-3,14-10-5,3 30-3147,11 6 3140,-4 10-10,8 19 5,-3 26-44,-2 7 44,-4 4 0,-19-12-39,-13 1 514,-32 14-615,-1-8 117,9-22 1,-3-2-272,-8-9 1,1-5 3259,-1-1-4050,2-5 1,2-5 252,6-17 0,4 8 0,12-6 0</inkml:trace>
  <inkml:trace contextRef="#ctx0" brushRef="#br1" timeOffset="241039">3558 17729 23769,'41'-14'-1967,"1"0"1,10-3 0,-10 5 0,-33 10 0</inkml:trace>
  <inkml:trace contextRef="#ctx0" brushRef="#br1" timeOffset="241399">4031 17498 26530,'0'-41'-2,"0"1"0,5 3 1,6 11-38,24 31-96,20 23 6,-14 10-201,-20-11 0,-4 4 235,-1 29 78,-15-10 22,-19-5 1,-7-2 72,-14 3-505,11-13 0,0-3 461,-5-9 145,11-11-95,11-6-6,3 0-78,20-9-134,16-4-12,4-1-170,0 3 0,3 1-671,2 0 1,4 2-241,15-1 1,2 0 190,-10 2 0,2 1 1036,-3 1 0,2 0 0,-8 1 0,7 0 0,-13 1 0,-1-1 0</inkml:trace>
  <inkml:trace contextRef="#ctx0" brushRef="#br1" timeOffset="246781">13439 2258 15956,'-10'-54'1678,"1"1"0,-1 8 0,1 4-758,-5-5-551,3 21-403,6 15 42,11 10 840,8 14-651,14 13 99,9 15-506,-17-16 0,0 2 249,1 2 0,0 1-5,0 0 1,-1-1 17,0-1 1,-1-1 47,14 19-684,-8-15 655,-9-13 168,-7-11 120,-1-15 596,0-3 508,17-32-496,-1 4-340,-5 9 1,1-1 663,15-16-85,3 7-153,3 13-410,1 11-3283,14 15 1164,-19 5-4827,12 13 6183,-26-2 1,-4-3-1,-10-4 1</inkml:trace>
  <inkml:trace contextRef="#ctx0" brushRef="#br1" timeOffset="247332">14348 2204 32767,'-17'-39'-2852,"1"-1"0,-6 6 0,-1 13 2529,-3 28 4127,-18 16-1430,17 3-1517,-1 9-485,7 1-439,12-10-324,5 7 1295,9-16-1504,5 3-1949,9-13 1463,15-17 1797,1-6 235,1-7 123,-4-7 42,-11 5 226,0-4-1250,-8 7-87,-6 10 0,-7 8 0,-9 14 0,-12 20 0,-2 7-172,0 4-204,10 1-271,10-12-260,6-1-160,23-1 1106,6-18-47,3-9 0,2-4 559,14-8-5,-8-6 1,0-4 39,-10 1 0,-2-2-421,8-7 0,0-3-165,-3-2 0,-3-3 0,-4-2 0,-4-3 0,-4 0 0,-5-4 0,-5-11 0,-5 0 0,-2 19 0,-4 1 0,-8-18 0,-3 6-1215,-3 16-1039,-14-12 342,10 36 1264,-3 11 1562,-2 19 159,-1 23-754,11-11 1,2 3 2,1 7 1,2 3-14,1 6 1,3 3-285,2 4 0,4 3-3179,6-9 0,4 2 0,-1-4-1605,1 2 0,0-3 4244,9 10 0,-1-9 0,-8-26 1,-4-10-1</inkml:trace>
  <inkml:trace contextRef="#ctx0" brushRef="#br1" timeOffset="249307">13503 4347 10254,'-5'0'4172,"1"0"-2436,4 0-1139,-27 1-27,27-1-435,-20 1 216,53-2-154,6-3 89,2 1-11,7-5-232,-27 4 380,11-1 153,-22 4-164,2-1-253,-38 2 28,-3 2 100,-24 1 419,4 3 29,4 2-187,11-3 251,4 1-302,18-3-118,0-1 66,10-1-17,5-1-491,12 1-109,-2-1 2,22 0-7,-3-1-20,13-2 132,14-3 31,-13-1 58,1 1 258,-25 2 279,-10 2-273,-16 1-214,-4 1 166,-40 5-137,15 0 23,-4 1 0,-4 2-220,5-1 1,1 1 236,-23 4 130,25-4 1,4-1 587,10-2 311,6-1-67,17-2-866,13-2 314,2-1 137,29-7-39,-20 2-1796,12-4 0,1-1 1078,-7 1 58,0 0 0,-2 0 266,-6 1 702,-5 2-386,-7 1-219,-11 5-2183,-9 12 1755,-5 2 1,0 2 0,3-5-1</inkml:trace>
  <inkml:trace contextRef="#ctx0" brushRef="#br1" timeOffset="254539">13547 10140 21584,'-27'-46'364,"0"-1"0,2 9 1,10 3-23,42-16-197,4 17-106,-7 11 1,3 1 4,28-7-36,-25 18 1,1 3-252,2 2 1,1 3 242,0 4 0,0 6-3,7 6 0,-3 7 0,-7 1 0,-4 3-3,0 0 1,-5 2-6,-9 5 0,-7 0 22,-17 27-3,-2-19 1,-6 1-7,-10 3 1,-4 0-923,-7 2 0,-2 0 912,-1 0 0,0-3 8,10-9 0,1-2 5,-4 3 1,5-5 507,6-6-485,-4 5 28,30-25 11,13-8 154,6-2-191,8-4 1,4-3-8,25-7 753,-13 5 0,3 0-776,-2 1 0,0 1-841,6 0 1,-1 0 801,-9 2 0,2 2-258,-1 0 0,4 1 0,-2 1-1307,1-1 0,1 1 1604,-1 0 0,3 0 0,-6 1 0,16-3 0,-10 2 0</inkml:trace>
  <inkml:trace contextRef="#ctx0" brushRef="#br1" timeOffset="254999">13519 9968 20336,'-11'-47'242,"-1"1"1,6 3-1,12 7-2865,31 19 1,9 7 2669,-15 2 1,1 1 30,25 2 1,-1 4 652,-6 7-720,-4 3 1,-1 5 949,3 19-947,-21-1 0,-3 3-3,2 16-170,-22-8 0,-10 0 170,-9-10 0,-5-2-3,-9 11 1,-5 0-1,-7 0 1,-2 0-6,-3-2 0,-2-1 10,14-11 0,-2 0 0,4-3-8,-2 1 1,2-3-1,1 1 1,3-4 2922,8-3-2895,9-9 1027,20-2-904,19-14-97,9-1 0,4-2-45,-11 2 0,2-1-371,23-6 0,4 0 264,-10 4 1,1 0-1119,-7 3 0,4-1 1,-2 1 1210,18-4 0,-4 3 0,-17 2 0,-5 2 0,7 0 0</inkml:trace>
  <inkml:trace contextRef="#ctx0" brushRef="#br1" timeOffset="256848">28309 7405 32767,'-1'-7'-2005,"0"1"-19,1 6 3162,0 0-474,-3-19-1472,6 25 101,5 4 510,14 38-626,-5-15 0,3 0 490,4 3 0,3 0 428,3 1 0,3-1-518,2 1 0,1 1-66,1 1 1,1 0 441,-1-1 1,0 1 89,-2-2 1,-3 1-179,-3-4 1,-4 0 85,-5-4 1,-3 0-176,4 21-57,-12-10 68,-7-16 48,-5-3 103,1-15 6,-4-5-5,-4-15 868,-10-14-812,-2 0 7,-6 1 1,-3 0-3,-19-11-244,13 13 1,-1 0 260,6 8 0,2 2 0,-27-7-90,5 6 123,5 3 12,8 2 5,7 1 6,6 2-34,8 2-39,8 3 0,5 2 543,5 8-493,2 8 180,10 21-185,0-8 47,8-1 1,7-3-1,6-8 0,4-4-33,9 4 1,2-3-296,-3-5 0,3-3 266,-3-6 0,3-3 0,-4-1-570,-7 0 0,0-1 588,7-2 1,6-2 0,-5-1 29,-3-3 0,-3 0-275,8-4 1,-1-1 277,-7 1 0,-3 1 42,20-14-28,-16 2 343,-17 11-511,-10 3 923,-9 9-7717,-3 1 6867,0 1 0,1 0 0,-2 3 0</inkml:trace>
  <inkml:trace contextRef="#ctx0" brushRef="#br1" timeOffset="258539">29035 8745 23807,'15'-51'383,"1"-1"0,-3 6 0,-2 10-555,-6 26 53,-3 5 146,-4 18 22,-6 13 23,-8 22-62,5-19 0,-2 2-108,-1 1 0,-1 0 109,2-1 0,2 0-11,-6 14-28,10 10 51,16-25 83,8 5-27,16-22 10,11-14 34,12-12-78,-25 2 0,0-2-106,1-3 0,1-2 125,-3 0 0,-1-2-13,-2 1 0,-2 1-17,9-9 5,-4 3-11,-16 15 22,-3 1-44,-6 9 22,-7 16 234,-1 7-262,-2 5-22,-1 21 5,5-11 0,7 20 11,3-18-30,5-10 0,4 1-71,4-7 0,2 0 40,-3 0 0,3-1-96,7-4 1,0-5 11,-1-8-135,30-17 185,-19-15 81,-12 3 1,-2-4-3,8-20 22,-10-1 0,-2-2-596,1-9 612,-8 14 1,1-8 0,-3 4-458,-4 0 1,-3 1 453,-1 2 0,0-3 0,-3 3-2,-1 1 0,-7 2 25,-14-13 1,-8 5-9,-11 5-2,-3 20 0,-10 0 1,4 7-13,7 8 0,-3 5 0,-1 5 1,-10 1-1,-5 2 1,2 3-1,7 1-954,-4 6 1,5 3 0,-2 1 946,-2-3 0,-4 0 0,1 2 0,5 4 2,-2 10 0,4 4 1,7-1-209,2-1 0,3 2 196,6-1 0,-3 5 1,1 2-1,4-2-17,-4 14 1,5 2-194,3-4 0,0 4 0,7-4 213,6-3 0,9-1-3,11 7 0,12 0-7,8-18 1,9-2 0,2-1-4,3 2 0,4-1 0,3-1-254,-1-6 0,5 1 0,1-3 0,0-3 253,-1-3 0,1-3 0,-1-2 0,-1-1 1,7 1 0,-2-2 0,4-2 9,-11-5 1,4-1 0,2-2 0,-2-2-1,-4-1 11,10-4 1,-5-3 0,3-2 113,-1 0 1,3-1 0,0-2 0,-6-3-96,-2-7 0,-5-3 0,-5-3-68,-4-1 1,-3-4-1,-5-1 59,-3-2 0,-5-2 0,-2-2 7,-4-1 0,-2-2 1,-3 2 0,2-9 0,-6-1-31,-11 3 1,-7-3-1,-4 4-89,-11-3 0,-8 1-202,-2 3 0,-5-2 0,-4 5-1433,7 15 1,-3 3 0,-2 2 0,1 1 1698,-14-5 0,1 2 0,2 3 0,-6-2 1,6 5-1,19 11 0,1-1 0</inkml:trace>
  <inkml:trace contextRef="#ctx0" brushRef="#br1" timeOffset="265330">19428 7583 15311,'12'-53'1686,"-1"0"0,0-4 0,-2 2-902,-6 14 0,-2 3-543,0 6 0,1 1 383,-2-12 1,1 6-311,-1 13 44,0-6-386,0 26 28,0 6 73,-1 17 11,-1 31-56,-3 13-419,3-29 0,0 2 408,-2 5 0,-1 0-17,-1 2 0,1 1 2,-1-1 1,-1 0-177,1 4 0,-1-3 185,-2 11 0,3-21 185,2-12 28,3-16 410,3-28-595,1 5 39,4-38-33,0 20 193,-2 3 0,1-4-222,-2 4 1,1-2 8,1-10 0,0-1 0,-2 1 1,0-1 18,-1-2 1,-1 3 376,-1-13-337,-5 4-84,0 38-28,0 4-28,-2 22 56,2 3-11,-6 32 17,0 8-12,0 3-117,4-9 1,1 0 119,2-15 0,1 0 0,2 23 1,2-2-4,2-3 45,7 6 6,-7-47 50,0-1 90,-3-16-162,0-9-12,0-5 17,0-20 17,4-21-40,-1 27 1,1 0 128,-1-1 1,2 2-124,2 1 1,1 2-3288,5-12 3281,-2 8-44,-2 12-6,-9 20 34,1 12 11,-1 29 6,-1-3 113,1 1 1,-1 4-98,0 23-28,-2-12 1,0 0-9,1-17 0,-1 0 8,-2 16 1,1-3 3397,1-13-3358,0 17-3247,2-40 3297,0-2-1965,0-29 1892,0 2-79,0-13 0,0-5 102,2-24-31,-1 24 0,0-3 5,5-17 0,0 2 4,0-3 4,3-1 1,0 2 6,-1 12-18,1-6-22,-7 33 2249,-2 13-2277,0 18 2983,0 17-2949,0 30 5,0-4 9,-2-3 0,0 3-537,-1-17 0,0 0 537,0 9 0,0 0-20,0-9 0,0-4 6,-1 10 106,-1 3 152,1-25-141,2-11 51,-1-25-73,-1-13-56,-1-24-3,2 17 0,1-4-406,0-21 0,1-1 372,0 16 1,1-1 16,1-21 1,0 2-35,0 26 1,0 2 61,1-2 1,-1 2 7,1-7-72,-2 23 12,-3 27 10,-3 21-28,-4 29 34,2-1 582,1-3 1,1 3-704,1-15 1,0 1-620,1-2 1,-1 3 0,1-3 739,-1 6 0,1-5 0,-2 12 0,3-25 0</inkml:trace>
  <inkml:trace contextRef="#ctx0" brushRef="#br1" timeOffset="269964">18967 2060 21517,'-10'42'358,"19"18"-307,14-10-18,-2-15 1,2-3 22,10 2 12,4 2 145,-8-14 375,-13-11-56,-6-11-347,0-13-79,5-15-5,6-13-12,5-12-72,-11 24 0,1 0-20,0 0 0,2 1-103,19-24-34,-6 18-498,7 7-1771,4 17-2080,2 9-5197,4 11 9720,-20 1 1,-11 0 0,-12-9 0</inkml:trace>
  <inkml:trace contextRef="#ctx0" brushRef="#br1" timeOffset="270574">19961 2133 12255,'9'-3'8138,"-2"0"-5831,-7 3-1097,0 0-316,-68-62-1333,43 46 453,-14-19 0,1 8 137,22 32 678,2 2-3180,-15 32 2853,13-16 114,-17 31-348,15-12 440,5-7-333,5 8-173,15-23-1035,7 0 3335,10-10-2618,10-14 409,8-11 87,-14-3 0,0-2 233,11-10-274,-14 6 0,-3-1 216,-5-1 479,6-22-163,-15 26-614,-4-3-718,-9 24-46,-13 17 395,-2 9-76,-1 8 54,8-5 20,13 9-321,22-8-94,-2 0 97,23 0 30,-6-15-155,13 0 248,1-10 189,-11-8 359,10-24 629,-21-7-484,-9 6 0,-1-2-132,-6-1 0,-2-3-404,-2-5 1,-1-3 173,-2 1 1,-1-3-1,-1 2-83,0-3 1,0-2-65,-1 1 0,-1-3 1,0 3-123,-1 2 1,-1 1-28,-1-13 1,0 0 119,-2 18 1,-1 3-31,-3-21-147,-7 34-134,7 17 61,-3 4 97,-4 32 55,1 16 262,5-1 1,2 9 0,1-3-597,0-2 0,3 2 540,2-5 1,2 7 0,2 0 0,0-7-765,3 2 1,4-2-733,4 7 0,2 5 0,0-6-3335,-1-8 0,1-3 4877,6 12 1,-2-5 0,-5-17 0,-7-12 0</inkml:trace>
  <inkml:trace contextRef="#ctx0" brushRef="#br1" timeOffset="277923">17162 17415 16667,'1'7'-660,"0"-3"1,-1-1 0</inkml:trace>
  <inkml:trace contextRef="#ctx0" brushRef="#br1" timeOffset="278090">17162 17415 12785,'1'22'4173,"0"-4"-4173,-1-17 0,0-1 0,0 0 0</inkml:trace>
  <inkml:trace contextRef="#ctx0" brushRef="#br1" timeOffset="282272">16118 10140 13199,'2'-44'1264,"0"-1"0,1 1 1,0-17-1,0 6-609,-1 21 1,0 4 308,0-15 839,-2 18-1731,0 15 167,0 8-166,1 31-45,4 7-14,-1-2 0,-1 4-6,1 1 1,0 2-831,-1 5 1,0 0 835,-2-7 0,0 0 3,-3 22 0,-1 0-38,0-19 1,1-1 25,-2 14 1,0-1 22,1 9 145,2-25 354,1-20-102,0-15 1577,-1-16-1923,1-18-1,1-18-47,1 17 0,0-1 44,2-5 1,1-1-48,1-3 0,0-1 3,1 1 0,0 1-3,0 3 0,-1 1 90,2-20 33,-5 20-56,-3 18-173,-1 13-34,-1 9 84,-2 13 772,-1 15-750,1 5 9,2 4 0,0 3-3,0 22-346,2-18 1,0 2 333,1-11 1,0-2 6,3 28 10,2-14 18,0-15 27,-2-15 157,0-14-151,-4-15 6,1-12-23,-2-18-17,-3-13-10,0 6 2,0 5 0,0-3 8,1 1 0,0-1-308,0 3 1,0 0 290,1 6 1,0 6 653,-2 13-682,2 12-50,0 3 29,-2 11 38,-3 13-5,-2 21 11,-2 18-3,6-22 0,0 2 31,1 2 0,1 1-28,0 1 0,2 0-11,0-4 0,0 0 11,0-7 0,2-1 0,2 13 67,-1-19 79,2-15-40,-2-15-78,-2-5 28,-5-34-28,1-3-17,-1 9 0,0-1 6,-1-20-115,0 10 0,1 0 143,-3-14-28,3 21 0,0 2 11,-1 0-56,2 21-40,1 11-4,1 10 44,-1 20 28,1 12 5,1 5 1,0 3-12,1 16 233,-1-9 1,1 1-237,0-16 1,0-1 2,0 6 1,0 0 5,1 0 0,0-4 22,0 3 23,1-8 67,-1-29-6,0-19-83,0 2 5,-1-33 0,0-4-20,0 3 1,-1-2-4,0 15 1,1 0-444,-1-20 1,1 2 476,-1-7-8,1 28 0,-1 2 332,-2-7-458,0 20 17,-5 29 72,4 4 12,-3 19-23,-2 15 19,4-9 1,2 2-144,-1-8 0,1 1 127,0 16 0,2-2 9,3 10-1,2-5-5,5-3 986,-2-33-885,1-1-51,-5-28-28,0-5 17,-1-30-6,0 7 1,-1-2-1664,0 8 0,-1-2 1680,1-8 0,-1-4 1,0 5 44,1 8 0,-2 2 124,1-12 1,-1 4-74,-2 5-135,-1 21-56,-2 22 50,1 5-27,-1 32-309,2 10-1579,4-14 0,0 2 1921,3-2 0,1-2 0,1 14 0,1-23 0</inkml:trace>
  <inkml:trace contextRef="#ctx0" brushRef="#br1" timeOffset="287156">32387 3889 20705,'-8'-59'248,"0"-1"0,5 3 1,11 9-199,30 13-39,12 8-50,-7 19 28,-7 10-34,15 25 28,-19 9-917,-13-6 0,-2 1 929,-2 18-7,-22-3 1,-7-1-126,-7 4 134,-7-2 1,-7 1-12,-1-11 0,-1-4 16,7-5 1,0 0-14,-12 7 0,4-4 427,13-10-427,-2 2 61,22-17 73,11-5 872,14-5-972,39-7-12,-9-1-9,-3 1 1,3-2-28,3-2 0,-1-2-1110,3-1 0,0-1 1101,0-1 0,-4 1-5,-13 3 0,-3-1-268,3-8 0,-2-4 257,-8 3 0,-2-3 30,9-13 0,-4-4 14,-14 5 1,-5-2 2,-2-2 1,-6-2 13,-5-11 0,-5 0-429,-2 9 1,-4 0 448,-7-6 0,-4 5-23,6 18 1,-4 5-94,-9-1 0,-6 6 127,-13 7 0,-2 6-31,9-1 1,-2 2 424,-2 7 1,-5 3-1,1 4-423,0 8 0,0 6 0,1-1-257,7-3 0,1-1 1,-1 5 244,-3 4 0,-3 4 1,1 3-1,2 1-3,5 0 1,2 0 0,1 3 0,4 8-26,6 2 1,2 7 0,2 5 0,2 0 0,2-1 0,2-5 19,-1 1 0,3-4 0,3-1 0,7 4-140,4 5 0,5 5 1,4-1-1,6-5 1,9-13 138,20-9 1,12-14 0,1-3 1,2 2 0,2-2 1,1-3 13,-13-6 0,1-1 1,-1-1-1,-2-2-1,5-1 1,-2-1 0,1-3 16,6-5 0,2-4 1,-5-3-132,-12 0 0,-4-3 1,1-4 158,12-12 0,1-4 0,-5-1-27,0 0 1,-6-6 6,-14 5 0,0-6 0,-4 0 1,-4 5-22,-3 1 0,-5-2 7,1-17 1,-2-7 0,-5 8-11,-4 19 1,-5 2-22,-7-12 0,-5-5 0,-2 9-24,2 15 1,-5 5-166,-12-8 0,-7 0 1,1 6-491,-1 11 1,-1 4-337,-10-6 0,2 5-1369,12 11 0,3 4 2073,-17 10 1,24-4 0,3 2 0</inkml:trace>
  <inkml:trace contextRef="#ctx0" brushRef="#br1" timeOffset="287965">32510 4613 14678,'24'-45'1917,"-1"-1"1,-2 6 0,-5 5-910,-10 10-723,-3 10-162,-4 10 62,-8 17 141,-13 18-186,-5 5 30,-8 3 1,-4 4-825,8-8 0,-3 1 676,1-1 1,-2 2-1,0 0-4,5-5 1,0-1 0,0-1-13,-14 15 0,0 0 2,4-4 0,2-1 3,3-4 1,1-2-252,4-3 1,2-2 247,2-4 1,0-1-168,-21 15 198,6-7-22,13-11 308,3-5-73,17-12 1121,0-7-1345,7-13 563,1-12-580,1 0 262,0-12-195,0-6-16,0 0-17,-2 4 95,-2 11-79,0 19 79,-4-10-44,5 14-57,-1-2 45,2 4-62,1 5-151,-1-1 113,-4 18 32,1-2 29,-10 27-17,-1 3 0,-6 16-910,11-26 1,1-1 903,-3 19-65,10-16 1,4-1 87,14 10 2,0-14 1,4-2-8,20 2 19,-2-17 1,9-2 0,-4-2-46,-10-3 0,1-2-419,15 2 0,6-1 0,-7-2 237,9-6 168,-5-2 0,-3-2 0,-17 2 0,17-6 0</inkml:trace>
  <inkml:trace contextRef="#ctx0" brushRef="#br1" timeOffset="298538">20128 4066 9604,'-4'2'6172,"0"0"-4576,4-2-1282,38-4-140,-9 0-62,33-4-62,-19 2-11,-3 1 51,-8 0 195,-12 3 175,-10 0-224,-9 2-192,-10 0 1,-11 1-22,-16 4-12,-11 2-28,-4 4 45,3 1-22,16-2 22,5 0-96,16-5 18,2 0 207,11-1-73,4-3 78,29 0-128,-9-2 11,34-3-34,-13-3 17,12-2 28,-9 0 196,-9 2-56,-19 2 274,-8 2-274,-13 3-22,-6 0-197,-7 0 29,-4 0-6,-14 1-2437,-16 12 2437,12-3 0,-2 3 0,28-8 0</inkml:trace>
  <inkml:trace contextRef="#ctx0" brushRef="#br1" timeOffset="302596">21572 7336 17725,'-1'-46'533,"0"-1"1,-1 1 0,3-19 0,8 11-372,23 17-2794,-3 16 1,2 3 2721,2 3 657,2 4 0,1 5-713,2 16-29,18 13 1,-24 6-6,-1 22 34,-18 0 315,-9-16 1,-7 3-286,-15 13 1,-8 0-730,-1-4 1,-4-2 678,-4 0 0,-1-1-3,-4-3 0,1-3 1282,9-10 0,0 0-1288,-6 7 1,2-2-6,-8 10 132,17-13 210,26-21-124,7-5 404,20-4-521,0-4-11,15-2 0,5-2 290,-6 0 0,2-2-380,0 1 0,4-1 0,-1 0-107,-3 1 1,0-1-1,1-1-1771,12-2 1,2 0-1,-4 0 620,2-1 1,0 0 1257,-4 1 0,3-2 0,-12 4 0,-4 0 0,13-5 0</inkml:trace>
  <inkml:trace contextRef="#ctx0" brushRef="#br1" timeOffset="305863">23464 4369 9279,'-3'1'6598,"0"0"-2543,3-1-3875,-29-19-292,28 12 84,-20-13-6,46 16 28,8 1-22,15 0-50,1 2-180,-7 1 186,-19 1 38,-11 2 129,-30 6-78,4-1 28,-30 6 11,4-3 28,-13 2 101,-9 2-113,23-6 124,-4 1-22,28-7-107,3 1-44,8-3 89,19-1-85,-1-3 13,32-2-12,4-2-12,2 0-8,-12 3 1,0 2-3,7-1-17,13 1 5,-30 2 23,-15 0 106,-9 0-84,-48 4-3408,5-1 3369,-23 2-17,14 0-101,23-1-212,5 2-1670,21 0-2346,10-2 3778,17 0 1,-16-4 0,2 0 0</inkml:trace>
  <inkml:trace contextRef="#ctx0" brushRef="#br1" timeOffset="311755">31934 3846 12058,'-45'19'392,"1"0"0,0 1 0,-7 2 0,-2 2 0,4 0-196,-5 4 1,2 1-1211,9-5 1,-1 0-1,2-1 1098,-1 0 0,1 1 65,0 0 1,-3 2-1,2-1 135,-4 2 1,-1 1-207,3-2 0,-2 2 1,0-2 8,9-3 1,1-2 0,-1 1 18,1-1 1,0 0-1,0 0 56,-16 9 1,-1 0-32,1-1 1,0 0-14,0 1 0,2-2-60,10-6 1,1 0 28,-8 5 0,-3 1-11,9-6 1,-2 0 0,2-1-52,-3 3 0,-1 0 10,-1 0 1,-3 1 0,5-2-654,8-3 0,3-1 657,-1 1 0,-2 0-362,-12 8 1,1 0 436,14-8 1,2-1-59,-7 3 0,-2 2 120,-4 2 1,0 0 249,11-8 1,1 0-382,-6 3 0,-2 1 92,-7 2 0,3-2-41,-1 1 60,-3 1 1,0 1 50,1 2-154,19-12 1,0 1 651,-21 13-643,27-16 2405,-25 17-2350,20-14-61,-5 4 2105,-2 1-2032,-2-1-101,6-2 1104,-6 4-1059,13-5 126,5-3-143,-4 3 56,7-6-84,4-2-6,-2 0 62,3-5-22,2 0-29,-3 1 29,4-2-12,0 0 253,-2-1-208,5-2-11,-3 1 106,3-5-100,-2-1-28,-2-5-34,2 2 61,-5-9-50,6 7 40,-8-22-51,7 5 11,-2-19-22,4 12 50,2-23-17,5 22 18,0-11 32,2 20-10,-2 9-40,-2 8 18,0 4-124,0 4 44,-2 8 18,-1 5 5,-4 12-5,-2 8 5,-2 6-5,0 5 10,0 3-4,1 2-12,2-1 5,3-11 12,1 8 17,10-18 78,9 10 50,22-15-84,-7-13 1,3-2-344,11-1 0,2-2 313,8-4 0,1-1-32,-10 0 1,0-1-6,6-3 1,0-1-35,-13 0 1,-2 1-1306,23-4-8503,-20 3 8866,-34 8 1,-7 0-1,-1 0 1</inkml:trace>
  <inkml:trace contextRef="#ctx0" brushRef="#br1" timeOffset="315882">15611 10118 18308,'7'-56'808,"-1"0"1,3 3-1,5 6-584,7 15 0,4 5-331,1 2 1,1 2 215,0 3 0,1 3 9,26-6-68,1 12-25,-20 13 0,0 3-19,14 7 2,-13 3 1,-2 4 2,10 21-3,-20-12 1,-2 3-265,-5 3 0,-6 2 286,-6 3 1,-6 1 3,-9 2 0,-6 1-3,-8 1 0,-4-1-356,-7 1 0,-3-1 350,-3-2 0,0-2 3,2-3 0,1-3 14,5-5 0,3-2 48,-13 11 100,22-16 224,15-10 252,18-8-380,14-8-169,24-6-26,-14 2 0,6-2-114,3-1 1,5 0-1,1 0-805,0 1 1,1 0 0,2 0-952,-3 0 1,2 1 0,1-1-1,-4 2 1433,6 0 0,-3 0 1,-4 1-1,4 0 0,-6 1 1,6 0-1</inkml:trace>
  <inkml:trace contextRef="#ctx0" brushRef="#br1" timeOffset="322338">12645 7368 15262,'-9'-47'573,"1"0"0,0 7 1,2 7 717,6 20-1269,0 13 577,1 14-453,0 17-45,0 20-59,0-18 0,-1 0-95,0 4 1,0 1 102,0-1 1,0 0 8,-1-2 0,0-1 747,-1 24-694,-1-11 95,1-15 459,-1-14 113,3-11-443,-1-14 286,3-12-465,2-17-22,4-15-65,-3 19 0,1-1-305,0-3 0,0 0 288,-1-2 0,1 2 0,-1 2 1,0 1 63,1-22 7,-2 17-113,-2 17-50,-2 13 44,-2 29 1,0-1-1,-6 38-16,2-18-9,0 8 1,0 4 8,3-15 0,0 1 5,-1 15 1,1 0 10,5-14 1,1-3 5,5 21 29,3-19 273,-1-16-106,-4-13 253,-3-19-326,-1-13-72,-2-21-23,1-14 317,-2 6-314,-1 3 0,0-1 3,-1-5-26,-1 2 1,1-2 5,2 16 1,1 1-12,-1 3 0,1 2 19,0-23-50,0 36-27,-1 16 38,-3 17 0,0 4-2,-2 13 0,0 6 2,0-5 0,1 1-242,-3 19 1,0 2 247,3-7 0,1 0-3,1-1 1,1-1-4,2-5 0,0-3 1,4 21 5,0-23 129,1-13 202,-4-22-247,-3-12-23,-4-22-44,-1-3 11,1 7 0,1-3-567,-1-10 0,1 0 545,0 7 0,1-1 8,-1-25 0,2 2 598,3 0-607,1 22 1,0 3-34,2 4-11,0 17-17,-2 15 45,0 29 0,-1 15-1,-1-7 1,-1 3 441,1-8 0,-1 1-453,0 25 1,0-1 5,1 5 11,2-22 1,3 6-1,0-6 29,6 20-4,-1-22 1,0-3 70,5-2 61,-5-20-56,-3-25-44,-2-22-7,-2-25-30,0 19 0,-2-2-543,1-7 1,-1-2 553,0-4 1,0-1-4,1 1 0,0 0-11,2 6 1,0 3 2,0 9 0,1 3 315,2-10-357,-2 24-44,-3 18 49,-2 20 1,-3 20-6,-4 24 28,3-11 0,0 1 93,2-14 1,0 1-97,-1 18 1,2 0 2,2-21 0,0-1-3,0 5 0,0 0 9,1 20 61,0-23 84,-1-20-33,0-25-79,-3-22 22,-2-28-353,1 18 1,0-3 316,0-8 0,1 0-11,1 8 0,0-2 11,4-18 1,1 0-24,0 26 1,1 2 2,1-12 1,1 3 805,2 6-900,-3 21 16,-4 29-465,0 27-4378,-5 10 1,0 4 3682,2-18 0,0 0 1,-2 9-1,0-7 1,1-20-1</inkml:trace>
  <inkml:trace contextRef="#ctx0" brushRef="#br1" timeOffset="331356">28574 2608 15984,'-3'-6'1764,"0"1"504,3 5-2167,2-43-50,2 41 5,3-27 11,9 69-17,3 12-27,1 1 5,-4-13 0,1-1 11,7 8-6,-7-16 1,-1-3 28,4 0 329,-3-12 393,-8-12-116,2-7-299,1-12-61,7-15-84,4-15-78,2-11-82,-9 19 1,0 0-43,4-13-19,-3 14 0,0 4-43,-3 10-150,15-7-152,-6 23 107,3 4-1011,8 18 0,2 7-346,7 11 1192,-10-9 0,1 3-541,-9-2 0,-3-1 616,0-1 129,11 12 196,-7-19 146,-11-9 604,15-3-128,-17-15-275,3-2 644,-6-20-380,-6 5 0,1-12-320,-5 14 510,-4-3-499,-2 13-218,-6-1-73,-3 11-18,-3 7 18,-3 11 28,-3 12-1,-3 15-34,7-5 17,7-6 0,3 1 4,2 10 17,0 13 46,15-21 181,7-10 102,7-11-53,7-12-70,6-14-21,2-11-1,-2-13-84,-6-8 145,-10 7 5,-5-12-12,-8 17 43,-1-6-240,-6 21-73,-5 9 51,0 17 266,-3 5-275,0 15-49,2 17-16,8 5-3,14 7-63,6-23 109,7-13 0,3-5 71,24-3-504,-13-5 0,2-5 460,-5-6 0,-1-6 98,-1-4 1,-2-4-6,-3-5 1,-3-4-21,-4-5 1,-3-3-421,-4-5 1,-3-3 361,-3-4 1,-3-2-7,-3-4 0,-1-1 20,-2 1 0,-1 0-81,-1 4 1,0 3-53,0 13 0,-2 2 151,-2-2 1,0 4-177,0 9-33,-6-8-80,7 35 1458,-1 16-1098,1 24-139,1-10 0,1 4-583,0 10 1,1 3 314,1-11 0,1 1 0,1 1-1631,1 5 1,1 2 0,1-1 1869,0-4 0,2-1 0,-1-3 0,1 4 0,0-5 0,4 6 0</inkml:trace>
  <inkml:trace contextRef="#ctx0" brushRef="#br1" timeOffset="335914">32045 8013 18319,'7'-52'661,"0"0"0,3 2 0,4 8-605,4 20 11,16 1-39,-6 17-28,8 7-56,11 19-5,-7 9 21,-3 5-72,-6 8-28,-14-5 56,-3 10 79,-14-4 122,-21 1 35,-5-15-29,-3-4 168,0-14 123,10-8 40,-1-6-34,7-6-55,6-7-80,3-5-83,9 0-96,3 2-61,8 4-28,3 6-45,7 5 17,5 12 11,-3 1-31,-2 6 0,0 5-1688,-2 2 1,0 1 1709,0-1 1,-1 1-26,0 5 1,-4 0-101,-8 8 33,-9 6 39,-23-7-156,-34-8 38,10-14-288,9-9 1,-1-3-664,-8-7 2331,-6-6-5966,13-12 3947,16-14 1,12 16 0,8-3 0</inkml:trace>
  <inkml:trace contextRef="#ctx0" brushRef="#br1" timeOffset="336271">32385 7675 16168,'-54'-23'672,"1"-1"0,-1 1 0,4 2 1,0 1-1,6 10-437,4 14 1,4 7-74,-24 7 34,11 11 0,0 6-96,12-3 1,0 3-529,1-2 1,-2 3 0,2 3 522,2 6 0,2 2 0,3-1-877,-3 3 1,4 0 811,8-10 0,1 1 0,5 0 62,5 9 1,7-1-741,10 5 0,7 0 668,2-9 1,4 1 0,8-3-24,8-4 0,8-3 0,5-1 0,-1-4 3,1-2 0,1-4 0,1-2 0,1 0-326,1-1 0,2 0 0,0-2 0,1-4 348,2-3 1,1-4-1,-1-2 1,-2-2 42,3-1 0,-3-4 1,2-3 29,-3-3 0,2-2 1,0-2-1,-4-3-22,0-3 0,-3-4 0,-3-5-31,-1-5 1,-4-5 0,-6-3-32,-13 1 1,-5-3-1,-3 1-11,2-11 0,-5-2-2,-5 9 0,-2-3 0,-4 2 79,-6-11 0,-4 2-77,3 1 0,-8-1-13,-8 13 0,-9-2 1,-5 1-1,0 5-97,-10-1 1,-3 6-1,-3-1-513,4-1 0,-3-1 0,-1 1 0,2 5-1127,-4 3 1,2 5 0,2 4 1749,-13-1 0,8 5 0,13 4 0,3 3 0</inkml:trace>
  <inkml:trace contextRef="#ctx0" brushRef="#br1" timeOffset="336898">31640 7011 15266,'-16'-57'2421,"0"1"1,1 2 0,3 15-2209,10 32-230,-1 3 62,7 17 28,6 17-45,11 26-558,2-1 524,2 0 1,1 3-751,-5-14 1,1 2 745,-2-3 1,2 3 0,-1-1-114,5 12 0,-2-1-525,-2-2 0,-4-2-106,-3-6 1,-5-1-835,-7-9 1,-5-2-1349,-9 8 2936,-25-16 0,20-18 0,-6-4 0</inkml:trace>
  <inkml:trace contextRef="#ctx0" brushRef="#br1" timeOffset="337255">31845 6915 12836,'-9'-9'2570,"-27"-21"1,-6-2-2000,5 15-1055,-10-12 1,0 4 640,14 28 641,-12 29-546,16 10-143,10-8 1,0 3-77,5 1 0,1 0 51,0 1 0,0-1 14,-1-1 0,-2-2 31,0-3 0,-2-2 190,-20 19 0,-1-15-134,10-15 616,0-13-610,17-10 706,-1-17-640,20-30-178,2 5 52,11-7 1,5-2-749,5 1 744,-6 16 0,5-6 0,-3 6 312,11-9-344,5 3 0,3 4-33,10 10-432,-13 11 0,1 4 364,16 4-179,-5 16 1,-1 4-544,5 5 728,-19 1 0,5 4 0,-9-4 0,-1 3 0,12 11 0</inkml:trace>
  <inkml:trace contextRef="#ctx0" brushRef="#br1" timeOffset="342181">28329 4264 26168,'-7'-3'2918,"1"1"-2368,6 2 2334,0 0-2637,-47-19-247,36 15-7,-29-15-275,65 17 475,9 0-97,6 0-96,9 1 0,-9 0 0,6 1 0,-11 0 0,-16 0 0,-17 3 0,-17 3 0,-17 3 0,-18 1 0,-13-1 0,22-4 0,1 0 0,-15 1 0,-7 1 0,38-4 0,3 0 0,13-2 0,13 0 0,3-1 0,18 0 0,8-2 0,13 0 0,8-1 0,-22 2 0,-2 0 0,11 0 0,1 0 0,-31 1 0,-4 2 0,-24 1 0,-10 2 0,-10 1 0,-15 0 0,6-4 0,-10 2 0,13-2 0,16-2 0,16 1 0,17-3 0,13-2 0,4-1 0,8 0 0,4 0 0,15 0 0,-9 1 0,2 1 0,17-1 0,-8 3 0,-20 1 0,-12 7 0,-16 3 0,-3-1 0,-2-1 0</inkml:trace>
  <inkml:trace contextRef="#ctx0" brushRef="#br1" timeOffset="345164">17289 17482 20699,'10'-13'1939,"-2"3"-1508,-8 10-313,0 0-1743,4 0-408,0 0 1185,7 1 0,-7 0 0,2 0 0</inkml:trace>
  <inkml:trace contextRef="#ctx0" brushRef="#br1" timeOffset="346289">28477 4304 32767,'0'4'-770,"0"0"-867,0-4 4044,2-10-2774,-1 8-8335,1-7 9003,-7 15 1,4-4 0,-5 4 0</inkml:trace>
  <inkml:trace contextRef="#ctx0" brushRef="#br1" timeOffset="351965">18241 10030 11312,'7'-58'2625,"0"0"0,0 7 1,-1 6-1938,2 8 539,1 7-1071,-5 21-100,3 6-16,-3 11 38,2 22 0,0 10 18,0 19-63,-2-6 9,-2-10 0,-2 0-349,2 17 324,-3-17 0,0-1 22,0 17 34,-2-13 191,-1-12 799,1-16-755,0-10 17,0-17 240,-3-11-402,-1-17-91,-1 0 40,0-23-59,4 21 1,1-1-437,0 0 0,1-1 430,0-7 1,0 4 14,2-7 50,0 12-84,0 25-90,0 7 46,0 20 27,0 6-39,0 44 17,-2-4 302,1-23 0,0 2-288,-3 10 0,0-2 2,0 3-5,0 0 0,1 0 0,1-1 11,2 10 6,2-29 297,0-13-56,0-16-179,-2-12-57,0-5 17,-1-22 34,-2-21-62,2 25 0,1-2-67,-2 0 1,1-2 69,1-4 0,0-2-20,0 0 1,0 0 10,-2 4 1,1 2-4,1 2 1,-2 6-64,-2 3-51,2 21 67,-4 14 56,-5 32-28,-1 16-116,5-23 0,1 1 133,0 6 0,1 2-17,2 15 0,0 0 14,1-16 1,0-1 2,1 22 0,3-4-221,6-8 221,2-4 45,7-9 112,-9-24 11,2-1-96,-6-20 217,-3-25-266,0-12-18,0-8-337,-1 19 1,0 0 337,0-13 5,1-6 0,0-4 6,1 17 0,0 1-6,0-9 0,0 1 0,1 12 0,-1 5-95,0 0-22,0 10 50,-2 18 45,-5 27 5,-3 18 11,-1 0 1,0 3-517,1-1 0,1 0 514,-2 11 0,2-1-9,3-11 0,1-3 559,2-3 0,1-2-547,5 20 0,-1-22 72,5-11 163,-5-20-174,2-15-22,0-19 1167,-1-5-1178,-3-4 0,-2-1-23,-1-8-235,-1 10 1,-1-7 0,0 5 234,0 4 1,0 2-4,-2-14 0,1 3-13,1 3-90,-1 23 67,1 30 22,-2 20 12,1 9-6,3 7 0,1 4-418,3-11 0,1 1 410,2 18 0,3 1 5,1-13 0,2-3-3,0-3 1,0-4 10,10 20 35,-8-21 94,-5-17 705,-6-17-716,-10-34-101,2 4 6,-7-24 3,4 17 0,1-1 0,2 7 0,0-1 416,-2-12 1,2 2-431,2-6-241,2 22-67,1 21-2599,4 30 2890,2 8 0,-1-5 0,-1-6 0</inkml:trace>
  <inkml:trace contextRef="#ctx0" brushRef="#br1" timeOffset="364039">21502 7239 8417,'20'-53'774,"-1"-1"1,-5 13 0,1 6 1987,21-3-2438,3 18-110,7 4-85,13 3-62,-2 11-28,-7 14-28,-11 13 6,-13 15 1288,-12 11-1297,-18-11 1,-4 0 401,-6 20-419,-6-13 1,-5 0 11,5-15 0,-2-1 11,-11 15 0,0-1-9,10-15 1,0-1 16,-6 6 1,1-4 2675,-3-1-2530,-4 1-2893,2-10 2921,12-10 398,-7-5-387,18-6 550,-6-5-348,10-2-69,1-5-178,8-3-22,17-7-106,-2 6 28,25-6-12,-4 12-5,11 1-28,12 10-17,-10 9-6,-4 3 12,1 11-6,-7 1 3392,10 10-3404,-25 1 1,-4 2 28,2 6-9,-15-8 1,-6-2 2,-16-7 23,-19 10 5,-13 0-319,13-15 0,-3 0 311,-3-1 0,-3-2 30,-13 1 1,-1-2-15,7-4 1,0-1-26,2-2 1,-1-2 41,1-4 1,2-2 41,-8-3-22,15-3 0,2-2-22,2-3-12,6-6 23,16 5 73,-6-14-79,6 3 593,-4-8-604,9 9-67,2 8-6,3 5-28,3 5-33,8 11 67,-1-4 16,14 15 12,12 0-17,-3-4 0,25 4 17,-7-14-14,-17-4 0,1-1-3,1-1 0,2-2 22,9-4 0,-1-2-16,-15 2 0,0-1 19,11-5 0,-2-3-508,5-8 561,7-9-5,-11-5 33,-9-17-66,-15 16 4,-6-22 7,-17 22 22,-16-16-45,-10 15-23,-3 5 1,-11 13-1,6 11-10,-13 1 5,2 7-11,3 5-6,4 2 6,6 4 11,13-1 11,-5 2 0,13-3-17,-2 0 523,9-2-534,7-4-11,2 1 34,2 2-17,4 4 16,11 5 7,4-2-7,3-1 18,4-5 5,-4-4 28,19-12-40,-17 2-10,10-10 39,-5-11-17,-4-2-6,5-8-5,-15 8 0,-2-1-12,0-5 9,-1-8 0,-1 0-14,-3 3 8,-3 2 1,0 0 2,-2-13 3,-3 16 0,0-2 9,0-22-6,-2-2-6,-1 28 34,-13-3-40,3 22-10,-19-6-7,-1 17 18,-16 5-6,16 6 0,0 2 78,-22 10 10,4 4 398,22-5-46,-2 10-66,11-4-116,-11 18-694,14-3-1108,4-2 1573,3 6 1,6-25 0,0 1 0</inkml:trace>
  <inkml:trace contextRef="#ctx0" brushRef="#br1" timeOffset="367413">9228 6469 16780,'-8'-47'1064,"1"1"0,1 6 0,1 7-300,-1 12-794,5 14-83,-2 3 60,3 10 125,2 27-53,1 6-132,1 9 131,1-11 1,0-1-14,3 16 4,-1-16 1,1 1 0,6 15 14,-2-16 88,2-3 52,-8-23 511,6-4-411,0-21 54,8-11-33,8-11-84,-3 6 25,13-18-51,-19 25-86,14-16-614,-6 19-400,4 3 233,0 5-1286,6 8-1294,5 4 1836,1 3 848,-4 0-331,-9 6 334,-5 1 323,-3 0 790,-4-3 357,-12-4-339,-4-3-363,-2-2 618,0-5-394,0 1 1883,-2-13-1742,1 10 719,-4-11-848,-1 16-198,-6-1-69,0 8 166,-8 7-206,-12 14-73,1 2-22,0 4-12,11-1-21,11-5 43,3 8-53,5-13 27,8 1 524,9-15-163,7-4-175,1-5 7,-2-7 334,13-21-260,-12 7 21,11-14-69,-22 19-68,-5 7-184,-5 7-60,-2 5 10,-4 10-20,-6 13 24,1 0 15,-2 25 58,7-24 10,7 22-3391,9-24 3403,5 4-208,29-11 231,1-10-12,10-4 5,-24-4 1,-1-6 13,1-7 1,-2-5-17,1 0 0,-1-3-1,1-8 1,-3-2-262,-9 2 0,-4 1 270,5-21 28,-14 10 0,-2 2-28,-4-1-38,-3 5 1,-2 2 139,-6 7 2845,-10 6-2929,2 26 492,1 11-302,2 25-118,6 6-118,6-4 0,3 4-143,3-1 1,5 1 127,2-2 1,2 3-1,-1-6 1,-1-7 0,0-4-1,3 3 1,0-1 0</inkml:trace>
  <inkml:trace contextRef="#ctx0" brushRef="#br1" timeOffset="372797">20783 10243 13910,'26'-40'1065,"-1"0"0,0 0 1,-1 1-1,-1 0 1,-3 2-464,0-5 0,-2 2-440,-2 2 1,-2 0 184,-2 5 1,-1 3 173,4-15-35,-9 19-615,-3 13 114,-3 14 48,0 15-14,-2 19-14,-3 19-5,1-20 0,0 1 0,-1 4 0,1 1 17,1 0 0,0 0-61,0-2 0,2 0 55,2-4 1,1-1 10,3 24 12,3-11 106,-3-16 409,-1-12 319,-3-12-732,-2-33-52,-1-4 427,-1-17-469,1 9 0,1-1-14,1-22-232,2 17 0,1 0 221,3-18-89,2 19-18,-3 20-50,-3 16 101,-2 19 56,-6 18-6,-5 21-20,2-17 1,-1 1 441,-7 25-436,3-4 0,2-2 9,1-3-6,2 0 0,3-1 11,6-7 6,5 1 231,1-16 133,2-20-320,-3-11 12,1-19-51,-2 0 3,1-7 1,0-5-14,3-23-400,-2 12 1,1-3 398,-1 3 0,1 0 0,2-1 1,0 1-1,0 4 0,1 3-11,7-19-129,-6 26-101,-6 26 213,-4 13 6,-5 28 6,-4 17-383,1-15 1,-1 3 381,-2 3 1,0 3-4,-3 12 1,1-1 8,3-19 0,1 0-6,-2 11 1,2-2-447,3-4 463,2-4 868,3-15-688,0-19-107,0-12-39,0-19-23,0-4 1,1-4-17,2-18 84,1 5 1,1-3-86,1 11 1,2-1 5,2-11 1,0-1-10,3-2 1,-1 3-3,-4 18 0,0 2 17,7-23 376,-12 44-533,0 4 107,-5 29 21,-3 12-3167,-4 27 3173,-1-10 6,3-18 0,1 1 382,-5 22-388,4-22 1,2 0-4,-1 0 1,2-2 19,-1 8-5,2 0 11,3-29 297,0-3-264,1-11 3372,2-15-3372,3-13-5,2-20-40,-2 17 1,1-1-155,1-4 1,0-2 156,2-1 1,-1 0 2,2 0 0,0 2-119,3-11 85,-3 15-49,-9 28 10,-3 12 45,-6 13 12,-5 16-29,-3 15-56,2 11-92,8-27 1,2 1-452,1 2 1,2 1-2169,3 1 0,0 0 2801,1-5 0,0-2 0,2 9 0,-2-19 0</inkml:trace>
  <inkml:trace contextRef="#ctx0" brushRef="#br1" timeOffset="375289">32837 5889 14232,'21'-51'1211,"0"1"1,2-4 0,-3 10-489,-7 22-267,2-4-277,-7 14-121,-5 9-24,-1 8 70,-1 13-3,-1 19 5,-7 17-50,1-22 0,-1 2 6,-3 1 0,-1 0-18,-1 0 1,0-2 54,2-2 0,0-1-15,-4 22 61,7-12 214,6-14 245,8-12-55,10-11-251,16-14-203,1-1 45,12-11 0,2-3-73,-1 1-272,2-2 0,1 1 345,-8 4-6,1 2-89,-19 9-84,-13 7 28,-9 12 33,-4 8-16,-1 13-12,0 8-5,0 5-11,2-7-46,8 20 35,-1-27-60,4 3 1,3-2-104,5-2 494,8 6-511,-8-21-202,-1-12-296,-2-14-123,-2-14 495,-7-2 0,-1-3 300,2-16 47,-4 4 1,0-3-256,0 10 1,-1-1 288,0-11 0,1-1-3,-1 10 1,0 0 97,0-17 0,-2 0-25,-2 20 0,-1 2 0,-1-15 0,-3 1-20,-4 17 1,-4 4 36,-26-18-85,12 29 1,-5 3-17,-6 4 0,-4 3 8,-7 2 1,-3 5-9,-5 5 0,0 5-424,11-2 1,-2 5 428,1 8 1,-3 6-1,4 1-855,-4 8 1,1 3 828,3-2 1,-2 5-1,5 0-11,11-4 1,4 2-1,2 0-158,5 0 1,2 1 0,5 1 178,-2 19 0,10 1 8,14-1 0,7-4-197,0-11 0,8-2 205,14-3 1,9 0 0,2-4-10,-6-11 0,1-3 1,3 0-177,3 2 1,4 0 0,2 0 0,-1-4 145,-2-4 1,0-3-1,0-2 1,-2 0-106,7 0-1,-2-1 1,2-3 130,-7-1 1,2-2 0,0-2 0,-1-2 71,10-5 1,-2-4-1,-2-3-118,-9 1 1,-2-3 0,-3-1 59,19-9 1,-15-8 170,-32-8 0,-10-5-162,-1-14 0,-4-3-35,2 19 1,0-1-1,0 0 185,0-9 1,-1 0-1,2 2-170,6-10 1,-4 5-18,-17 6 1,-6 4-20,5 6 0,-6 5-62,-15 5 1,-6 5 533,5 5 1,-1 5-1053,2 4 1,0 5-1295,-1 6 1,1 6 1887,-8 9 0,3 2 0,-4 3 0,2 6 0</inkml:trace>
  <inkml:trace contextRef="#ctx0" brushRef="#br1" timeOffset="376172">32515 6334 19126,'-20'-32'823,"-9"7"-504,-17 23-167,6 2 125,1-1 0,0 1-70,-11 0-165,15 0 0,1 0 76,-14 1-23,15-1-28,-2 2-39,11-1 6,11 0-12,6 0 40,5-1 16,1 1-117,1-8 22,0-2 11,0-7 6,2-1 23,5-7-34,2 1 22,1 0 11,0 0 6,-3 4-11,-1 1 0,2-5-6,-1 8 17,3-7-6,3 5 23,0 2-17,1 2-5,-4 4-18,-3 4-16,-5 3 11,-8 6-6,-9 7 46,-22 17-29,9-4 19,-2 4 1,1 2 9,3 1-12,5-2 0,2 1 0,6-5 51,4 17-29,13-20 1,3 10-23,3-13 16,1-2-32,8 4-158,1-4-583,14 9-452,-7-10 1181,23 2 0,-32-11 0,13 0 0</inkml:trace>
  <inkml:trace contextRef="#ctx0" brushRef="#br1" timeOffset="384989">21481 7618 7526,'4'-2'4654,"0"0"-2553,-4 2-264,75-95-3016,-54 64 0,1-3 1339,7-5 1,4-5 0,-4 0 216,-7 5 0,-4 0 1,-2 1 62,1-3 1,-1 0-30,6-16 1,-2 0 255,-7 18 0,-3 4-73,2-18-207,-7 20-275,-6 18 1687,-4 13-1771,-8 17 852,-1 4-852,-6 14 0,-3 6-6,2-1 1,-3 2-580,2 1 0,-3 3 0,1 1 570,0 0 0,0 0 0,2 0-10,-1 2 1,2 1 0,0 0-6,3-2 0,1 0 1,1 0-915,2 4 1,2 0 0,1-4 912,2 1 0,1-3 0,1 1 1,4-2 10,11 7 81,-1-23 387,25 8-296,-11-28 80,23-15 0,8-9-667,-14 0 1,1-3 439,16-6 1,0-3-9,-14 4 0,0-3 422,-4 2 0,2-2 0,-2-1-411,10-8 1,2-4-12,-12 10 0,4-5 1,0 1-1,-3 1-3,-2 1 1,-2 1-1,-1 0-11,-1 1 0,0 1 1,-3 1 10,1-1 0,-1 2 48,2 0 0,-2 1 2,16-14-28,-16 15 1,-1 2 0,3 0-34,-11 13-22,-10 8 2860,-7 25-2793,-12 14-36,1-3 0,-2 4 546,-3 6 0,-2 0-561,-1 8 1,-1-2-325,4-9 1,1 1 301,-1 20 0,2-3-22,4 1-1250,10-16 0,3 6 1,2-7 627,7 4-672,6-2 0,3-3-8498,2-16 9419,-2-2 0,-9-13 1,-12-7-1</inkml:trace>
  <inkml:trace contextRef="#ctx0" brushRef="#br1" timeOffset="385563">22104 7026 14801,'-2'-9'4403,"0"3"-3215,2 6-343,-15-63-436,11 45-308,-13-41-34,14 65 190,-9 24 47,-11 25-654,4-14 0,-3 5 393,-2 2 0,-2 3 0,0 0-1048,0-2 0,-1 0 0,0-1 1018,1 1 0,-1 0 0,-1-1 3,0 0 1,-1-1 0,1-2-505,-3 7 0,1-1 497,9-13 1,-1 1-1,3-2-227,-2 8 0,6-3 380,10 14 573,27-24-432,24-19-200,-12-15 1,3-7-56,2-3 1,3-5 0,2-3-16,8-8 1,2-5-1,-1 1-26,-6 4 1,-1 0 0,0-1 1,0-3 0,0-2 1,-3 0 7,-7 5 1,-3 1 0,1-1 0,-1 0 1,0-1 0,1 0 11,4-5 0,1 0 0,-1 1 206,7-9 0,-3 2-46,-8 6 1,-5 3 39,4-5-169,-13 13 10,-15 18-14,1 20 2714,2 10-2715,3 23-33,-3-2 685,-5-11 0,-1 2-686,-2-2 1,-2 3-36,-3 10 0,-3 6 0,1-4-10,1 0 1,0-1-289,-3 3 0,-1 4 1,2-6-10,3-8 1,2-4-336,0 6 0,0-2-2319,6 22-578,-1-28 3552,1-14 0,-2-16 0,-1-2 0</inkml:trace>
  <inkml:trace contextRef="#ctx0" brushRef="#br1" timeOffset="386072">22092 6974 22027,'-49'-9'280,"0"1"0,4 6 0,7 12-193,19 25 0,8 9-45,-1-9 0,2 2 14,0 6 0,0 5 0,2-3-1503,-1 7 0,2 1 1482,-1-3 1,1 4 0,0-4-20,2-2 1,1 0 33,1 16 1,3-5-34,5-1 78,5-6 0,7-4-2321,14-13 2394,10 3 225,-6-34 1,0-7-299,7-7-189,2-6 0,3-7 175,3-12 0,-1-4-64,-9 8 0,1-2 88,-1-3 0,2-3 0,-4 1-49,-1-2 0,-2-2 65,-4 6 1,1-3 0,-2 3-38,-1 0 0,-2 1 159,3-3 1,-6 4 2450,-11 14-2604,0-1 930,-12 19-986,0 13 526,-1 2-527,0 28-28,-4-5 1,-3 4-17,0 6 0,-1 3 215,-1 1 0,-3 4-701,0 1 1,-2 3-1,1-4-1126,3-6 1,0 1 1622,1 0 0,-1 9 0,0-2 0,3-10 0,-2 16 0,3-15 0,1-1 0</inkml:trace>
  <inkml:trace contextRef="#ctx0" brushRef="#br1" timeOffset="389055">14150 6623 12596,'-14'-52'2326,"0"0"0,1 0 0,4 8-1466,6 16-419,2 1-408,1 14-54,1 13 305,3 14-248,3 15-9,4 13 35,2 5 16,2 0-5,4-9 338,7-7-201,-8-16-198,2-6 342,-9-19-159,0-8-53,5-14-59,0-9-58,-1-1-9,-1 2-55,2 5-179,0 11-208,1 9-224,3 12-386,2 10-476,5 8-365,5 6 925,-5-4-112,5-4 0,1-3 1019,11-1 87,-13-3 0,1-1 288,15-9 348,-15-5-190,-2-2 1371,-6-12-711,-17 6-235,-3-9-252,-12 9-224,-7 2-157,-7 5-73,-4 5-67,-4 9-50,-3 8-18,2 10-10,3 9 0,6 6-29,8 3 1,7-3 22,11-4 56,9-9-23,2-8 237,22-11-113,-5-14-12,19-12 23,-4-15-175,-2-9 74,-14 6 62,-15 8 0,-4-2 95,-2-11-45,1-14-50,-11 24-73,-7 14-73,-3 12-34,-7 14 7,-4 11 21,4 5-22,-8 27-5,15-9-6,-2 17 0,18-16 226,12-7-192,14-11-6,-2-11 33,18-11 12,-20-13 0,2-4-125,0 0 0,1-4 110,5-9 1,-3-4 11,-9 1 0,-3-2-433,-4-4 1,-4-1 482,-3-2 1,-4-1 0,-4 2 1,-2 0-74,-4 3 0,-2 2 152,-4-8-118,-1 15-36,2 27 357,3 16-251,-3 28 465,3-4-678,3-1 1,3 3-177,3-6 1,2 1-1159,2 14 1,3 2-3522,4 2 1,1-2 3509,-3-12 1,0-3-1,6 15 1,-13-37-1</inkml:trace>
  <inkml:trace contextRef="#ctx0" brushRef="#br1" timeOffset="390287">13098 6451 14813,'-40'8'991,"0"0"1,-21 4 240,65-11-980,44-9-118,-7 0-92,-4 0 0,2 0 20,20-7-423,-14 2 406,7-3 264,-12 2 94,-8 2-224,-10 3-61,-23 6-80,-13 2 173,-13 3 39,-14 4-5,3 2-94,4 0 1,-1 1 141,-11 4-1711,10-3 0,3-1 1637,3 0 44,7-2-68,27-6-155,10-3 3,16-3 18,31-9-53,-12 1-82,-12 2 1,0 0 97,10-2 18,3-2 3280,-16 7-3120,-16 3-203,-15 3-124,-18 5-14,-18 4 30,-21 6 49,20-4 1,0 1-88,-23 6 202,23-7 1,3-1 385,-5 2-352,10-3-52,32-8-141,37-9-276,5-1-257,2 0 1,-1 2 0,-12 2 0,22-2 0</inkml:trace>
  <inkml:trace contextRef="#ctx0" brushRef="#br1" timeOffset="395239">33197 6646 15193,'-4'-21'1485,"0"5"-1395,4 16 234,0 0 63,1 7-191,1 1 22,2 10-95,0-5 57,1 9 38,2 8-145,-2-4 218,7 32-145,-2-23-73,3 13 50,4-8-11,0-4-44,5 12-18,-5-9 34,7 19-73,-13-27 6,7 17 39,-3 5 61,-2-3 1,0 4-82,-2-9 1,-1-1-26,3 9 0,-2 1 3,-6-11 0,-1-4-2,-1 6-243,-2-4 1,0 3 269,-6 14-22,-1-1 2,1-24 1,-2 2 13,-3 7 1,0 0-17,-4 19-1,1-10 1,1-4-11,0-5 16,-1 2 1,-3 3-18,4-13 1,0-1-3,-7 17 0,0 0 16,1-7 1,1-2-12,3-9 1,-1 2 33,-12 24 0,1-1-26,0-3-8,4-8 1,-1 3 10,3-9 1,2-3-20,-6 13 2,6-13 0,-2 6 0,1-6 9,-7 15 7,6-14 1,-3 6 0,2-6 15,-9 16-12,9-16 1,-5 5-1,0-1 2,-1-5 0,-1-3 1,1 1-23,-7 11 1,-1 1 14,-1-6 0,-3 1 0,2-5-6,-2 0 0,2-4-3,0 1 1,-1 1 13,-6 1 1,2-2 5,14-13 0,1-1-20,-1 0 1,-1 0 16,-14 7 0,-1 0-3,11-9 1,-1-1-869,-16 9 1,-1-1 859,17-9 0,0-1 5,-22 7 1,0 0-4,14-6 1,1-1-9,-7 3 1,-3 0 13,-9 2 1,2-1-1,15-7 1,1-1-9,-9 4 0,-1-2 2,2-2 1,0-2-456,-7-2 1,-2 0 462,9-2 0,-3 0 1,2 0-20,8-1 1,1-1-1,-3 0 10,-15 0 0,-3-2 0,8 1-4,15-1 1,1-1 4,-10 0 1,-4-1 0,5 0-3,12 0 0,-1 0 4,-12-2 1,-6-1 0,2 0-602,-3-1 1,-2-1 606,5 0 0,-5 0 0,3-1-9,9 1 0,2-1 0,0 0-10,1 0 1,0-2 0,1 1 5,-7-2 0,0-1 2,1-2 0,-3-1 1,5 2-14,8 1 0,-1 0 20,-17-6 1,-7-2-1,5 1 8,3 1 0,2 0-15,2 1 0,-3-2 0,4 1-5,1 0 1,1 0 2,-8-3 1,0-1-84,11 5 0,0-2 83,0 1 1,-2-1-1,1-1-3,-11-5 1,1 1-4,3-1 1,1 1 0,8 0 0,1-2 19,3-2 0,0-2-8,-1 0 0,0-2 25,-5-5 0,3 0-28,16 12 0,1 0 11,-12-16 0,1 0 535,-1-3-555,10 11 1,-4-5 0,4 5-6,-10-13 399,2 4 1,1-4-381,10 7 1,3-1 2,-2-1 1,2-2-1,0-8 1,3 1-15,8 17 1,2-1 7,-4-20 1,2-2-6,4 12 1,0 1-91,-1-9 0,0-3 94,3 10 0,0-3 0,2 3-10,1-5 1,0 0-3,-1-8 0,1-2 25,6-6 0,1 4-11,0 19-1,1 1 9,3-16 1,3-2-9,2 6-1,1 3-8,-4 16 1,0 1 2,5-12 1,1 3 1190,5-7-1191,5-6 208,-3 10-180,-6 14 608,-8 11-663,-5 12 931,-7 9-898,-8 11 263,-11 13-276,-12 12 1,-9 9-9,19-21 1,-1 1 30,-1 1 1,0 0-1,-7 5 1,1-2-373,-10 11 361,13-17 1,1-2 34,-5-3 18,-6 0-40,10-8 84,-6-6-11,17-7 133,-12-13-68,20-46-160,8 2-1,3 21 1,5-1 8,14-2 1,3 4-244,6-1 213,1 4 0,4 0 20,-8 14 1,0 4 66,-1-2 1,2 1-6,12-2 0,0 3 85,10 1-89,-16 6 0,0 2 70,10 7 275,-4 14-617,-11 3 0,0 4-252,14 10-1406,-5-1 1,2 1 1836,-4-3 1,-2-1 0,13 10 0,-1-1 0</inkml:trace>
  <inkml:trace contextRef="#ctx0" brushRef="#br1" timeOffset="403595">20603 9924 19904,'-25'-50'810,"0"0"1,1 0-1,9 5-356,19 13-163,9-8-106,22 1-168,-5 16 2,4 9 1,2 3-20,-1 5-9,2 4 1,1 5-484,14 13 475,-19-1 1,-1 3-1,-2 3 0,-3 5 3,-4 12 0,-6 4 14,1 18 0,-22-10 0,-9 1 3,-8-12 0,-6-1 2,-2 0 1,-4 3 0,0-2-465,-10 9 0,1-2 464,11-13 1,0-1 0,3-3 5,-15 18 17,16-12 34,19-19 296,9-1 51,27-15-336,1-5-23,21-8-28,-18 3 1,2-1 12,6 0 1,3-1-178,2 0 0,4 0 0,1 1-1828,4 1 0,1 2 0,-1 0-217,-8 1 1,0 1 0,-1 0 2186,3 3 0,0 1 0,-9 1 0,2 1 0,-3 1 0</inkml:trace>
  <inkml:trace contextRef="#ctx0" brushRef="#br1" timeOffset="406947">12475 7433 11430,'-5'0'7342,"2"0"-2927,3 0-3805,-43-83-408,44 42-127,-9-19 1,7 3-48,34 21-12,-2 13 1,0 3 0,4 5-50,26 0-18,-1 20 40,-10 5-12,-14 14 1,-6 8-370,-17-2 0,-5 3 389,1 19 0,-5 2 3,-8-12 0,-6 1-15,-10 7 0,-8 4 1,-1-3-1036,5-12 1,0-2 0,-3 1 1053,0 1 0,-2 2 1,0 0-1,0-3 22,-5 5 0,0-3 1,4-4-259,-1 0 0,3-3 263,2-4 0,7-4 271,14-11 191,21-9-219,13-11 1,6-6-191,7-2 0,3-2-126,5-4 0,2-1 49,-11 3 1,1 0 0,3 0-210,6-2 0,2 1 0,-2 1 337,-8 2 0,-2 0 1,4 1-136,2 0 0,6 0 0,-3 2 0,-10 2 0,14-3 0,-17 6 0,0 0 0</inkml:trace>
  <inkml:trace contextRef="#ctx0" brushRef="#br1" timeOffset="413463">9758 9226 10931,'2'6'-340,"-1"-3"0,1 0 1</inkml:trace>
  <inkml:trace contextRef="#ctx0" brushRef="#br1" timeOffset="420104">21768 9273 4588,'-10'3'4066,"3"-2"-1408,7-1-362,0 0-1585,-36 6-671,35-8 155,-20 1-184,52-9 17,10-2-17,7 0-5,3 0 11,-2 1-1,-8 4 557,-13 2-484,-14 4 91,-10 1 33,-21 4-101,-7 2-45,-7 2 45,-15 3 11,4-3 51,-11 3 56,6-4 83,9-1 74,14-3-51,12-1-17,11-2-263,20-5-28,5 0-23,19-5 12,1-1-11,-7 3 39,15-4-6,-22 5 129,8-1-84,-24 5 73,-8 2-107,-35 8-44,11-3 33,-37 10 11,13-5 34,-12 3 63,2-2-52,14-4 224,3-1-50,22-3-168,0-1 139,18-1-32,8-2-91,14-4-10,24-5-3449,0-2 3353,2 0 0,-13 4 17,7 0-16,-12 3 32,7-1 29,-26 4 17,-9 2-68,-34 8-5,-5 1 14,-5 1 0,-1 0 3400,-11 2-3322,9-3 0,2-1-8,10-3 280,-8 2-236,29-5 68,7-1-151,19-8-68,0 2-56,26-9-162,0 5-64,-14 3 0,3 1-412,3 1 0,1 0 700,5 2 0,-3 0 0,6-1 0,-8 3 0</inkml:trace>
  <inkml:trace contextRef="#ctx0" brushRef="#br1" timeOffset="423512">22835 5505 7317,'47'-21'636,"0"0"1,-5 2 0,-4 5 2440,-6 10-2566,-12 5 1187,-16 10-2169,-22 9 727,-20 15-117,10-14 1,-2 1 80,-5 2 0,-1 1-107,-1 0 0,1-1 85,1 0 1,2-2 1166,5-2 1,2-1-865,-8 13 501,17-7-561,22-8-586,17-7 63,22-8 229,-8-7 1,4-3-5,-3-1 1,-1-2-282,1-1 0,-1-1-2,13-12-7,-5-16-355,-18 2 574,-9 10 1,-6-1-81,-14-17-279,-13 5-331,-5 12 657,-25-6 238,9 14 555,-17-6 3,14 10-238,12 7 756,7 1-1153,16 7 417,8 0-22,20 7-302,-1 1-122,21 12-106,-6 8-133,-12-7 0,1 4-67,-1 2 0,0 5-332,1 13 0,-2 2-988,-7-4 0,-1 2 1347,0 12 1,-3-4 0,-5-2 0,-1-8-1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6:23:26.883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7383 2560 18470,'0'-4'4728,"1"0"-3804,-1 4-745,8-28-84,-7 21-72,5-21 49,-16 31-32,-8 1-24,-16 6 7,-17 5-12,17-6 0,-3 0-432,-6 3 0,-3 0 432,-3 1 0,0 0 3,1-1 0,1 0-6,7-1 1,3-1-9,-19 6-5,23-5-23,16-4 5,11 1 29,3 3 33,3 10 854,0 12-832,0 15 18,0 15-54,0-26 0,0 0-302,0 5 0,1 0 299,2-1 1,2 0-1,3 0 1,3-1-15,6-3 1,5-3-4,6-2 1,4-4-4,8-3 1,5-5-3,6-3 0,2-5-1010,7-4 1,0-3 648,-11-3 0,1-3 361,-4-3 0,2-2 0,-8 0 0,7-1 0,-13 0 0,1 1 0</inkml:trace>
  <inkml:trace contextRef="#ctx0" brushRef="#br0" timeOffset="766">8322 2899 18975,'-3'-57'1637,"0"-1"0,-4-6 1,-3 7-983,-5 10-297,-5-4-268,8 36-101,7 14 16,3 9 1,2 38-6,3 12-651,0-10 1,1 3-207,1 2 0,2 2-2420,-1-7 0,2 1 0,-2-4 1638,1 1 1,0-4-1,1 3 1,-2-9 0,-3-21-1</inkml:trace>
  <inkml:trace contextRef="#ctx0" brushRef="#br0" timeOffset="950">8675 3133 18902,'0'-6'4609,"0"2"-3808,0 4-801,-7-13-185,9 32-1366,-2 0 703,13 42 0,-5-26 0,-1-2 0</inkml:trace>
  <inkml:trace contextRef="#ctx0" brushRef="#br0" timeOffset="1533">9269 2870 24396,'-16'-40'56,"5"10"-39,20 35 11,-2 2 28,-4 2 45,-3 0 44,-6 0 40,-2-3-90,0-3 129,-6-13-111,5-9-35,-1-17 6,6-6-22,8-1-17,4 9-28,7 10 5,2 11 0,6 7-27,8 10 5,9 10-6,8 15-126,-22-8 0,-2 3 134,-2 4 1,-4 3 2,-6 5 1,-6 2-377,-10 5 1,-8 1 367,-9 6 0,-7 0-792,-8 1 0,-4-2 806,-3-4 0,-1-4 14,4-6 0,0-6 31,7-10 0,1-4 140,-17-2-100,21-14 325,10-19-315,17-3 580,10-12-669,12 5-23,15 4 1,11 5-7,12 8 154,-25 9 0,1 2-352,5 1 0,1 1-527,3 2 0,2 1-1761,2 0 1,1 1 2497,-5 0 0,-3 1 0,13 0 0,-24-2 0</inkml:trace>
  <inkml:trace contextRef="#ctx0" brushRef="#br0" timeOffset="1923">10166 2528 24833,'2'-61'39,"14"31"0,7 8-16,31 13-319,-11 4 1,0-1 317,8 0 6,6 1 202,-17 5-219,-17 8 156,-13 8-105,-10 13-12,-8 9-5,-3 11-6,-4 9 0,9-25 0,1 2-39,2 14 0,1 0-373,2-14 0,2-1 373,4 17 0,3 0-3,0-19 1,1-1-143,0 8 1,-2 0 150,-5-2 0,-4-2-6,-9 18-17,-13-19 0,-6-3-353,-23 4-702,13-12 0,-3-3 1072,3-9 0,2-4 0,-5 2 0,5-7 0</inkml:trace>
  <inkml:trace contextRef="#ctx0" brushRef="#br0" timeOffset="2283">11100 3151 21019,'0'-5'3282,"0"1"-1618,0 4-1698,-6-18-39,3 22-151,-4-9-476,4 30 700,-2 33 0,3-35 0,-1 21 0</inkml:trace>
  <inkml:trace contextRef="#ctx0" brushRef="#br0" timeOffset="2739">11914 2527 21355,'-1'-5'2341,"0"1"-1243,1 4-1031,-21-49-4307,-11 39 4251,-7-36 860,-5 53-855,-11 6 1,11-2-17,-8 1 17,16-3-17,23-6 6,-2 2 3391,9-1-3386,1 3-5,-1 5 16,0 16 12,3 3-12,1 6 18,2 15 32,-2 5-1238,-2-5 1,-1 1 1190,1-15 1,-2 2 13,-1 5 0,-3 5 1,1-4-290,1-4 1,0-3 260,-3 10 0,3 0-49,6-6 1,5-5 109,12 3-21,6 3 50,40-30-113,-21-16-450,5-4 0,3-4-4291,-7-2 0,0-1 4753,6-2 0,-3 1 0,2-1 0,-30 10 0</inkml:trace>
  <inkml:trace contextRef="#ctx0" brushRef="#br0" timeOffset="3305">12520 2710 25057,'10'31'533,"-9"-4"-354,-13-15-50,-11-3-6,-4-4 6,-2-9 16,1-7 12,4-12 11,5-8-11,7-6-56,10 1-62,5 8 17,13 0 0,16 7-17,10 3-28,19 5-11,-28 12 0,0 4-104,2 2 1,1 4 103,0 3 0,-3 5-9,1 10 1,-5 4 8,4 15 3,-23-5 0,-8-1-3,-18 7 0,-5-12 0,-9 5 0,0-3-1662,-11 6 0,-2-1 1662,9-8 0,-1 1 0,-1-3-2,-2-1 0,0-3 1,4-4-61,-21 6 104,20-12 0,4-7 59,5-18-23,14-12 148,15-10-187,4 5 3356,19-10-3373,-11 19-16,20-8 156,-6 18-167,23 7-35,-1 11-1704,-19-2 1,0 3 1429,-3 1 1,-2 1-760,2 2 1,-1 1-3844,0 1 1,1 0 4860,20 14 1,-17-12-1,-14-10 1</inkml:trace>
  <inkml:trace contextRef="#ctx0" brushRef="#br0" timeOffset="3472">13269 3109 25646,'-11'33'-283,"0"1"1,1-1 0,2-2-5980,7 13 6262,0-5 0,0-13 0,0-13 0</inkml:trace>
  <inkml:trace contextRef="#ctx0" brushRef="#br0" timeOffset="4006">13656 2595 24665,'2'-42'199,"0"1"1,3 3 0,6 8-121,34 21-51,11 5-23,-24 8 1,0 1 0,2 3 0,0 2 2,-1 4 0,0 3-1024,-1 2 0,-3 2 1022,12 14 101,-20-6 0,-6 3-112,-9 14 11,-7-13 0,-5-1-1,-13 7 155,-5-16 0,-4-3-144,-11 0 102,-19 2 44,25-20 51,4-11-84,17-2 1153,4-7-1008,6 4 289,2-4-423,4 4 51,4 4-158,6 4-16,6 3-6,1 6 17,25 18-33,-5 6-482,-10-6 0,1 2 489,-3-1 1,-3 0-6,-1 1 1,-2-1-36,11 22 27,-19-2 5,-26-5-16,-21-5-1758,-3-19 1,-2-4 1359,-20 3 159,22-9 1,-2-3-1011,4-5 1,1-2-6600,-10-8 7476,-8-6 1,35 9 0,12 6 0</inkml:trace>
  <inkml:trace contextRef="#ctx0" brushRef="#br0" timeOffset="4433">14747 2485 21523,'-5'-3'3568,"2"2"-2319,3 1-1182,8-55-50,13 37-9,-6-13 1,2 4 13,26 21-5,1 4-11,1 6-1,-1 5 29,-1 9-34,-3 6 11,-4 8 0,-8 7-22,-13 8 17,-11 9-4,-5-22 1,-2 1-162,0 4 0,-1 1 159,0 3 0,1 1-3,0 2 0,1 0 9,0 0 0,0 0-15,-1-1 1,-1-1-273,-2-3 0,-2-2 281,-3-5 0,-3-3-83,-22 20 55,-10-16-168,-12-13-227,26-16 0,-3-3-4493,-11-5 1,-1-4 4811,12 1 0,1-2 0,-24-7 0,36 6 0</inkml:trace>
  <inkml:trace contextRef="#ctx0" brushRef="#br0" timeOffset="4766">15335 3198 25422,'24'36'-65,"-1"1"0,-12 20 0,-10-4 0,-8-22 0,-6-2 0,-1 1 0</inkml:trace>
  <inkml:trace contextRef="#ctx0" brushRef="#br0" timeOffset="5406">16382 2412 23142,'-10'-32'76,"-1"1"0,-19-12 62,2 52 1,-5 11-103,-1-5 1,-2 0-15,-12 3 1,-1-1-346,7-4 1,1-1 350,-19 5 269,3-4-275,37-6 105,-2 1-37,19 3 195,5 14-178,2-4-3111,7 22 3100,-2-15 73,2 7 1,0 3-41,3 24-70,-4-15 0,-1 1-34,-4-17 1,-1 1 19,2 14 0,0 1-37,0-15 0,1 1-2,2 12 0,3 1-15,1-12 1,2-2-1146,2-4 0,2-2 930,13 9-1053,14-15-1602,-1-18 2879,-2-14 0,-1-2 0,0 3 0,13-17 0</inkml:trace>
  <inkml:trace contextRef="#ctx0" brushRef="#br0" timeOffset="5799">16751 2773 12920,'0'-9'8485,"0"2"-7614,-1-24 0,-1-5 720,-2 8-1412,2-9 0,0 2 96,-1 23 128,1 9-347,2 2-22,-1 6 16,1 18-38,0-2 49,-1 29-5,-2-6-39,0 0 5,-1 8-10,2-15 21,0 7-10,5-16 55,3-7-11,4-16 17,9-8 6,15-16-23,4-6-22,-12 7 0,-1-2 78,17-14 34,-4 2 44,-6 7-66,-8 8-102,-10 8 29,-5 11-68,-3 9 34,1 12-11,-2 1-6,2 15-22,-3 13-196,1 8-395,-3-22 0,0 3-4235,4 2 1,1-1-4995,1 13 9585,7 0 0,-10-45 0,-2-4 0</inkml:trace>
  <inkml:trace contextRef="#ctx0" brushRef="#br0" timeOffset="5989">17551 3042 26060,'-3'27'0,"1"1"-118,-4 1-1848,8 15-34,4-22 585,13 17 0,-11-29 0,5 2 0</inkml:trace>
  <inkml:trace contextRef="#ctx0" brushRef="#br0" timeOffset="6232">18118 2798 21489,'0'-5'4067,"-1"1"-2768,1 4-1276,-5-40-12,6 54-22,-1-22 16,7 68-30,-2-28 0,-1 1-340,0 2 0,-2 1-551,1 0 0,-2 0-1744,0-2 0,-1-1 2660,0 20 0,0-22 0,0-17 0</inkml:trace>
  <inkml:trace contextRef="#ctx0" brushRef="#br0" timeOffset="6655">18538 2684 21495,'-4'-5'3237,"2"1"-1674,2 4-1496,-36-62 23,34 41-73,-12-14 0,8 3 5,37 21 6,13 0 0,12 1-893,6 0 867,-30 6 1,0 0-8,29-1 207,-2 3-202,-6 3 11,-7 1-5,-8 3-12,-12 0 29,-1 6-12,-12 2 661,4 9-661,-8-1 53,1 24-59,-5-17 9,-1 9 0,-1 2 3,0 0 0,0 7 0,2 3-965,6 13 948,-5-25 0,1 0 2,4 8 1,0-2-14,-1 13-64,-3-17 0,-4-1-71,-19 14-1024,-27-10 990,0-22 1,-2-3-1,-5 2 1,-12-4-1</inkml:trace>
  <inkml:trace contextRef="#ctx0" brushRef="#br0" timeOffset="9023">6518 2430 15655,'20'-56'1342,"1"-1"1,-3 7 0,-4 5 695,-10 7-1578,-8 8 178,-1 13-408,-11 2 37,1 11-272,-13 4-6,-8 14 11,0 3 2,-6 6 1,-4 4 2,6-5 1,-2 1-153,1-1 1,-3 0 0,1 0 154,-14 6 1,2-3-9,13-6 0,2-1 8,-3-1 1,5-2-26,5-1-22,-2 5 27,26-6 1,6 6 17,3-1 50,3 29-11,1 3-6,-1-9 0,-1 3 135,-1 3 1,-1 3-145,-4 5 1,-1 3-11,-2-4 1,-1 3 0,0-4-10,-1 5 0,-1-1 0,2-12 0,-1 1 1,2 0 27,1 18 0,2-5-31,2-23 1,2 2 24,6 8 1,2 4 0,3-8-6,12 6-3,12-6 0,7-5-1674,-10-23 1,2-3 1346,5 4 0,5-4 302,6-11 0,5-7 0,-9 1 0,5 2 0,0-5 0,0-1 0</inkml:trace>
  <inkml:trace contextRef="#ctx0" brushRef="#br0" timeOffset="9824">19727 2313 13911,'-7'-1'5629,"1"0"-3938,-54-16-486,41 9-998,-15-1 1,7-2 273,28 0-374,15 1-46,17-1 18,18 1-57,-3 5 0,-5 2 1,1 2-531,20 0 522,-21 1 0,1 0-8,12 3 16,-17 2-5,-15 6 0,-12 6 11,-7 6-6,-3 9 12,-5 11-6,-1 12-11,-1-6-365,3 3 0,0 5 376,4-8 0,2 2-546,-1 0 1,0 4 0,3 0 524,1-4 1,2 0-1,0-1-7,2 3 0,0-1 0,0 0-260,0-3 0,-1 0 1,-1-1 253,-1-5 0,-3 0 1,-3-2-9,-7 14 0,-10-5-160,-11-6 1,-9-6-1474,-15-3 0,-5-6 1287,-1-6 0,2-4 1,14-6-1,4-2 1,-10-1-1</inkml:trace>
  <inkml:trace contextRef="#ctx0" brushRef="#br0" timeOffset="15472">13261 7631 17367,'10'-41'1541,"0"-1"1,1 1 0,0-13 0,-1 4-702,-1-8-415,-11 24-352,-2 19-112,-5 19 56,-5 44-12,4-2 1,1 6-526,1-10 1,1 1 0,0 2 493,-1 9 0,1 2 0,1 0-159,2-4 0,0 1 0,2 0-514,0 3 1,2 0 0,1 0-2268,3 2 0,1-1 0,1-1 2966,1-8 0,-1-1 0,2-4 0,0 3 0,1-7 0,3 2 0</inkml:trace>
  <inkml:trace contextRef="#ctx0" brushRef="#br0" timeOffset="15866">13488 6850 16362,'-47'-23'407,"0"-1"0,-1 0 1,1 0-1,0 5 0,0-1 1,0 5-1,1 7-262,-7 8 1,2 9 0,0 4-885,-4 5 0,1 4 0,1 4 802,12-1 0,1 2 0,0 3 1,2 2-38,0 3 1,2 3 0,1 2-1,3 2-26,0 3 0,3 2 0,1 2 0,4 1-2,2 2 1,4 2 0,2 1 0,2 1-5,4 1 0,2 1 1,4 1-1,2-1-417,4 1 0,4-1 1,2 0-1,4-1 417,2-2 1,3-1-1,3-1 1,4-2-14,3-3 1,4-2 0,3-2 0,3-3-99,4-3 0,3-3 0,2-2 0,3-3 76,4-3 0,3-3 1,2-3-1,0-2 16,-8-6 1,0-1-1,2-3 1,-1-2-1,1-1-185,0-2 0,1-3 0,-1-1 0,0-2 0,0-2 227,10-3 0,0-2 0,-1-4 0,-2-3 22,-5-2 0,-1-2 0,-2-3 0,-3-3 32,-5-1 1,-3-2 0,-1-2 0,-4-2 0,4-13 1,-4-4 0,-6-2-2,-5-2 0,-6-3 0,-4-2-32,-5 13 0,-4-1 1,-2-1-1,-3-1 7,-5-9 0,-5-3 0,-2 0 1,0 5-23,1 1 0,-1 3 0,-5 0 18,-5 3 0,-5-2 0,-1 3 0,0 8 322,-4 3 1,-6 7-337,-1 5 0,-7 0 0,-2 2 0,2 5-43,0 4 0,2 5 0,-4 1 136,1 0 1,-4-1 0,0 3 0,4 4-358,-1 4 1,3 4 0,3 3-2812,-10 9 0,8 5 3130,14-1 1,6 3 0,2 8 0,16-12 0</inkml:trace>
  <inkml:trace contextRef="#ctx0" brushRef="#br0" timeOffset="16556">14582 7620 19400,'-43'1'1417,"1"0"1,3-8-1301,65 0 1,20-1-18,13-4 1,6 0-1323,-13 2 0,2 0 0,2 0 1285,5-2 1,1 1 0,0 0-31,-13 2 1,-1 0 0,1-1-1,0 1-7,0 0 1,0-1 0,-1 0 0,1 0-2,-1 0 0,-1 0 0,1 0 0,-1-1-3,14-2 1,0-1 0,-1 0-5,-5 1 1,0-1 0,-3 0 175,-6 1 1,-2-1 0,-2 0-78,7-3 1,-6-2 112,7-16 387,-68-12-623,-8 20 9,-6 8 0,-4 2 16,0 6 1,-2 2 25,-1 1 0,-2-1-187,-6 0 0,-1 0 220,6 2 0,3 1 96,-23-3 1852,17 3-1908,16 1 524,12 2-687,10 1 186,8 2-136,12 1 573,18 6-572,6 0 0,3 2-151,-10-2 0,2 2 156,22 5 1,2 3-684,-15-2 0,0 2 652,10 6 1,1 3-21,-3 2 1,-4 2-202,-5-1 0,-6 4-921,-9 4 0,-6 1-1146,-3 11 2308,-24-14 0,-5-5 0,1-13 0,-11 7 0</inkml:trace>
  <inkml:trace contextRef="#ctx0" brushRef="#br0" timeOffset="17334">16844 7044 22339,'-28'-49'519,"-1"0"0,3-1 0,11 6-233,29 7-106,14-6-147,-1 20 1,4 4-20,-1 5 0,0 3-9,1 0 1,0 3 0,28 8-12,-17 16 1,4 13 2,-25 11 0,-7 4 14,-1 13-176,-10-13 0,-6 0 179,-10-12 0,-4-3-222,-3 2 1,-3 1 221,-6 5 0,-2 1-9,-4 0 1,0-2-12,10-10 1,2-1-6,-17 16 12,28-22 27,14-12 23,18-5-46,11-8 1,4-3-6,23-5-604,-11 1 0,7-3 0,-4 2 587,-10 2 1,0 0-31,11-3 0,5-3 1,-1 0-94,-6 0 0,-2 0 0,0-2 33,0-1 1,-1-1-1,0-2 27,4-4 0,-2-1 0,-4-3 163,-2-10 1,-7-2-109,-10 8 0,-6 0 5,-6 3 1,-7-1-29,-13-9 1,-8 1-409,-2 6 0,-5 0 458,0 2 0,-4-1 0,-4 3 0,-12 1 0,-5 4 0,-1 2 11,0 4 0,0 2 0,-1 1-2,-1 1 0,0 0 0,-3 5 15,2 4 1,-3 4 0,-1 1 0,4 3-468,-1 3 1,4 2 0,-4 2 457,-1 0 0,-4 1 0,1 1 0,3 4-154,-4 7 0,3 4 0,4 1 138,10-5 1,2 1 0,1 5-12,-7 14 1,2 7 0,6 0 3,6 7 1,4 2 7,4-13 0,0 1 0,7 3 3,9 8 1,9 2 0,5-3-350,5-13 0,4-4 0,4 2 335,2 3 1,4 3 0,2-2 0,1-4-2,6-1 1,2-4 0,2-2-8,2 0 0,3-1 0,8-2-12,-7-8 0,7-1 0,3 0 0,2-1 1,-1-1-1,-3-1-190,-1-1 1,-3-2 0,0-2 0,3 1 0,3 0 218,1 0 0,5 2 0,2-1 0,2 0 0,-2-1 0,-3-1 0,-5-4-38,7 0 1,-6-2 0,-1-4 0,1-2 59,3-1 0,1-4 1,-1-2-1,-6-5 73,1-9 0,-6-4 1,-2-4-46,-3 1 1,-3-4-1,-6-5-19,-7-17 1,-7-8 0,-9 3-21,-9 1 1,-11 0-3,-2 14 1,-4-5 0,-2 2 0,-1 5 1,-6-5 0,-5 3 7,-5-4 1,-7-3 0,-5 4-67,2 14 0,-5 3 1,-2 2-1,3 0 50,-5-5 0,2 1 0,-8 2-20,10 12 0,-6-1 0,-3 2 1,-1 1-1,2 3 0,5 2-202,-2 2 1,4 4-1,0 1 1,-1-1 49,-10-1 1,-2-1 0,0 2-1,2 3-762,7 3 1,2 2 0,0 2 0,3 2 931,-6 5 0,2 2 0,3-1 0,-6-1 0,3 1 0,10 3 0,0-1 0</inkml:trace>
  <inkml:trace contextRef="#ctx0" brushRef="#br0" timeOffset="18533">15186 7372 15108,'-59'7'570,"0"1"0,1-1 0,7-1 0,2 0 0,6 0-318,1-1 1,7 0 116,-3 0 413,33-3-334,35-10-297,2 2 0,6-2-50,18-4 0,7-1-932,-11 2 1,4 0-1,2 0 867,-8 1 1,2 0-1,1 1 1,0-1-325,4-1 1,2 1 0,0-1 0,0 1 301,2-1 0,0 1 0,1-1 0,-2 1-470,-1 0 0,0-1 0,-1 1 0,-3 0 467,3 0 0,-3 0 1,0 0 115,5-1 0,0-1 0,-9 1 32,-16 3 1,-3 0-51,12-2 0,-17 1 923,-46 1-1046,-28 5 0,-13 4 10,13 0 0,-3 1 1,-2 1 20,-4-1 0,-3 0 0,-2 2-19,7 1 1,-2 0-1,-2 2 1,0-1-9,5 1 0,-1 0 0,0 0 0,-1 1 0,0-1 11,0 1 0,0 0 0,-1 0 0,1 0 0,-2 1 4,-5 0 1,-2 2 0,0-1 0,2 1-1,4-1-5,1 1 0,4-1 0,2 1 0,2 0-8,-8 2 1,3 1 0,3 0 1148,-6 2 0,8 2-1203,4 12 174,91-13-87,0-12 1,11-4-526,-1-4 1,10-3 0,1 0-1,-4-1 507,-1 1 1,-4-1 0,6-1 2,-15 2 0,4-1 0,2-1 1,1 0-1,-2 0 0,-3 0-421,10-1 1,-4 0 0,0 0 0,2 0 412,-2 0 0,2 0 1,1 0-1,0 0 0,-2 0 4,-2 0 1,-1 0 0,-1 1 0,0-1 0,-1 0 34,6-1 1,0 1 0,-2-1 0,-3 1-12,7-1 0,-3 0 0,-5 0 112,6-1 0,-10 0 155,-1-1 1420,-64 5-1728,-16 7 0,-9 2 13,0 0 0,-4 1 0,-2 1 116,-12 1 1,-3 1 0,-2 1-118,9 0 1,-2 0-1,0 1 1,2-1 1,-8 1 1,3 0 0,-5 1-7,10 0 1,-4 1 0,-2 1 0,2-1 0,5 0-4,5 0 0,3-2 1,1 2-1,-3 0 6,-1 0 0,-4 1 0,0 1 0,1 0 0,4-1 175,-8 3 1,3 1-1,3-1-217,-10 4 0,5 1 54,16-5 1,6-1-85,-1 7 77,42-10-5,40-7 6,13-6 144,-9-3 0,9-2 0,1 0-147,-7 0 1,0-1 0,4 0-180,-10 1 1,4 0-1,1-1 1,1 1-1,-3 0 176,8-1 0,-2 0 0,0 0 0,-2 1-2,-3 0 1,0 0 0,-2 0-1,-2 1 30,6-2 0,-4 1 0,-4 1-41,3-2 1,-10 2 51,-12-1-89,-63 8 38,-18 6-367,2 1 0,-11 3 1,1 0 372,6 0 1,0 1-1,-3 0 1,8-2 1,-1 0 0,-2 1 0,-2 1-1,-3 1 1,-3 2-1,-1 0 1,0 0-1,5 0-18,1-1 1,4 0 0,0-1 0,-4 2 23,-2 1 0,-4 1 0,-1 0 0,1 0 0,5-1-3,2 0 1,2 0 0,3 0 0,1 0-1,-6 2 0,2 1 0,4-1-321,-6 3 1,7 0 255,-7 6 983,41-8-860,42-13-37,4-6 1,6-3-12,20-4 1,6-3-74,-9 1 1,3-2 0,2-1 69,-8 3 1,2-1 0,0-1 0,1 1 2,4-2 0,0 1 1,0-1-1,1 0-1,-1 1 0,0-1 0,0 0 0,-1 1-10,-5 0 0,-1 0 1,0 1-1,-3 0 31,7-2 0,-2 0 0,-4 1 909,4-1 0,-8 0-892,-7-3-129,-66 9 81,-13 7 0,-9 3-425,2 1 0,-5 0 0,0 2 422,5-2 1,1 1-1,-6 2-1,2 0 0,-7 1 1,-2 2-1,1-1 1,3 0-386,1 0 1,3 0-1,0 0 1,-3 1 392,-4 1 0,-4 0 0,-1 0 0,2 1 0,3-1 35,1 1 1,2-1 0,3 1 0,1-1-30,-8 2 1,3 0 0,3 0-129,-5 2 0,8-2 82,-6 3 1794,54-9-1687,50-16-57,2 0 0,7-3-55,-3 1 0,4-3 0,3 0 51,-6 2 0,2-1 0,2 0 0,0 0-3,-6 2 1,1-1-1,0 0 1,1 0 0,-1 0 2,1 1 1,1-1 0,0 0 0,-1 0 0,-1 0 4,-3 1 0,1-1 1,-2 1-1,-1-1 1,-1 1 22,4-2 0,-2 1 0,-2-1 0,-2 0 493,1-1 0,-3 0 1,-5 0-331,1-1 1,-13-2 155,-19-3-651,-57 9-773,-3 12 1,-10 5 853,16-1 1,-5 2-1,1 1 1,4-1 0,-13 1-1,4 1 1,14-1 0,-1 1-1,0-1 1</inkml:trace>
  <inkml:trace contextRef="#ctx0" brushRef="#br0" timeOffset="20549">17702 8250 21875,'-5'-46'743,"-1"-1"0,1 2 1,2 7-246,4 15-514,0 7-1,-1 16 90,0 33-40,0-2 1,0 5-469,-2 19 1,-1 6 437,0-11 1,0 3 0,-1 1-593,0 7 0,-1 2 1,0 0 490,1-12 0,-1 1 0,0 1 0,1-1-1020,-1 4 0,0-1 0,0 2 0,1 0 1118,0-6 0,0 2 0,-1 0 0,1-3 0,1-3 0,-1 2 0,0-4 0,1 0 0,0-3 0,0 1 0,0-1 0</inkml:trace>
  <inkml:trace contextRef="#ctx0" brushRef="#br0" timeOffset="21064">17507 10109 20412,'-18'-53'633,"-1"-1"0,3 4 0,8 9-582,13 19 186,20 3-192,11 14-23,19 9-8,-22 3 0,0 3-278,22 11 267,-14 5 0,-1 5-329,-13-8 1,-1 2 305,11 12 0,-3 3 3,-12-7 1,-6 2-82,-10 5 1,-8 0 105,-9-7 0,-4-2 3,-3-1 1,-6-3 60,-17-3 1,-5-6-1473,15-10 0,-1-1 1475,-6 2 1,0-3 322,-20-16-21,20-17-8,8-3 197,11-2-460,26 4-95,2 16 198,43-2-209,-8 23-9,-12-5 1,-1 3 1560,1 9 0,-2 4-1555,-3 1 0,-1 0 248,0 0 0,-1 1-287,5 7 0,-2 3-238,4 21-395,-21-9 0,-7 1-148,-11 17-396,-16-17 1,-11-4-972,0-16 1,-5-5 1640,-14 3 0,1-2 0,20-8 0,3-4 0,-23 0 0</inkml:trace>
  <inkml:trace contextRef="#ctx0" brushRef="#br0" timeOffset="21431">17878 9457 19619,'-49'-24'963,"-1"0"0,4 3 1,0 8-648,3 19 1,-3 10-1999,0 4 1,-4 6-1,1 2 1751,-3 4 0,1 2 1,0 1-70,12-7 0,0 0 0,2 2 0,1 3 28,1 4 0,2 2 0,2 3 0,3-1 4,-2 9-1,4 1 1,2 3-14,2-5 0,0 2 1,2 2-1,5 2-10,5-5 0,3 4-1,3-1 1,1 0 0,1-4-14,0 10 1,4-2 0,6 0-15,5-2 0,5 3 1,6-2-1,7-6 0,8-10 1,8-6-1,4-4 1,0 1-35,-8-6 1,0 0 0,2-1-1,1-1 1,3-2 42,-2-3 1,4 0 0,1-2 0,1-1 0,-1-2 0,-1-3-280,3-2 1,1-2 0,-2-3 0,1-3 0,-1-1 294,-2-2 1,0-1 0,0-3-1,-1-1 1,-1-3 10,7-3 1,-1-3 0,-1-3 0,-4-6 15,1-8 0,-3-6 1,-2-2-1,-5 1-27,-2 0 1,-5 1 0,-3-3-16,0-9 0,-4-3 0,-6-1 23,-10 5 0,-6 1 0,-3-4 4,-5 0 0,-3-4 0,-2 0 0,-2 0-8,-2 0 1,-1 0 0,-3 1 0,-1 0-12,0 1 0,-1 0 0,-4 2 0,-5 4-7,-4 7 1,-6 3 0,-2 3 0,-2 4-43,-9-1 1,-3 7-1,-4 0-324,5 3 0,-3 1 0,-1 1 0,-2 2 375,9 6 0,-3 1 0,0 1 0,3 2 0,3 0 0,-3-1 0,4 2 0,2 1 0,-16 0 0,0 1 0</inkml:trace>
  <inkml:trace contextRef="#ctx0" brushRef="#br0" timeOffset="29842">17826 2976 19456,'0'-58'440,"-1"1"1,4 3 0,10 9-3022,18 20 0,6 8 2732,17-8-25,-8 14 0,0 4 1434,13 11-1437,-18 16 1,-3 5-45,4 9-37,-21-4 0,-8 4 70,-19 4 0,-10 0-77,-2-1 0,-2 0-21,-4 7 0,-3 1 14,-9 0 0,-3-2-3,8-8 0,0-2-92,-5 5 1,1 1 72,6-4 0,4-2 22,-3 5 2986,25-8-2801,32-27-68,34-12-620,-17-1 1,6-3 343,2-1 0,4-3 1,1 1 130,0 1 0,1 0 0,-3 0 0,-11 3 0,-1 0 0,-4 2 0,3 0 0,0 0 0</inkml:trace>
  <inkml:trace contextRef="#ctx0" brushRef="#br0" timeOffset="31298">20005 4860 14230,'19'-53'2132,"0"-1"0,-3 11 1,-2 4-1013,6-11-285,-6 19-202,-2 1-281,-4 13-217,-5 10-18,-22 57-83,7-16-612,-6 15 0,-1 5 583,5-13 1,1 1-12,1 0 1,1 3-1,1-2 3,-1 1 1,3-1-10,1 11 1,4-5 0,9-13 39,17 10 39,4-30 79,29-12-96,-18-16-2,-7-5 0,-1-3 58,14-20-235,-17 14 0,-1-1 168,13-16 64,-17 16 1,-4 3-31,-4 7 1074,3-4-1131,-25 33 7,-7 13-34,-9 16-12,-3 9 1,5 4-68,9 1-190,8 0-280,13-1-773,8-3-2591,3-23 1,3-2-4002,6 4 7107,8-1 1,-26-25 0,-4-1 0</inkml:trace>
  <inkml:trace contextRef="#ctx0" brushRef="#br0" timeOffset="31674">20871 4255 10030,'-44'-31'1316,"0"1"0,0-1 0,-6 1 1,-3 1-1,2 6-558,-7 6 1,-2 8-2267,0 5 1,-3 5 0,3 1 1649,-3 2 1,1 9 67,11 7 0,-3 7 0,1 3 0,8-1-84,-1 6 0,4 7-203,8-3 0,-5 9 1,-1 5-1,3 0 1,5-3 88,6-2 1,6-2 0,1 2-1,-1 3-109,2-4 0,-1 3 0,0 2 0,0 1 0,3-3 0,2-2 78,0 5 1,2-4 0,3 1 0,2 3-94,3 4 0,3 4 0,2 2 0,1-4 0,1-6-112,1-4 0,2-5 1,4 3 98,4 10 0,3 6 1,5-2-1,5-11 17,8-13 0,5-10 0,4-2 96,-2-2 1,4-2 0,2-3 0,2-4-102,3-4 1,2-5 0,2-3 0,1-5 122,-3-4 0,3-4 0,1-4 0,-1-1 0,-3-1 119,6-4 0,-3-3 0,-1-1 0,-1-1-51,-2 0 1,-1-1-1,-1-2 1,-4-4 161,-2-8 1,-3-6 0,-3 0 0,-6 4-96,1-5 1,-5-4-25,-10 11 0,0-8 0,0-3 0,-4 1 0,-4 5-39,-4-6 0,-7 4 0,-1-3-68,0-2 0,-2-4 0,-1 1 0,-3 5 19,-1 4 1,-3 4 0,-3 1-18,-6-5 1,-4 1 0,-4 4-144,-8 7 0,-5 5 1,0 2 5,-6-11 1,-6 5-454,6 17 0,-8 2 0,-2 4 0,5 5-825,4 8 1,2 6-1,-1 1 103,-9-2 1,-2 1-1,3 4 1296,6 7 0,3 4 0,7-2 0,-10 7 0,2 4 0</inkml:trace>
  <inkml:trace contextRef="#ctx0" brushRef="#br0" timeOffset="32057">19516 5493 19888,'-37'39'148,"-1"-1"0,1 1 0,0 0 0,-1 0 0,0 0 0,0 0 1,1-1-166,-6 7 0,1-1 0,0-1-752,7-6 1,0-1-1,-4 4 769,0-2 0,-6 5 0,-1 1 0,3-3 0,8-6 0,-1-1 0,2-1 0,-10 8 0,-1 1 0,1-1 0</inkml:trace>
  <inkml:trace contextRef="#ctx0" brushRef="#br0" timeOffset="33366">19182 5942 19148,'22'-33'555,"-6"9"-471,-19 28 302,-10 16-72,-5 2-29,-13 16-139,4-7 50,1-3 0,-3 2-93,7-6 1,-1 0-15,-10 11 1,-2 0-26,6-5 1,0-2-298,2 0 1,-1-2 285,2 0 1,1-1 24,1-1 1,0-1-28,-19 22 184,3-2 17,0-2-140,8-11 258,-12 10-186,16-15-55,-8 7-34,16-11-22,6-7 562,5-3-518,2-3 111,4-3 2,-3 2-90,0-1-40,-3 2-32,-2-2-46,4 0 12,-3-1-163,5-1-101,-1-1-6833,-2 1 7063,3-2 0,-2 0 0,5-1 0</inkml:trace>
  <inkml:trace contextRef="#ctx0" brushRef="#br0" timeOffset="34783">18368 6558 20179,'36'-34'309,"-1"0"1,-1 2 0,-11 11-237,-21 20 291,-2 1-129,0 4 214,-1 4 94,-5 10-78,-10 12-90,-12 12-235,-1-4 19,-2-5 1,-2 0-342,8-9 1,-1-1 237,-10 11 0,-1-1-20,10-8 1,2-2-3,-12 9 16,4 1-61,18-18-62,-1 5-33,11-11-3009,5 6 3245,4-4 0,-2 1 0,2-6 0</inkml:trace>
  <inkml:trace contextRef="#ctx0" brushRef="#br0" timeOffset="40890">7068 1967 21587,'-5'-11'-1584,"0"3"-211,5 8 5893,0 0-1982,-18-7-1864,14 26 95,-16 0 1007,19 18-2208,-1 3 2108,-1-14 346,1 2-1815,0-14-161,1-6 1027,2-15-694,3-1-669,12-32 1515,3-3-413,-3 7 1,0-1-65,1 0 0,-1-1 11,2-2 0,1 0-59,-5 8 1,1 1 139,11-13 1,0 3 357,1 1-773,5 1 1,2 3-4,5 5 0,-9 10 0,0 2 0,8 1 0,24 4 0,-17 11 0,-11 4 0,2 3 0,-4 2 0,-2 2 0,23 9 0,-18-5 0,1 1 0,-4-1 0,4-1 0,22 6 0,5-1-524,-4-4 0,1-1 314,-10-4 0,3-1 0,-4-1 131,3-1 1,2-2 175,-4-3 1,7-2-1,0-1 1,-7 0 242,3 1 0,0-2-85,6 0 0,7-1 0,-2-1-255,-7 0 0,-2 0 0,-1 0 0,-5 2 0,-1 0 0,4-1 0,1 1 0,6-1 0,-1-1 0,-4 2 0,-4 1 0,-3 0 0,2 0 0,11 0 0,2-1 0,2 1 0,-14 1 0,2 0 0,0 0 0,0 0 0,2 0 0,1-1 0,1 1 0,2 0 0,-6 0 0,3 0 0,0 0 0,-1 0 0,-4 0 0,9-1 0,-4 1 0,4-1-70,-9 2 1,4-1 0,1 0 0,-1 0 0,-4 0-698,13 0 0,-4 0 1,3 0 492,-11 1 1,3-1 0,1 1 0,-1 0-1,-2 0-64,2 0 0,-2 1 1,0 0-1,-1 0 124,0 0 1,0 0 0,-1 0-1,1 1 90,-1 0 0,1 0 1,0 0-1,-3 0-138,4 0 1,-3 1 0,5 0 100,4 0 1,5 0-1,0 1 1,-7-1-446,7 1 0,0 0 375,-8-1 0,7 1 0,2-1 0,-3 1 13,-9-1 1,-2 0 0,0 0 0,1 0 39,1-1 0,2 1 1,-1 0-1,-1-1 0,-2 1 0,-1-1 1,0 1-1,1-1-31,5 1 1,3-1-1,-3-1 1,-6 1-206,7 0 1,-1 0 242,1 0 1,7 0 0,2-1-1,-8 1 186,-10-1 0,-5 0 0,3-1-139,17 0 0,4 0 0,-6 0 67,-3-1 1,-3-1-25,8 0 0,-2-1-3,-16 2 1,0-2 57,19-1 1,-1 1 0,-22 1 0,-1 0 14,12-2 0,-5 0 609,-13 2-432,4-4 925,-28 4-828,-7-2 2262,-1 2-2379,-1-1 1330,0 3-1487,0 2 39,-3 9 6,-3 7-6,-7 19-28,-6 17-550,7-17 1,-1 4-1476,0 9 0,1 1 1503,0 0 1,3-3 0,2-12 0,1-4-1,1 9 1</inkml:trace>
  <inkml:trace contextRef="#ctx0" brushRef="#br0" timeOffset="79924">8960 3713 17017,'-55'4'558,"0"1"0,1 0 1,-1-1-1,1 1 1,-1-1-1,-2 1 0,2-1 1,1 1-1,-2-1 1,-2 1-456,1 0 0,-3 0 0,-1 0 1,0 0-1,2 0 0,3 0 11,-1 0 1,1-1 0,2 1 0,3-1 0,5 0-93,-2 0 1,6 0-1,0-1-9,-5 2 0,1-1 1,9 0 2592,2 1-1638,19 0 224,58-7-863,5-3 0,8-3-66,-1 2 0,5-1 0,3-1-117,-5 0 1,3 1-1,2-1 1,1 0-56,-6 2 1,0-1 0,1 1 0,3 0 0,3 0-38,-10 1 0,4 1 0,2-1 0,2 1 0,-1 0 1,0 0-1,-2 0 0,-2 0-397,3 0 1,-2 0 0,-2 1 0,0 0-1,1-1 1,3 1 293,-1 0 0,3 0 0,1 1 0,0-1 0,-1 1 1,-5-1-1,-5 2-98,4-1 1,-5 0-1,-5 1 1,-1 0 1272,20 1 0,-12 2-1145,-14 5-1066,-69 3 0,-21 0 1211,10-1 1,-4 0-53,-2-2 1,-7 1 0,-3 1-1,2-1 25,5-1 1,0 0-1,0 0 1,-3 1-23,-1-1 1,-3 1 0,-1 0 0,-1 1-1,1-1 4,-4 0 1,0 1 0,-1 0 0,0 0-1,0 0-28,9-2 1,-1 1-1,1-1 1,-1 1-1,2-1 1,2 0 48,-13 2 0,4 0 0,-1 0 0,-3 0 168,12-1 0,-4 0 0,0 0 0,0 1 0,2-1 0,5 0-270,-15 2 0,6 1 0,-2 0-804,2-1 1,-4 1 0,3 1 0,7-2 1241,-2 2 0,8-1-503,-9 9 1905,68-15-2755,40-11 903,0-4 0,9-4 512,-9 1 0,4 0 1,2-2-501,-6 2 0,2 0 0,1-1 0,2 1-5,-6 1 1,1 1-1,1-1 1,0 1-1,1 0 3,4 0 0,1-1 0,0 1 0,0 0 0,0 0-58,2 1 1,-1 0-1,1 1 1,0 0 0,-1 0 37,-3 1 1,0-1 0,0 1 0,-2 1 0,0-1 130,5 0 0,0 0 0,-2 1 0,-5 0-109,0 0 0,-3 0 0,-5 1 0,12-1 0,-26 0 0,-44 3 0,-15 5 0,-10 2 0,-7 1 0,-6 1 0,-3 1 0,5 0 0,-3 0 0,-1 1 0,-1 0 0,-6 1 0,-1 0 0,-2 0 0,0 1 0,11-2 0,-1 0 0,0 1 0,0-1 0,1 1 0,-12 1 0,0 0 0,1 0 0,1 0 0,7 0 0,0 0 0,2 0 0,2 1 0,-5 1 0,2 0 0,6 1-143,-3 2 0,10 2-8085,9 8 7922,31-9 1,12-7 0,-7-6 0</inkml:trace>
  <inkml:trace contextRef="#ctx0" brushRef="#br0" timeOffset="80641">13443 3836 13424,'-61'3'599,"1"-1"0,-1 1 0,0 0 1,-1-1-1,-2 1 0,2 0 1,4-1-50,-2 1 0,3-1 0,2 1-524,3-1 0,2 1 1,2-1 283,-9 2 1,6-1 11,-5 1 950,32 0-903,41-2-456,47-6-434,-8-1 1,9 0 536,-6-1 0,3 0 0,1 1-12,-8-1 0,0 1 0,7 0 37,-13 1 0,7 0 0,4 0 0,1 0 0,-1 1 0,-3-1 0,-7 1-322,2 0 1,-8 1 0,1-1 0,7 1 326,-2-1 0,6 0 1,4 0-1,1 0 0,-2 1 1,-3-1-1,-8 1 43,13 0 1,-7 1 0,0-1 15,4 1 0,1-1 0,-5 1 341,1-1 1,-13 2-227,-21 6-343,-76 4 114,18-4 0,-6 1 0,-3 0-406,1-1 0,-3 0 0,-2 1 0,-2-1 439,3 0 1,-1 1 0,-1-1 0,-2 1 0,0-1-131,-6 1 0,-2 1 0,-1-1 0,-1 0 1,0 1 191,8-2 0,-1 1 1,-1-1-1,1 1 0,-1 0 1,1-1 17,-1 1 1,-1-1-1,1 1 1,0 0 0,0-1-1,1 1 0,-8 1 0,1 0 0,0 0 1,1 0-1,2 0 9,7-1 1,0 1 0,1 0-1,2 0 1,2 0-121,-17 5 1,2 0 0,7 0 74,-3 4 0,13 0 321,14 6-286,78-15-122,7-11 0,10-6 256,-6 1 0,4-1 0,6-2-209,-19 4-1,5-2 1,1 0 0,1-1 0,-1 1 0,-3 1-9,9-2 1,-4 0-1,1 1 1,4-1-11,-3 1 0,3-1 0,3 0 0,0 1 1,-2 0-1,-4 0-6,6 1 0,-5 0 0,1 1 0,1-1-7,-3 1 1,1-1 0,1 1-1,0 0 1,-2 0 25,7 0 1,0 0 0,-3 0 0,-2 0 13,7 0 0,-3 1 0,-6 0 669,4 0 0,-14 0-882,-29 1 20,-42 5 1,-28 2 0,-7 1-291,8 0 1,-6 1 0,-4-1 0,-2 2 0,-1-1 409,12-1 1,-2 0 0,0 1 0,-2-1 0,0 1-1,-1 0 1,-2 0-113,0 0 1,-3 1 0,-1-1 0,-1 1 0,0 0 0,1 0 0,1-1 0,4 1 92,-5-1 0,3 0 0,3 0 0,-2 1 0,-2-1 0,-5 1 54,9 0 1,-6 0-1,-4 0 1,-2 1-1,-1 0 1,2-1-1,1 1 1,4-1-1,6 0 1,7-1-1,-10 0 1,10 0-1,2 0 1,-7 0-1,-9 2 1,0-1-1,0 1 1,0-1-1,0 1 1,0-1-1</inkml:trace>
  <inkml:trace contextRef="#ctx0" brushRef="#br0" timeOffset="84580">8509 4901 23483,'-2'-49'694,"-1"0"1,2 4 0,-3 12-622,-3 25-45,2 13-17,2 4 34,0 37-56,0 3-412,0-9 1,-2 3 366,-1 0 0,-2-2 19,1-6 1,-2-1-60,-5 8 1,-5 0 14,-9-3 0,-5-3 58,-1 0 1,-3-2 25,-10-1 0,-3-5 128,8-13 1,0-5-65,2-4 0,2-3 17,-16-6 230,1-24-3263,31-4 3095,-2-8 676,16-3-581,6 23-180,2-2-27,0 17-6,0 25-11,1 7-6,6 24-6,11-1-156,3-12 168,24 3-3,-11-27 0,4-4 0,1 0 0,1-1-9,0-2 1,1-4 11,5-9 0,-2-4-17,0-2-79,3-5 1,-1-4-1283,3-7-2118,2-3-2093,-25 12 6400,-25 11 1,-1 7-1,-3 0 1</inkml:trace>
  <inkml:trace contextRef="#ctx0" brushRef="#br0" timeOffset="85042">8166 6437 22745,'17'-52'935,"-1"-1"1,-2 5-1,-5 5-459,-17 2-188,-8 7-137,-13 14-62,-17 14-14,-8 22 1,-2 7-68,21-10 1,-1 2-534,-10 10 0,-5 5 1,8 1 552,8 3 0,4 0-31,-3-1 0,3 1-6,9 1 1,9-1-8,18-3 27,6-4-6,18-20 1,7-8 11,-2-5 0,2-4-614,19-6 1,1-4 699,-4-4 1,-2-5 55,-3-1 1,-3-1-70,-11 7 0,-3-1 198,2-6 0,-4 1 32,-2 0-151,2-5 1184,-21 25-1353,-7 17 0,-6 16 0,-3 20 0,0 1-290,2 7 1,0 6-1666,3-3 0,0 2 1541,0-7 0,0 2 1,0-4-1,1-1 0,1-5 1,-1 12-1</inkml:trace>
  <inkml:trace contextRef="#ctx0" brushRef="#br0" timeOffset="86624">9592 4115 19031,'0'-7'3282,"0"1"-2061,0 6-213,0 0-969,6-46 23,1 51-1,8-23-38,-3 69-29,-6-20 0,-1 2 0,-1 4 1,-2 0-159,-4 2 0,-3 0 161,-4 0 0,-2-1 11,-4-2 1,-4-2 16,-2-5 0,-3-4 81,-5-4 1,0-4-12,-11 1 113,-10-16-6,27-16 0,-2-14-1,8-9-2968,6-8 2874,5 16 77,0 5-100,-3 25-56,-11 23-16,3-1-7,-5 15 6,11-5-16,9 5 3397,4-7-3381,21-1 6,16-22-6,5-2-6,10-14 1,3-6 16,-21 4 1,-1-2-152,15-4 0,0-2 165,-18 2 1,-5 0 41,4-7 23,2-6-73,-18 13-213,-8 2-95,-6 12-969,-2 3-2033,-3 12 3282,-5 15 0,3-10 0,-2 4 0</inkml:trace>
  <inkml:trace contextRef="#ctx0" brushRef="#br0" timeOffset="87174">9563 5496 22783,'6'-62'1040,"0"1"0,0 11 0,-3 7-715,-4 7-241,-1 25-17,2 6-56,-1 31 1,1 9-7,0 16 1,-1 3-6,0-21 0,0-1-123,0 16 1,-2 0 125,-2-15 0,-2-2-9,-3 17 0,-1-7 1,-2-1 44,-4 3 118,-2 0 17,10-29-130,7-18-4,2-5 133,5-31-33,3 4 189,2-14-150,8 1-129,-9 25 12,9-12-23,-3 20-33,0 4 11,12 5 5,14 12-22,-7 2 11,24 13-22,-16 4-14,-12-2 0,0 2 13,12 19 1,-8 8-11,-34-10-12,-26-3-5,-6-10-132,-5-12 0,-3-2-327,-19-1-236,16-5 0,-1-2-960,11-8 0,2-2 1694,-16-7 0,20 0 0,16 3 0</inkml:trace>
  <inkml:trace contextRef="#ctx0" brushRef="#br0" timeOffset="87839">12539 4645 21299,'5'-42'1215,"0"1"0,-2-1 1,-4 8-813,-3 20-285,-5-1-118,3 25 17,3 2-17,1 15 23,-1 26-1,0-14-11,-3 9 0,-3 3-390,-1-18 0,-3-2 376,-8 16 0,-3-1 3,5-17 0,-3-3 22,-18 6 1,-3-4-373,-15-5 428,18-8 1,2-6 117,-6-20-6,22-13 28,13-14-22,15-1-78,4 5-40,4 9 680,1 11-746,-5 8 484,8 13-462,-1 8-23,4 5 6,13 19-6,-8-11-11,15 9 0,-16-16 0,7-3-241,4-9-67,-8-3-1552,19-10-689,-24-3 1701,11-6 0,-25 9 0,-2 1 0</inkml:trace>
  <inkml:trace contextRef="#ctx0" brushRef="#br0" timeOffset="88173">12531 5527 20028,'0'-5'3461,"0"2"-996,0 3-2359,-72-31 96,26 35-696,-7-12 1,0 5 526,22 17 1,3 8-1,-1 8 1,3 1-17,-7 13-21,16-10 1,5 1 14,8 11-84,13 9-11,9-14-2385,28-14 0,9-6 811,6-5-1619,-15-9 0,6-1 0,-6-3 2037,10-8 0,1-3 0,-41 5 0</inkml:trace>
  <inkml:trace contextRef="#ctx0" brushRef="#br0" timeOffset="88824">14297 4229 18880,'2'-49'1726,"0"-1"1,-2 3 0,-2 7-954,-5 17-420,-2 4-269,3 12-34,3 17 6,3 16-16,2 22-40,-1-14 0,0 2-325,0 5 1,0 2 321,-1 4 0,-2 0-8,-2 0 0,-3-2 8,-7 3 0,-4-3 3,-10 11 11,-3-24 1,-2-7 4,0-11-4,-27 2 16,26-23 654,-4-7-637,10-11-11,9-6 39,10-1 22,6 1-22,8 6-1,4 8-16,5 7-5,1 10 10,1 11-21,0 9-18,-2 2 23,13 16-23,-2-13 17,15 9-16,4-15-3426,7-9 3246,9-5-269,-28-7 0,2-1-4490,5-3 1,-2-1 4624,17-7 0,-11 1 1,-30 8-1</inkml:trace>
  <inkml:trace contextRef="#ctx0" brushRef="#br0" timeOffset="89377">14450 5365 17585,'5'0'4335,"-2"0"-1988,-3 0-1299,13-63-807,-13 41-70,4-16 0,-5 2 64,-18 20-84,-12 2-5,-27 13-96,-1 14-219,27-4 0,1 2 183,0 7 0,3 3-8,-16 20-1,18-14 1,2 2-1,3-1 1,3 2-11,-8 26-18,21 1 35,10-20-12,28-2 16,9-26 12,19-12 20,-21-11 0,-2-4-4,16-13 48,-15-6 1,-3-5-32,-17 10 1,-3 0-579,5-6 0,-1-2 553,-3-5 0,-1 0 20,-3 8 0,-1 0-1272,5-14 0,-1 1 1264,-5 18 0,-1 0 41,1-2 1,-1 3-61,-3 3 77,2 1-33,-2 11-45,-3 9 710,-1 7-738,1 13 3352,0 15-3358,0 23 0,-2-16 1,-2 4-962,-4 21 1,-2 2 868,2-16 0,0 0-210,-2 2 0,-2 3 0,0-1-1353,-2 8 0,0-2 1661,-1 8 0,1-3 0,2-18 0,1-5 0,-1 7 0</inkml:trace>
  <inkml:trace contextRef="#ctx0" brushRef="#br0" timeOffset="91208">5071 13820 20002,'-18'-57'675,"0"0"1,1 0-1,-3 1 1,0 1 0,-3 13-122,-24 7-395,17 17 1,-1 5-9,-32 10-662,32 12 1,1 6 529,-1 9 1,2 4 2,-4 10 1,2 5-533,-2 7 1,2 4 514,9-16 1,2 2 0,0 0-4,2-1 0,1 1 0,2 0-16,-2 14 0,4-1 137,6-8 0,5-4-123,19 18 45,19-27 55,19-32-47,-22-10 1,1-7 13,3-8 0,0-4-374,2-7 1,-1-3 421,-2-5 0,-1-3-453,-2-4 0,-3 1 397,-8 9 0,-2 0 134,3-12 0,-3 3 921,-2 3-940,3-6 95,-18 45-269,-8 25 28,-5 21-28,-7 21 0,4-2-20,6-9 1,4 4-1673,9-5 1,2 1-510,-2 0 0,2 0 2201,8 2 0,2-7 0,-4-15 0,0-1 0</inkml:trace>
  <inkml:trace contextRef="#ctx0" brushRef="#br0" timeOffset="91973">5681 13785 23052,'42'-20'-159,"0"-1"1,-13 6-1,0 1-262,23 0 1,4 1-4496,-5 3 1,-1 0 4801,-5 2 0,-2 0 0,-4 1 0,-3 1 0,4 0 0</inkml:trace>
  <inkml:trace contextRef="#ctx0" brushRef="#br0" timeOffset="92157">5751 14089 19652,'-4'1'4347,"0"0"-3899,4-1-1204,108-49-1169,-51 28-533,-12 3 0,13-4 1,0 0-1,-10 5 1353,-10 5 1,-4 2-1,20-6 1,-9 2-1,-27 9 1</inkml:trace>
  <inkml:trace contextRef="#ctx0" brushRef="#br0" timeOffset="92357">6882 13529 21562,'-3'0'1759,"0"0"-2033,3 0-836,61-17 231,-26 10-1791,18-5 0,5 0-2246,-21 6 1,-2 2 4687,-1-1 1,-2 1 0,11-1 0,-32 4 0</inkml:trace>
  <inkml:trace contextRef="#ctx0" brushRef="#br0" timeOffset="92547">6831 13961 23024,'47'-20'-264,"-1"1"1,1 0 0,-2 1 0,4-2-1,-2 1 1,-3 2-1905,10-4 1,0 0-1110,-3 1 0,3-2 0,-5 3 2002,-2 1 1,-5 2 0,14-7 0,-41 17-1</inkml:trace>
  <inkml:trace contextRef="#ctx0" brushRef="#br0" timeOffset="92973">7938 13107 19081,'-2'-5'5550,"1"2"-4850,1 3-649,-5 19-28,4 1 22,-2 38-29,3-15 1,2 2-479,0 3 0,-1 1 470,-1 12 1,-2-1 5,0-9 0,-2-3 5,0-2 1,-2-1-176,-1-6 1,-1-2 273,-9 21 56,-3-19 89,3-19-118,5-11 158,1-18-242,7-1 90,-3-34-111,6 16 480,5-7 0,5-2-458,10-4-40,9-9-5,-4 27 0,3 5-11,17-4-12,-11 9 0,3 2-131,-4 5 0,-1 3 137,21 1 0,-19 5 0,0 3-182,0 6 1,-1 2 172,-2 0 1,0 2 8,20 17-45,-32 7 17,-23-19-135,-17 4 1,-10 0-294,-3-8 0,-4-3-579,-1 1 1,-4 0-1,1-1 528,-14 1 0,4-2 0,14-4 0,4-2 0,-7 0 0</inkml:trace>
  <inkml:trace contextRef="#ctx0" brushRef="#br0" timeOffset="93714">9328 13480 12517,'13'-55'1427,"1"0"0,-1-1 1,1 1-1,-1-2 0,-2 3 1,0-1-954,-1-6 0,1 0 1,-4 7 13,-2 12 0,-4 6 442,-6-16-722,4 39-141,-5 18 23,5 30-48,0 12 0,1 6-523,-1-13 0,1 3 492,-1 7 0,1 6 0,0-4-513,-1-6 1,-1 0 469,1 7 0,-2 6 0,1 1-229,1-13 1,-1 2 0,1-1 0,-1-1-5,0 4 0,0-1 0,1 2-1125,1-1 1,2 4 0,0-2 0,1-11-3875,4 20 4736,1-20 0,0-7 0,-2-21 0,-2-5 0</inkml:trace>
  <inkml:trace contextRef="#ctx0" brushRef="#br0" timeOffset="93897">9742 13220 16750,'10'-48'1350,"0"0"0,0 1 0,3-14 0,-2 7-555,0-5 416,-7 31-1037,-3 23 260,-1 28-378,1 30-39,-1 7-318,0-16 0,0 9 1,-1 1-208,-2 8 0,0 2 0,-1 0-881,2-16 0,0-1 0,1 1 0,-2 0-1034,0 2 1,0 1-1,-1-2 1,1-6 2422,0 7 0,0-7 0,0 6 0,1-20 0</inkml:trace>
  <inkml:trace contextRef="#ctx0" brushRef="#br0" timeOffset="102197">11656 13374 14744,'7'-45'1357,"0"0"0,-6-5 1,-7 8-1022,-7 22 1472,-32-13-1427,-7 27-230,14 5 0,-2 3-44,6 0 1,-1 4-11,-4 6 0,-3 4 0,4 1-366,-4 7 1,2 4 271,3-1 1,-2 3 0,5-1-1,2 3 0,5 2-15,1 16 1,6 1 41,12-19 0,4 0-39,-2 6 1,6-1 2,16-5 1,6-7 5,10-4 14,14-7 0,6-7 14,-15-11 0,1-6 0,18-3 0,2-6 14,-9-8 0,-3-3-9,-8 6 1,-2-4 63,-5-2 0,-1-3 0,-3 0 49,-3 0 0,-2-2 47,8-12 0,-5 0 249,-3-13-239,-13 23 127,-10 16-291,-2 16 17,-13 20-50,5 0-18,-2 12 1,0 4-5,2 1-21,2 2 1,2 1-194,10 15-39,2-18 0,4 1-798,10 5 0,5-1-972,1-7 0,3-2 2039,13 3 0,-1-4 0,0-4 0,-1-8 0</inkml:trace>
  <inkml:trace contextRef="#ctx0" brushRef="#br0" timeOffset="102397">12415 13273 20879,'41'-15'-1839,"0"1"1,1 0 0,-1 0-1,1 2 1,-2 3 1838,4 6 0,-4 3 0,15-1 0,-25 0 0</inkml:trace>
  <inkml:trace contextRef="#ctx0" brushRef="#br0" timeOffset="102590">12649 13479 23002,'35'-4'-835,"17"-4"-101,-4-4 1,3-2-3981,3 1 1,-1-1 4837,-5 2 0,-3 1 0,13-3 0,-27 5 0</inkml:trace>
  <inkml:trace contextRef="#ctx0" brushRef="#br0" timeOffset="102796">13417 13160 20201,'-4'0'1966,"1"0"-1837,3 0-538,71-34 45,-32 23-437,-2-1 1,7-3-1,-2 4-1168,-1 7 1,0 3 1779,18-1 1,-3 0 0,-22 1 0,-3 0-1,25 1 1</inkml:trace>
  <inkml:trace contextRef="#ctx0" brushRef="#br0" timeOffset="102973">13522 13514 19591,'-7'3'3024,"2"-2"-2671,5-1-246,0 0-287,85-30-971,-54 21 1,3-1-361,11-4 1,7-2 0,-3 2 970,-1 2 0,-6 2 0,17-4 0,-25 7 1</inkml:trace>
  <inkml:trace contextRef="#ctx0" brushRef="#br0" timeOffset="103613">14829 13362 14449,'3'-11'3105,"10"-34"1,2-9-1643,-6 7-873,6-13 1,-4 1 311,-16 11-79,-19 6-677,2 18 10,-26 10-54,1 26-44,7 5 1,-2 4-51,13-5 1,0 2-405,-14 13 1,3 3 392,16-9 0,3 0 3,-1 0 0,2 1 70,3 9 0,5-1-87,11 6 22,14 11-5,25-29 12,18-10 10,-23-13 0,2-5-16,2-1 0,1-5 30,9-11 0,-2-4-129,-14 8 0,-1-3 129,9-13 1,-5-4 4,-17 7 1,-3-2-14,1-12 0,-2-2 11,-4-5 1,-4-2 30,-2 10 1,-1-2 0,-2 4-21,0-3 1,-1 2 78,-1-11 0,-1 5 197,-4 8-102,-1 2-140,2 21-73,3 13 243,2 15-238,3 15 12,5 21-20,-2-14 1,1 4-3,1 8 0,-1 4-47,-1-3 0,-2 3 0,1 0-1214,-2-2 0,1-1 1,-2 1 1020,1-1 1,-1 1 0,0 0-1256,-1 3 1,0 0 0,-1-3 1132,0 5 0,0-3 0,1-4 0,-1-4 0,0 8 1</inkml:trace>
  <inkml:trace contextRef="#ctx0" brushRef="#br0" timeOffset="117182">8618 13336 16376,'0'-5'4206,"0"0"-3943,-26-18 0,-12-1 163,-5 13-198,0 0 0,-10 1 0,5 7-97,5 14 1,2 7-595,1-1 0,-1 2 0,3 2 497,-5 10 0,5 2-20,0 4 0,3 3-3,2 3 0,4 2-8,3 3 0,4 1-603,4 2 1,3-1 593,4-10 1,4-1-9,5 14 0,8-3 0,5-18 0,5-2-3,-1 7 0,6-3-33,13-7 0,6-6-5,-2-5 0,6-5-129,2-1 1,5-2 0,0-3-138,-5-3 0,-1-3 0,1-1-210,-2 1 0,1-1 1,0-4-2426,5-8 0,1-4 1,-7 0 2955,-5 1 0,-3-1 0,9-3 0,-5 2 0,-13 2 0</inkml:trace>
  <inkml:trace contextRef="#ctx0" brushRef="#br0" timeOffset="117438">8707 13311 15317,'-7'-6'4677,"2"2"-4031,-34-13 1,-11 3-53,-2 14-920,11-6 0,-6-2 0,5 7 438,3 15 0,5 6-67,4-5 0,1 3 53,-16 20 0,2 4-62,11-7 1,2 3-481,2-2 1,-2 4-1,2 0 461,-4 14 0,4 2-17,4-1 0,3 1-131,6-3 0,5-2 134,4-13 0,7-1-45,17 8 0,8-5-20,10-2-172,-1-16 1,8 0 0,0-4-481,3-7 0,3-5-382,-2 0 0,3-2 0,-1-4-1518,-4-5 0,-2-4 1,-1-1 2613,14-6 0,-5-1 0,-15 3 0,-5 0 0,2-4 0</inkml:trace>
  <inkml:trace contextRef="#ctx0" brushRef="#br0" timeOffset="117681">8811 13326 12465,'-44'-10'1455,"0"0"0,0 0 0,-8-4 0,1 6-716,-4 12 0,2 7-1109,15 0 1,1 2 523,-17 8 0,1 3-90,13 2 1,4 3-26,3 4 0,3 3-17,2 5 1,4 2-15,2 5 1,3 3 2,3 1 0,4 1-11,2-1 0,6-2 5,6-3 1,6-2-48,4-6 0,6-3-161,8-5 1,6-4-260,8-5 0,2-5-87,-6-5 1,3-4 548,8-7 0,6-3 0,-9-1 0,6 0 0,-5-3 0,1 0 0</inkml:trace>
  <inkml:trace contextRef="#ctx0" brushRef="#br0" timeOffset="117914">8787 13310 15352,'-54'-8'1118,"0"1"0,0-1 0,2 4 0,0 1 0,4 7-810,-7 10 0,3 8-1341,-2 6 1,3 6 1112,17-8 1,2 2-1,1 2-19,0 3 1,2 2 0,2 1-31,2 2 1,1 1 0,2 2-4,3 0 0,1 1 0,3 1 3,-2 19 0,5-2-20,5-14 0,7-2 42,15 11 1,11-6-29,1-20 0,7-6-20,18 10 1,6-7-80,3-15 0,3-8-501,-18-6 0,2-3 0,0-3 296,5-5 0,1-4 0,-5 2 0,-3 0 0,-5 1 0,-3-4 0,-1 1 0</inkml:trace>
  <inkml:trace contextRef="#ctx0" brushRef="#br0" timeOffset="118382">8746 13400 21847,'-42'-29'447,"0"-1"0,0 1 0,-1-8 0,3 9-387,5 18 0,4 9 74,-6 9-22,-3 9-76,13-1 1,0 4-505,-3 5 1,0 4 497,-5 6 1,0 4-411,-4 6 0,0 1 411,11-12 1,0 0 0,1 1-10,0 0 0,2 1 1,1 0-6,-8 15 0,5 0 5,7-5 0,8-2-144,9-6 1,8-1 151,10-7 1,8-3-9,12-4 1,6-6-356,12-2 1,6-5 69,-14-5 0,2-2 0,1-1 3,10-5 0,1-2 1,-6 0-1,-3 3 1,-4-2-1,-2-4 1,-1 1-1</inkml:trace>
  <inkml:trace contextRef="#ctx0" brushRef="#br0" timeOffset="123634">13484 1137 31228,'-2'7'-1177,"11"40"-437,-1-15 1,2 2 412,1 9 1,-1 1 897,-2 5 1,-3 0-108,-2-9 1,-1 2 433,-1 14 0,-4 0 173,-4-16 0,-6-5-189,-10 0 0,-4-5 637,-14 8 559,7-19 1,-1-5-955,-13-8 2198,-11-7-589,14-8-1209,16-6 0,2-4-251,-8-11-555,12 7 1,1-1-775,-4-12-903,6 4-638,8 8 188,4 10 239,5 7 474,2 11 1870,1 9-448,2 14 115,2 10 168,6 10-53,0-8-84,6-9 1,4-1 381,19 7 141,-7-12 0,4-3-372,1-7 1,1-4 501,-6-3 1,2-3 289,24-4 0,1-4 117,-18-4 1,0-1 198,19-6 0,-2-2-471,-22 4 0,-4-3-786,7-7 0,-5-2 0,-2-5 0,4-8 0,-30 18 0,-15 11 0,-12 6 0,-14 9 0,-10 8 0,-5 9 0,10-2 0,13-3 0,1 0 0,-11 7 0,10-6 0,-1-1 0,-23 8 0,-6-4 0,7-9 0,8-8 0,0-2 0,-3-3 0,-3-4 0,0-6 0,-7-18 0,0-1 0,16-17 0,26 22 0,-6-14-2213,9 12-215,3 3 252,3 9 391,4 10 1152,6 10 126,3 4 523,3 4 363,16 18 183,-1-5 185,7 6-339,-7-12 0,2-3 639,17 2-595,-11-6 0,2-4 154,-4-7 1,0-4 409,3-5 1,-1-4 1008,23-10-2025,-20 0 0,-1-3 0,-8 2 0,1-2 0,1-4 0,2-5 0,-3 3 0,-2 3 0,-2-1 0,11-19 0,-6 3 0,-16 16 0,0-3 0,-28 29 0,-18 27 0,11-14 0,-7 12 0</inkml:trace>
  <inkml:trace contextRef="#ctx0" brushRef="#br0" timeOffset="129472">16630 12959 22795,'46'-11'-34,"0"-1"0,1 2 1,1 6-79,2 9 0,-1 5-729,-1 0 0,-1 1 723,-6 0 0,-3 1 39,12 6 443,-29 12-352,-46-3-1,-14 1 0,-8 0-616,11-8 0,-3-1 608,-4 1 1,-3 1 0,2-1 10,1 1 0,3 0-23,-7 2 1,3 2 13,10-3 1,8 0 106,6 5 585,24-9-595,41-15-57,17-14-23,-4-2 0,3-2-536,-18 2 1,0-1 537,-1 0 0,2-3 0,-5 1 46,-3-3 0,-4-2 348,6-6 0,-4-3-357,-8-3 1,-6-3 14,-5-14 0,-7-3-20,-5 7 0,-5-1 25,-2-8 0,-4 2 84,-4 14 0,-1 4-2690,-10-15 2884,-5 10-124,9 22-173,2 3 674,8 16-724,13 17 519,23 37-520,-2-10-14,6 4 1,4 5 423,-5-11 1,0 0-445,0 1 1,-2 0-155,2 4 1,-6-1-1257,-10 14-3483,-16-15 1,-3 1 3531,-5 9 1,-11-4 0,15-43-1</inkml:trace>
  <inkml:trace contextRef="#ctx0" brushRef="#br0" timeOffset="130088">19237 13412 16023,'5'-46'1461,"0"0"1,1-1 0,-2-14 0,-5 5-958,-7 16 1,-4 6-102,-15-11 157,-26 11-185,-8 23-325,2 9-27,1 18 10,26 18-10,8 15-12,8-4 0,7-3 0,3 0-5,1 4-12,6 4 1,4 1-2229,14 0 2237,-7-20 0,2-2 718,25 5-576,7-26-94,-8-5 10,-4-15 1,0-8 33,7-19-67,-16 16 0,0-3 8,-3-1 1,-1-2-4,0 1 1,0 0 182,0 1 1,0 2-217,12-16-6,-14 25 1,-16 22 1225,-2 12-1209,-7 17 0,-3 15-17,-1-4-72,3-6 0,1 1-734,2 21 137,0-25 0,4 1 675,13 13 0,3-6 0,-7-13 0,19 24 0</inkml:trace>
  <inkml:trace contextRef="#ctx0" brushRef="#br0" timeOffset="130581">20670 13011 19260,'-9'-49'1267,"0"0"1,-1 5 0,-5 11-1032,-21 23-85,-14 22-81,18 3 0,-1 5-866,-4 9 1,0 4 817,-2 8 1,2 2-18,7-7 1,2 2-4,4 1 0,2 4 0,3-2-5,4 2 0,3 1-18,1-3 1,2 2 0,4-1-70,8 7 1,8-2-155,6-2 0,6-2-342,10-1 1,4-4 11,-6-7 0,5-5-2643,6-4 0,6-2 1,-4-3 2674,-1-6 0,-2-3 1,8 6-1,-4-4 1,-9-9-1</inkml:trace>
  <inkml:trace contextRef="#ctx0" brushRef="#br0" timeOffset="131082">21143 13295 19692,'-45'4'1579,"7"1"-1036,24 8-173,4-5-241,3-4 78,2-1-162,3-3-1127,1 0-497,9-3 919,-5 3-685,8-3-302,-4 3 1227,-1 0-219,5 0 410,-4 0-79,11-4 414,-2-1 393,6-6 420,-5-2 217,-5-3-548,-4 4 1172,-4-8-691,-2 6-212,-5-5-291,-2 7-409,-3 5 157,-8 2-130,2 6-10,-11 7-12,-1 9-38,-7 12-52,-6 11-47,18-15 1,1 1-18,-2 2 1,2 1-7,2 1 1,1 0-197,3 1 0,2 0 82,-2 30-258,13-4-885,16-8-2699,17-12-958,3-15 4912,12-11 0,-27-8 0,1-3 0</inkml:trace>
  <inkml:trace contextRef="#ctx0" brushRef="#br0" timeOffset="132032">21461 13475 21898,'-42'8'149,"0"1"1,3 1 0,11 4-61,26 8 102,10 4 38,12-4-33,15-8-39,11-9-23,5-13 1,3-9-1,-6-12 29,-6-5 16,-13-4 22,-11-1 29,-10 0-112,-8 12 240,-15-4-196,-5 18-72,-15-1-40,1 13-33,-2 11 6,1 8-23,2 12-17,3 7 6,6 6-6,7 2-17,8 1-190,17-2-448,12-2-168,19-8 230,13-10-1333,-13-17 1,0-5 1819,16-3-266,-16-5 0,-3-4 405,-5-5 86,11-16 83,-19 0 235,4-22-224,-10 15 269,1-11 55,-8 24 225,2-3 2415,-5 12-3132,-1 5 965,-2 12-993,1 6 11,4 9-11,-2 3-11,-2 15 11,-5 11-11,-3 0 11,-1-2 33,-5-11-16,5-20 224,0 2-40,5-14-117,5-7-61,7-7-11,7-7 27,9-3-11,3 0 50,8 2-55,-9 10-18,-3 3 1,-9 10-6,-8 6-11,6 19-12,-6-7 23,8 17 11,-10-22 1,11 5-1,1-8 62,10-2 61,14-14-39,-5-11-44,-3-5 27,-5-17-16,-11-2-18,-5 3 1,-1-3-11,4-16 5,-4 3 0,-1-1-408,1-4 391,-6 22 1,-1 2 134,1-9 56,-6 22-85,0 5-111,-4 9-22,-3 10-3252,-7 9 3262,-8 13 285,-7 16-284,-3 15-12,14-13 1,1 2-288,5-14 0,0 2 69,1 16 0,4 0-334,6-15 1,5-1-2803,13 17 1,5-1 1821,-7-16 1,3-2 1537,22 10 0,0-6 0,-15-16 0,11 2 0</inkml:trace>
  <inkml:trace contextRef="#ctx0" brushRef="#br0" timeOffset="132221">22528 13427 18924,'-39'-29'28,"1"0"0,4 1 0,17 9-33,29 20-130,38 8-17,-17-3-346,9 4 0,3 0-1020,10 1 840,-22-4 0,0-1-4620,22 3 5298,-18-4 0,-9-1 0,-10-1 0</inkml:trace>
  <inkml:trace contextRef="#ctx0" brushRef="#br0" timeOffset="132754">22845 13386 9509,'-9'-2'8715,"2"1"-6458,7 1 566,0 0-2627,-48 1-112,35 5-45,-35 0 101,52 12-84,2-8 79,10 10 22,3-10 78,16 0-106,-3-9-57,7-8-32,-14-1 49,0-9 158,-8-4-163,-5 5 84,-4-9-84,-13 14 11,-6-3-27,-9 8-35,-7 2-5,3 5-17,-13 9-11,18-1-5,-16 13 10,15 1-5,-2 7 12,8 11-1,11-6-11,7-3-6,23 0 12,2-14-6,15 2-6,-4-12 17,-4-10 17,-10-3 73,-2-10 45,-9-11-68,-2-2-27,-4-9-18,-6 14 85,4-6-68,1 13-5,6-4-23,-3 12 18,9 8-35,-10 5-5,12 12 17,-11-1-11,12 28-12,-7-9-56,5 20-3315,-7 3 3377,-7-15 0,-3-7 0,-4-22 0</inkml:trace>
  <inkml:trace contextRef="#ctx0" brushRef="#br0" timeOffset="134555">23512 12888 17697,'-40'-2'1025,"-1"0"0,3 1 0,11 4-762,25 4 320,13 11 90,28 17-531,-12-14 1,3 2-763,14 10 0,0 0 650,-8-7 1,-1 0 14,13 12 0,0 4-23,-15-8 1,-1 4-1,-1 1-7,-1 0 0,-2 2 0,-2 3-391,2 8 1,-4 3 0,-9 0-29,-14-6 1,-7-1-1,-4-2-1027,-7 13 1,-7-4 1430,-4-14 0,-6-1 0,4-7 0,-13 10 0,-4-3 0</inkml:trace>
  <inkml:trace contextRef="#ctx0" brushRef="#br0" timeOffset="139814">5055 15656 23696,'-28'-39'39,"0"1"0,2 4 1,8 16-29,18 43 0,5 26 6,-2-14 0,0 3-1048,0 8 1,0 2 1035,-3 7 1,-2 3-10,-4-7 1,-3 3-1,0-1-792,-1-7 0,0-1 0,-1 0 801,-1 0 1,0-1 0,-1-2-1,-6 10 1,0-5 67,-5 6 425,-4-1 34,10-30-336,5-18 1097,4-22-1131,3-17-16,0-20-88,3 20 1,2-1 1690,2-1 1,3-2-1694,4-2 0,1 1-6,7-10-27,17-5-1,-3 30-50,14-2 8,-10 17 1,1 4 13,14 1-5,14 12-14,-31 5 0,-1 5-374,15 17 396,-16-8 0,-3 1-14,-5 14 28,-23-8 1,-10 1-21,-13-3 1,-4-2 8,5 1 0,-4 0-79,-26 4 1,0-8-168,4-8-1415,0-4 0,1-8 1661,12-23 0,-4 10 0,29-14 0</inkml:trace>
  <inkml:trace contextRef="#ctx0" brushRef="#br0" timeOffset="140049">5755 16018 24189,'44'-33'-1967,"0"-1"1,0 1 0,-5 4 0,0 1 0,1 7 1531,23 5 0,-3 7 0,-26 4 0,-5 1 1,4 1-1</inkml:trace>
  <inkml:trace contextRef="#ctx0" brushRef="#br0" timeOffset="140206">5909 16406 24839,'45'-29'-1405,"0"0"1,0 0 0,5-6-1,-5 6 1,11 4 0,-40 18-1</inkml:trace>
  <inkml:trace contextRef="#ctx0" brushRef="#br0" timeOffset="140431">7029 15951 25057,'42'-41'-1274,"-1"0"1,1 4 0,1 9-1110,3 18 0,0 9 1796,-3 1 0,-4 2 1,4 0-1,-13 6 0</inkml:trace>
  <inkml:trace contextRef="#ctx0" brushRef="#br0" timeOffset="140588">6988 16255 25382,'26'-21'-1981,"0"1"0,7-2 1,4 2 1980,11 0 0,0 2 0,-14 6 0,-5 1 0,8-2 0</inkml:trace>
  <inkml:trace contextRef="#ctx0" brushRef="#br0" timeOffset="142215">8491 15689 23383,'-57'-23'197,"1"-1"1,1 6 0,5 13-156,15 26 0,4 7-300,4-6 0,1 3 275,-12 21 0,2 4-652,14-12 1,1 2 624,2-3 1,0 3 0,3-1 6,2 8 1,6 0-43,7-4 0,6-2-78,6-6 0,8-3-193,10-7 1,7-5-30,10-5 1,5-7-186,10-5 1,4-6-556,-16-2 1,0-3 0,1-2-528,4-2 1,0-3 0,-2 0 1611,-4 0 0,-2-1 0,-4 1 0,4-2 0,-7 2 0,6-3 0</inkml:trace>
  <inkml:trace contextRef="#ctx0" brushRef="#br0" timeOffset="142649">9568 15797 18486,'9'-52'660,"1"1"0,-1-1 0,0 1 0,2-10 0,-2 3 0,-2 6-333,-2 6 1,-2 7 166,-4-14 717,-2 24-1115,-1 21 232,1 14-306,-2 26-11,-2 25-802,2-11 0,-2 5 787,1-10 1,0 2-1,0 1-11,-1 5 0,-1 2 0,0 1-148,0 2 1,0 1 0,1 3-1359,1-7 0,1 2 1,0 0-1,1-4-484,0-1 0,0-3 0,2 0 2005,2 10 0,1 0 0,0-11 0,3-4 0,3-7 0</inkml:trace>
  <inkml:trace contextRef="#ctx0" brushRef="#br0" timeOffset="142855">10204 15441 22677,'13'-60'997,"-1"0"0,-1 9 0,-3 9-633,-4 18-213,-4 18-39,-3 21-4195,-12 43 4128,2-5-37,0 3 0,-2 4-91,3-8 1,0 2-13,1-6 0,1 2 0,0 0-230,-3 10 0,1 2 325,5-10 0,1 6 0,0-2 0,0-9 0,2-11 0,0-1 0,0 8 0,1 0 0,0 1 0</inkml:trace>
  <inkml:trace contextRef="#ctx0" brushRef="#br0" timeOffset="143537">11458 15876 18941,'15'-55'1046,"-1"0"0,0-1 0,0-3 1,0 0-1,-1 3-1789,1-5 0,-2 4 1104,0-2 1,-5 9 159,-10 20-454,1 8 598,-6 21-637,2 24 0,-1 22-26,4-11 1,0 4-471,1 22 1,0 5 467,1-3 0,1 0-8,0-20 1,0 1 0,0-1 5,0 3 0,0 1 0,0-2-9,-2 12 0,0-1 13,1-12 0,-1 2 0,-1-1 9,-2 18 0,-2-5-3,3-21 1,-2-4 114,-9 18-17,7-47-50,-2-20 17,4-39-62,6 23 1,3-2-27,3-13 0,3 0 31,-1 13 1,3 1 5,7-7 1,3 1-169,-3 11 1,1 3 150,5-5 1,1 1 1206,21-11-1215,-13 26 1,1 3 2,6 1 0,16 10 0,-20 18 0,2 11-12,-14-7 1,0 3 0,-3 2 0,-5 3 5,-5 9 1,-5 0-7,-6 15 9,-22-9 1,-7-5-514,-9-8 457,-1-4 0,-4-4-300,5-14 1,1-4-180,-24 5-241,-2-14 779,28-31 0,20 21 0,-4-18 0</inkml:trace>
  <inkml:trace contextRef="#ctx0" brushRef="#br0" timeOffset="143772">12466 15707 19445,'45'-24'-887,"1"1"0,0-1 0,0 1 1,14-6-1,-1 1 0,-4 7-1113,-4 9 1,-3 5 1999,4 0 0,-6 2 0,-11 3 0,-4 1 0</inkml:trace>
  <inkml:trace contextRef="#ctx0" brushRef="#br0" timeOffset="143954">12713 15927 24262,'-41'19'750,"0"0"1,-17 6-728,69-31-1,24-13-98,-1 3 1,4 0-281,5-2 0,3-1-1825,-6 3 0,4 0 1,-1 1-948,0 0 1,1 2 0,-2 0 3127,19-5 0,-5 1 0,-16 6 0,-4 1 0,7-1 0</inkml:trace>
  <inkml:trace contextRef="#ctx0" brushRef="#br0" timeOffset="144464">13898 15413 23843,'45'-24'-1967,"1"1"1,0-1 0,0 2 0,-1 2 0,-2 5 1821,-2 9 1,-3 4 0,15-2 0,-23 2 0</inkml:trace>
  <inkml:trace contextRef="#ctx0" brushRef="#br0" timeOffset="144631">14000 15794 23153,'49'-22'-719,"0"0"1,0 0 0,0 1 0,-1 0 0,0 4 718,14 0 0,-6 3 0,-22 6 0,-2 0 0,0 0 0,1 1 0</inkml:trace>
  <inkml:trace contextRef="#ctx0" brushRef="#br0" timeOffset="145055">15461 15420 24900,'-46'0'191,"-1"1"1,1-1 0,0 2 0,2 1-1,2 3-143,-3 10 0,2 3-15,-7 7 1,2 1-34,16-8 0,3 1 2,-5 5 1,7 0 9,12 1-7,9-2-10,20-9 5,17-12 0,15-14 0,14-12-330,-9-4 341,-8-5 0,0-5-745,-13 5 1,-2-3 744,0 1 0,0-4 0,-1 0 25,3-16 1,-4 0-414,-1-3 0,-2-1 422,-3 4 0,-2 2 58,-4 7 1,-3 3 148,2-19-39,-13 26-107,-5 18 252,-10 17-336,-2 18-10,0 6 10,-8 33 372,14-25 0,1 3-431,-3 13 1,1 5 94,0 5 1,3 4-183,3-17 1,2 1 0,1 1-1486,3 3 0,1 1 0,2-2 219,2 12 1,3-1 1389,1-17 0,2 0 0,0-6 0,4 8 0,3-1 0</inkml:trace>
  <inkml:trace contextRef="#ctx0" brushRef="#br0" timeOffset="145748">17239 15483 23808,'23'-47'56,"0"0"0,7 2 0,9 7-86,5 17 0,8 8 1,-2 1-2072,6-4 1,1 3 2044,3 1 0,5 1 0,-4 2-6,-1 4 1,-2 3 408,-14 0 0,0 0 1,-4 5-399,5 4 1,-13 8 714,-24 17-656,-29-5 1,-12 0-452,-3-5 1,-4-1 459,0 0 0,-4 0 0,0 0 20,4-2 0,1 0 1,-1 0 307,-10 4 1,0 0 0,0 0-289,4-2 1,1 0 0,3-1-11,-10 4 1,7-1-20,13-6 0,9-1 51,13 5 5,39-11-39,31-10-34,-18-5 0,2-2 215,7-2 0,2-3-223,2-5 0,-1-1 2,-12 4 1,0-4 16,11-17 1,-5-3 5,-7-7 69,-16 0 0,-1-11 0,-6 4 99,-9 4 0,-5 0-2,0-3 0,-1-3 1,-2 5-58,-4 7 0,-3 3 95,-5 0 1,-1 4 1393,-7-4-1363,-2 2-3271,7 18 3013,7 11 1,5 11 5,7 14 424,5 18-429,5 6-12,-2-3 1,3 9-1,-1-5-136,-4-8 0,0 1 121,4 14 1,0 7-1,-3-3 1029,-7-3 0,-6 0-2336,-5 1 1,-3 4-1,-2-4-2618,0 4 1,-3-3 3945,-3-8 0,-2 0 0,2-8 0,-1-2 0,1-4 0</inkml:trace>
  <inkml:trace contextRef="#ctx0" brushRef="#br0" timeOffset="146371">19507 15801 21710,'4'-54'705,"1"0"1,-1 1 0,1-8 0,0-1 0,-1 12-415,1 0-17,-2 10 0,0 3 56,-2 13-254,0 9-76,-1 16 47,1 28-25,1 23-14,2 1 1,-1 6-1456,1-2 0,-1 1 1430,1 3 0,-1-1 11,-1 2 1,-2-2-225,-3-11 0,-2 1 228,-1-4 0,-2 3 0,-1-3 8,-3 8 0,-3-3-1,-2 0 1,-1-7 72,-10-3-11,9-22 68,-4-30-107,16-4 16,-4-31-5,14 14 1,4-2-9,1-2-1,3-1 1055,5-8 1,3 1-1063,12-10 2,-12 26 0,1 3 3,9-4 6,16 2-51,-15 14 504,27 29-470,-29 0-26,1 8 1,2 5-1,-5 6 1,-1 4-1,-2-1 1,-3 3-279,0 7 0,-10 0 278,-15-9 1,-7-4-9,-20 18 11,-3-24 1,-8-4-174,2-7 0,-4-4-1933,-2-3 0,-4-3 1,1-1 2111,-6-3 0,2-3 0,3 0 0,8-3 0,10-6 0</inkml:trace>
  <inkml:trace contextRef="#ctx0" brushRef="#br0" timeOffset="149566">20912 15463 20022,'4'-43'1093,"-1"0"1,1 0-1,1-17 1,-2 15-707,-4 33-275,-5 11-79,-8 19-2123,-6 15 1,-2 5 2097,6-8 1,-1 3 2,-4 8 0,-2 5 1,1-1-40,-2 11 1,2 1 17,2-9 1,1 4 0,2 1-29,5-6 0,1 2 1,1 0-1,3-1-157,0 5 1,3-2 0,3 1-532,5 4 0,5 1 0,2-7-736,7-5 0,5-6 1462,10-2 0,0-7 0,-3-9 0,0-2 0</inkml:trace>
  <inkml:trace contextRef="#ctx0" brushRef="#br0" timeOffset="150830">21861 15534 19154,'-3'-3'4733,"0"1"-3468,3 2-1164,-43-24-56,7 36-6,-14-6 0,-3 5-715,23 7 1,1 5 686,-20 12 1,0 0 4,16-9 1,2 1-14,-12 15 0,3 2-12,13-16 1,5 2-20,0 16 0,8-1 16,17-8-269,15-1 1,9-2 112,12-10-101,5-6 1,5-2-10,-9-11 1,1-4 101,21-7 0,2-4 201,-13-2 0,-1-4 45,3-7 0,-5-3-11,-21 8 0,-4-2 162,1-8 0,-4 0-59,-3 0 191,3-17 1026,-18 24-1289,-2 5 858,-11 7-920,3 9 45,-10 7-34,1 12 6,-2 15-39,5-4-40,7 11-3369,17-16 3397,1-1-11,25-3 6,20-12 22,-25-7 1,2-3-409,6-4 1,-1-2 407,11-11 71,-1-15 131,-16-8-78,-6-3 10,-9-7 12,-14 15 2889,-6 13-2906,-10 4-61,-9 12-7,-16 4-44,-20 18 28,4 6 625,22-5 0,3 4-664,-13 18-23,11 5-30,13-8-99,12 17 34,12-26-597,10 3 1,6-3-199,8-6-362,13-4 1,4-3 845,-15-11 1,-1-3 338,8 1 0,0-3 118,-4-7 0,-1-4 330,-4-4 0,-2-2 13,19-14 43,-21 11 0,-2-1 795,2-17-906,-7 8 452,3-10-418,-15 28-237,1 0 51,-7 11-100,-2 9 10,-5 9-28,-5 14-50,-1-1 45,-9 27-28,7-14-17,-3 17 17,10-23-12,4-4 7,10-17 10,0-4 40,22-21-18,-3-9 24,15-18 16,-3 0-17,1-2 11,-1 3-5,-2 8-34,-4 9 6,-5 11-34,-5 10 12,-2 14-23,-2 11-12,-4 2 35,5 21-12,-11-23 6,8 21 44,-2-22-10,3-5-6,11-13 33,15-30-56,-10 1-188,-4-1 1,-1-4 204,-7 4 0,-1-3-447,7-9 1,0-4 440,0-6 1,-2-2 14,-1-4 0,-2-2 41,-2 1 1,-3 0 52,-4 6 1,-3 2-67,-2 12 0,-4 3 198,-6-26-168,-6 32-44,-4-1-62,-3 21 17,-1 14-6,1 4-8,2 13 0,3 6 0,3-1 0,4 3-813,-2 18 1,3 2 798,4-13 0,5 0-31,6 2 1,4 4 0,2-4-246,6 4 0,3 0 171,-1-3 1,3 2-1,0-2-69,-3-9 0,0-3 1,0 0-543,13 12 1,-1-3-540,-6-7 0,-1-2 1266,-9-6 0,-3-4 0,0 1 0,-12-11 0</inkml:trace>
  <inkml:trace contextRef="#ctx0" brushRef="#br0" timeOffset="151598">23290 15724 16392,'-8'-4'6061,"2"1"-5423,6 3-218,0 0-352,-15-12-169,45 13-493,6-7-140,6 10 0,5 3-772,2-1 1,1 0 163,0-2 1,-2 0 696,-11 0 1,1-2-395,9-2 0,-1-2 1154,3-4 938,11-4 768,-35-1 430,-12 3 102,-8 1-544,-3 4 595,-1 1-1934,-7 3-22,-2 2-201,-7 3-129,2 4-51,0 4-16,5 2-29,4-2 56,7 9 18,9-8 4,10 5 1,10-9 11,5-6-22,5-8-45,-8-2 139,8-15-27,-19 2 11,3-12-28,-16 5 118,-12-4-208,-4 11 23,-13-2-34,3 13 45,-30-1-73,22 7-16,-24 6-12,25 8 6,-2 7 5,7 7 1,9 8 55,6-3-61,20 27-34,8-13-179,-4-12 1,4 0 225,1-8 1,0-2-14,1-2 0,-1-4 17,23 6-1,-9-13-10,-10-17 32,-4-7-4,-6-10 16,-3-5 17,-3-3-17,-1-1-11,2 0 459,6-2-426,1 10-33,-1 6 40,3 10-1,-3 6-6,7 6-33,2 8-28,0 11-5,-6 0-6,2 19-3880,-14 1 3242,0 0-2729,-9 4 3378,-3-18 0,0-9 0,0-5 0</inkml:trace>
  <inkml:trace contextRef="#ctx0" brushRef="#br0" timeOffset="151849">24591 15336 23925,'-11'-45'910,"-1"-1"0,1 1 1,-3-17-1,3 6-647,3 1-140,7 21-111,5 27 66,12 21-47,5 15 0,2 5-513,-3-6 0,0 2 495,5 10 0,1 6 1,-1 0-770,-3-5 1,-3 1 0,2 2 755,-2 0 0,2 1 0,-1 2 0,0 1-12,1 4 1,0 1 0,-1 0 0,-1 1-9,1 3 1,-1-1-1,-1 2 1,-2-1-54,-2-1 0,0 1 1,-3 0-1,-3-1-381,-4-3 0,-2 0 1,-4-1-1,-4-1 202,-8-1 0,-6-1 0,-1-1 1,1-6-1,-2 11 0,-4-8 1,-9-8-1,-1 1 0</inkml:trace>
  <inkml:trace contextRef="#ctx0" brushRef="#br0" timeOffset="207112">1568 9118 18834,'1'-59'1365,"1"-1"0,-3 0 0,-3 7-771,-12 9-242,-14 4-172,-15 21-63,-12 27-56,23 4 1,0 5-662,-6 9 1,0 4 630,-1 7 0,0 2-724,1 4 0,2 3 673,5 0 1,3 0 16,8-3 0,4 0 297,6-7 0,5-1-266,14 16 118,19-21 95,21-22-85,-15-14 1,1-5-250,4-5 0,0-5 280,2-5 1,-1-4 2,-3-1 1,-2-2 5,-4 1 0,-3-1-45,-6 5 1,-3 0 606,5-13-680,-12 18 1373,-7 14-1468,-2 17 23,-2 11 0,0 16 22,-2 14-34,2 12-39,0-26 0,1 1-450,3 3 1,1 0 494,5 6 0,0-2 0,2 5 0,5-6 0</inkml:trace>
  <inkml:trace contextRef="#ctx0" brushRef="#br0" timeOffset="209322">2192 8867 19081,'-5'1'3148,"1"0"-3086,4-1-74,33-9-319,15 0-459,-6 1 1,4 1-2169,1 1 1,-1 2 2250,-5 1 1,-3 1-1,11 0 1,-25 2-1</inkml:trace>
  <inkml:trace contextRef="#ctx0" brushRef="#br0" timeOffset="209472">2195 9183 15883,'-5'2'5438,"0"0"-3813,5-2-2191,71-28-4350,-38 15 1,3-1 4423,2-2 0,4-1 0,-4 2 0,-6 2 0,-4 2 0,8-4 0</inkml:trace>
  <inkml:trace contextRef="#ctx0" brushRef="#br0" timeOffset="210739">1691 3283 19445,'-17'-54'1088,"-1"0"1,4 8 0,0 11-1019,5 25-14,4 21 40,2 17-7,1 24-61,1-17 0,1 2-358,-1 7 1,1 2 351,0 5 0,0 1-445,-1 2 0,1 0 431,0-5 1,0-1-12,1-7 0,0-3-8,3 13 118,3-23 83,3-22-39,8-21-50,6-19-48,-8 8 0,1-4 25,1-6 1,0-1-43,2-5 1,-1 0-1,0 0 0,0 0 6,-1 5 0,0 2-2,8-12 923,3 11-963,-11 27-11,10 2 11,-1 19 0,4 12 11,6 15-28,0 12 0,-9-6-59,-7-7 0,0 0-260,9 11-69,-10-16 0,3-1 80,11 0 180,-3-16 111,-1-20 45,-1-16 6,-6-5 47,-5-4 1,-1-3 109,4-17-46,-5 13 1,-2 1 773,1-14-616,-5 15 196,-5 16-533,-3 13 40,-2 13 11,1 9 11,3 10-22,10 13-3381,6-6 3392,4-4 0,14-9 11,1-13 6,14-3-151,4-14 196,-3-12 39,-7-13 61,-11-10-67,-16 10 180,-9-20-163,-15 20 3267,-3-12-3317,-7 18-96,3 10-89,4 9-291,4 11-2084,4 10-7333,6 7 7811,-2-1 0,3-5 1,-5-9-1</inkml:trace>
  <inkml:trace contextRef="#ctx0" brushRef="#br0" timeOffset="211529">3216 3350 20324,'0'-3'3977,"0"0"-3439,0 3-505,-13 20-27,6 7-6,-8 9 11,7 21-5,3-20-1,-2 13 18,2-22 408,3-12-257,1-13-40,1-6-16,3-15-56,0 2 156,6-29 0,1 0-61,1-8-78,-1 13 21,-3 14-60,0 15-18,7 1-3392,12 11 3387,-4 5 6,18 12-29,-12 8 17,8 12-22,-6 7 14,-16-14 0,-2 0-9,2 11 6,-4 10 17,-9-32 61,0-3 90,-1-11 3370,0-19-3510,3-9-6,0-8-5,3-4 11,10-16-17,-1 9 17,6-14-17,-2 23-11,-7 15-5,4 8 10,-2 12-21,7 8 21,12 15-5,-10-4 0,9 16-11,-13-11 5,1 6 34,-2-6-16,-4-9 4,-1-8 24,1-12-7,6-13 12,4-14 5,6-15-226,-15 17 0,0-3 226,-1-3 1,0 0 11,5-22 108,-8 17 1,-3 1 81,-1-4 5,0-10-194,-10 27-63,1 14 0,-2 5 0,3 10 417,1 2-417,5 25 48,1-8-48,16 31 0,-3-22 0,3 0 0,0 2 0,1 3 0,9 15 0,0 2-15,-10-9 1,-2-1-79,-3-7 1,-4-1-662,-9 0 1,-7-4-5358,-19-10 6111,-9 4 0,8-20 0,9-5 0</inkml:trace>
  <inkml:trace contextRef="#ctx0" brushRef="#br0" timeOffset="211739">4447 3228 19518,'54'-10'-355,"0"0"1,-4 1-1,-4 3-5000,1 3 5355,-10 3 0,-16 0 0,-10 0 0</inkml:trace>
  <inkml:trace contextRef="#ctx0" brushRef="#br0" timeOffset="211897">4679 3462 26144,'55'-18'-229,"-1"1"0,7-1 0,-6 5 1,-8 6-1,1 0 0</inkml:trace>
  <inkml:trace contextRef="#ctx0" brushRef="#br0" timeOffset="216320">3874 8841 17949,'-4'-39'1750,"1"0"1,0-12-1466,-1 10 1,-1 0 958,0-2-914,1 28-374,-1-1 16,3 17 67,1 23-17,2 13-17,-1-5 1,0 0 6,1 23 4,0-9 1,-1 2-9,-1-16 1,-1 0-576,-1 13 1,0-1 571,-3 5-589,-5-2 797,6-32 95,-1 4 336,5-24-599,1-2 117,1-39-128,2 17 8,1-7 0,1-2 31,9-15-56,-3 19 0,0 0-17,10-17-1093,-3 19 1,2 5 1092,11 1-291,17-3 280,-15 24-17,19 25 6,-14 8-1,-10-4 0,-1 1-70,-3 1 1,-2 0-244,0 0 0,0 1-431,0 0 0,0-2-449,11 15-319,-3-5-8296,14-5 5139,-15-16 5412,17-2 551,-21-28 5877,-4-16-3317,0-14-907,-2-8-1437,-8 19 0,0 0-793,3-12 505,1-9-700,-10 38 697,0-3-1174,-4 17 59,-1 8-42,0 7 34,-4 34-62,2-16-6,-2 8 1,2 1 0,2 7-12,6 17 18,9-23 16,10-11-6,-1-12 62,26-14-45,-19-8 22,8-8 1,0-6 73,8-17-466,-13 8 0,-3-3 420,-10 2 1,-4 0 0,-3-1 0,-3 0-13,2-27 130,-9 9-145,-7 17-11,-6 7-79,4 16-130,-6 3-77,6 15 762,1 3-2678,7 27-2627,8-3 4778,0-5 0,1-2 0,2 1 0,1-3 0</inkml:trace>
  <inkml:trace contextRef="#ctx0" brushRef="#br0" timeOffset="217121">5350 8793 23466,'10'-43'644,"0"0"0,-1 5 1,-2 9-539,-7 22-150,0 5 34,0 10-1,0 9 15,0 14 13,-1 11 5,-7 18-11,1-18 12,-10 16-18,4-27 12,-1 1 106,6-13 85,3-13-102,6-15-84,2-3 124,8-28-45,3 1-43,-3 9 1,1-2 65,12-26-40,3 4-34,2 8-39,2 13-11,-7 13-33,21 8 21,-9 10 18,8 3 5,9 25-11,-19 4-199,-10-6 0,-3 4 204,2 24-19,-19-13 0,-4 0 14,-1 7 0,-13 14-5,8-44 100,-4 0 123,5-11-89,-1-7-101,2-4 39,2-22-55,3-1 403,7-14-438,8 5 23,6 3-16,6 8 4,2 6 63,2 10-40,-6 6-45,13 16 34,-12 5 12,13 13-24,-10 4 1,-7-6-39,7 16 27,-11-17 18,10 12 78,2-17-68,-8-10 6,4-7 62,1-24-22,-1-19-18,0-3-8,-14 8 1,-4-1 69,-3-22-50,0 1 67,-5 17 0,-1 3-6,0 2 208,-1-22-180,-1 37-50,-1-1-67,1 14-56,1 6-6,0 9 45,1 11 0,6 16-6,6 15 9,-2-20 0,2 2-203,1 2 0,2 1 158,0-1 0,-1 1 8,-1-2 0,-2 0-89,2 26-207,-23-2-353,-25-7-45,5-25 0,-5-3 415,-11 0 0,1-3 0,-10 5 1,4-8-1</inkml:trace>
  <inkml:trace contextRef="#ctx0" brushRef="#br0" timeOffset="217704">7171 8566 17238,'2'-8'4626,"-1"3"-3544,-1 5-326,3-68-185,-6 44-370,3-14 1,-2 4 11,-7 26-146,-2 5-44,-6 6-29,-9 6 17,-26 18-5,11-5-6,8-2 0,-1 0 5,-11 7 29,-4 2 33,15-10-33,16-8 55,12-4 23,10 1-61,1 1 61,8 15 17,-1 10 22,-6 5 1,-2 3-1745,-2 2 1,-3 0 1634,0 3 0,-3 2 30,-4 4 1,-1-1-255,1-8 1,2-1 200,-2 9 1,3 1-1,3-7 1,4-2-1,2-7 1,6-4 41,8-4 1,5-5-17,12 2-99,-2-17 1,2-5-104,10-11-3229,13-9 1,3-3 3036,-20 4 0,-3-1 0,9-1 0,-4 0 0,-7 0 0</inkml:trace>
  <inkml:trace contextRef="#ctx0" brushRef="#br0" timeOffset="219787">8015 8765 17007,'3'-45'1202,"1"0"0,-4 5 1,-6 9 88,-23 15-1000,-12 11-44,-6 14-79,-2 11-45,1 16-92,24-14 0,2 4 5,-4 11 0,2 1-74,-8 16 18,14-15 1,3 0 7,7 8 12,10 6 6,16-10 281,15-16-147,10-12 51,6-21-34,4-13-6,-1-16 211,-27 14 1,-3-4-198,-2-7 0,-3-2-92,3-13-3,-13 11 0,-7 1 42,-18-17-95,3 11 6,-23 3 16,4 30-45,-15 10-44,-1 14-46,3 13-257,10 10-722,15 4-2448,20 0 3523,23 2 0,-8-22 0,8-3 0</inkml:trace>
  <inkml:trace contextRef="#ctx0" brushRef="#br0" timeOffset="220180">8351 8511 22403,'-39'-14'421,"-1"-1"1,1 0 0,16 6-271,34 8-95,-1 1 56,22 0 23,3 0-34,16 0-45,7-2-3,-21 0 0,-1-1-676,22-2 645,-7-1-11,-23 3 45,-13 6 28,-7 6 17,-1 10 11,-10 10-17,-6 26-78,1-12 67,2-7 1,1 2-74,4 25-6,9-11 1,2 2 2,-3-16 1,2 0-11,6 4 0,3 4 0,-1-5 2,4 14 0,-3-5 0,-6 0-22,-24 8-12,-11-17 1,-6-2-147,7-13 0,-4-2-394,-26 9 0,-1-6-882,8-10 1456,5-6 0,4-4 0,18-6 0,-2-4 0</inkml:trace>
  <inkml:trace contextRef="#ctx0" brushRef="#br0" timeOffset="220955">9406 8461 19417,'1'-6'2458,"-1"1"332,0 5-2706,-16-20-73,-7 14 40,-36-11-40,4 24-11,-2 1 11,11 4-3409,17 0 3393,6-2 5,4 10 0,13-10-2280,-2 24 2280,6-15-22,0 25 50,2-1 0,0-3 0,0 1 5,1 19 17,-4-3 1,0 0-28,-1-4-9,-1 8 0,0-1-9,3-8-81,7 2 1,6-1 1564,18-4-2145,-3-17 1,3-5-583,20-4-655,-13-19 0,1-7-796,-4-6 1,1-6-810,20-12 1,3-7 3199,-18 6 0,0-3 1,-2 0 1134,12-10 0,-3 0 124,-5 1 0,-3-1 2067,-7 2 0,-4 2-1801,8-9 163,-4 2 0,-1 0 234,-8 5 18,5-10-561,-19 22-426,-10 9-470,-3 8 2766,-13 6-2800,-6 10 12,-24 20-96,2 10-50,-2 6 5,23-11 1,4 1 1234,-4 15-1254,10-12 0,2 0 14,4 20 0,10-15 16,13 0 507,12-16-535,1-4 124,36-14-45,-23-16-28,16-5 56,-18-16 34,-14 0 27,0-22-44,-12 7-28,-12-3-17,-12 18 211,-11 9-301,2 8 12,-10 4-73,13 8-168,-3-1-85,13 5-6636,7 7 6956,8-3 0,-2 2 0,2-5 0</inkml:trace>
  <inkml:trace contextRef="#ctx0" brushRef="#br0" timeOffset="221364">10350 8505 25405,'-26'-25'78,"15"6"1,39 18 33,11-4-6,8-4-28,5-5 29,-1 0 50,-7 0 44,-12 4 23,-14 4-78,-11 4-113,-6 1-33,-1 2 40,-6 10-29,-1 5-17,-5 19 6,2 12 8,6-16 1,1 1-221,3 6 0,3 2 200,3 4 1,4 0-325,2 3 1,3 1 338,0-1 0,1-1-6,-3-10 0,-4 0 8,-7 13 1,-10-2 8,-9-16 0,-5-3-92,-13 15 0,-7-3-948,-8-11 1,-3-6 520,1-2 1,3-4 0,15-5 0,4-3 0,-8 0 0</inkml:trace>
  <inkml:trace contextRef="#ctx0" brushRef="#br0" timeOffset="226782">949 10583 19434,'-4'-7'2301,"1"2"-1993,3 5 264,0 0-208,13-1-44,3 33-57,9 21-527,-15-6 1,-5 5 361,-4 7 0,-5 2-406,-2-17 1,-1 0 0,-2 1 333,-3-1 0,-1 1 0,-1-1-8,0-3 1,-1 0 0,-1-2 9,-4 12 0,0-3-53,4-12 0,2-3 372,-7 8 197,10-22-140,5-17 416,3-8-523,0-24 948,3-4-1105,0-22-56,4 21 0,1 1-28,4-16-20,1 14 1,3 2 2,12-9 178,12-8-206,-8 25 1,3 2-4,-3 7 0,2 2-8,-1 1 0,2 3 0,1 6 0,0 4 0,17 12-33,8 12 22,-16 16 8,-29-9 0,-6 2-8,-4 13 11,-14-9 0,-7-2-12,-3-10 1,-4-2-234,-7 6 0,-3-1 234,-1-3 0,-1-3-107,-1-4 1,2-3-667,-14-2-46,14-13-3819,25-23 4649,15-4 0,-3 3 0,5 7 0</inkml:trace>
  <inkml:trace contextRef="#ctx0" brushRef="#br0" timeOffset="227021">1820 10803 24435,'53'-29'-426,"-1"0"1,1-1-1,-14 6 1,-2 0-1,1 6-4490,22 8 1,-6 7 2457,-13 0 0,11 2 1,-45 1-1</inkml:trace>
  <inkml:trace contextRef="#ctx0" brushRef="#br0" timeOffset="227180">1904 11091 24235,'47'-28'-375,"0"0"1,1-1 0,1-3 0,-6 6 0,-4 9 0</inkml:trace>
  <inkml:trace contextRef="#ctx0" brushRef="#br0" timeOffset="228147">3703 10532 24945,'11'43'46,"0"-1"1,-2 1 0,-2-3-36,-11 16 6,1-23 0,-2-1 56,-10 16 11,1-6 207,2-13 34,8-29-224,6-16-34,2-6 12,4-7 66,8-11-44,-3 9 0,2-1-29,1 0 1,1-1-480,5-5 1,1 3 417,9-6-134,-3 17 1,2 4 133,16 3-17,-12 6 1,0 4-1,11 9 3,-15 11 0,-2 4-2,-1 8-4,-5 2 1,-3 5 5,-10 2 0,-5 1 3,1 2 0,-1 1-28,-2 6 0,-1-1-67,3 17-6,3-19 79,3-20 11,8-19 16,18-31-2,-11 4 0,2-3 0,-3 3 0,0-1 5,0-3 0,-2 0 26,-3 2 0,-2 1-12,4-6 910,15-19-920,-28 39 305,2 2-317,-10 15 16,1 23-4,3 3-24,5 18 18,6-8 0,6-6-34,3-10 16,4-11 12,-5-8 51,16-17-23,-10-9 28,13-16 28,-11-4 0,-7-3 33,-9 2-27,-8 4-56,-9 6-12,-2 9 12,-8 0-74,3 14-167,-1-2-812,5 9-3037,8 10 4056,5 1 0,-2 0 0,0-4 0</inkml:trace>
  <inkml:trace contextRef="#ctx0" brushRef="#br0" timeOffset="228970">5347 10579 22940,'2'-5'3086,"-1"0"-2279,-1 5-734,6 0-17,-10 30-40,5-12-21,-13 35 5,2-15 11,0-1 56,-3 12 6,5-25 123,0 2 11,5-23-61,1-17-45,2-13-1,1-15-10,3-8 33,3-4-61,2 12 67,12-11-113,-2 23 18,13-7-28,1 20-12,-4 9-16,22 12 27,-12 13-38,16 13 10,-13 12 57,-6 6-45,-12 1 5,-10-10-11,-12 3 17,-14-8-5,0-5 5,-6-8 16,9-17 24,2-11-18,4-27 40,0 9-34,6-26-28,5 22 5,5-4 18,4 7-18,3 7-10,3 9-1,4 4-11,-5 6-16,16 13 94,-10 4-50,11 12-33,-6-1 44,-2-3-10,0-6-12,-2-9-6,-6-6-11,12-20 34,-10-5 28,10-19 67,-15-3-66,-8-9-46,-8-2 0,-7 2 0,-2 8 0,-2 10 0,1 7 0,3 12 0,1 1 0,2 11 0,0 0 0,10 18 0,5 11 0,15 26 0,-11-21 0,1 2-215,3 4 1,2 1 214,1 1 0,0-1-495,-1-1 1,-1 0 494,-5-4 0,-3 0 0,4 24-153,-25-10-1751,-27-10 1904,-2-21 0,-2-3 0,-6 0 0,-9-4 0</inkml:trace>
  <inkml:trace contextRef="#ctx0" brushRef="#br0" timeOffset="229597">7259 10386 24665,'-2'-41'371,"-1"0"1,2 3 0,-2 11-372,0 24 0,-1 5 11,-6 8 28,-14 11-11,-20 13-25,15-12 0,-3 1-881,-13 6 1,0-1 891,15-9 0,-1-1 33,-5 3 1,3-3 148,9-7 34,5-4-68,12-4-112,10-3-22,1 3 23,11 6-6,3 10 1777,7 15-1738,0 15-28,-13-18 0,-3 2 8,1 12 1,-2 1-666,-3-14 1,-1 1 617,1 15 0,0-1-23,2 16-177,-2-25 0,1 2 113,1-5 0,3-1-587,7-1 0,3-5-72,11 4-444,-1-19 0,4-7-3566,28-19 4739,-17 1 0,-1-2 0,7-4 0,-6-2 0</inkml:trace>
  <inkml:trace contextRef="#ctx0" brushRef="#br0" timeOffset="229904">7889 10560 25382,'-30'-19'465,"1"-1"0,-19-11-370,48 31-28,0 0-55,-1 4-12,1 0-45,-1 2-476,1 1-3333,0 0 3854,0 1 0,0-3 0,0-2 0</inkml:trace>
  <inkml:trace contextRef="#ctx0" brushRef="#br0" timeOffset="231597">7915 10573 17540,'1'-3'5120,"0"0"-3468,-1 3-1562,-44-22-6,19 30-54,-7-10 1,0 5 53,-4 41-42,16-16 0,0 1-6,0 3 1,0 2-15,2-1 1,2 1-23,3-3 0,5 0 45,5 18 67,25-13 61,23-16-81,-12-15 1,3-6-485,7-5 0,1-5 481,5-3 1,-1-5 13,1-4 1,-3-3 16,-4-2 1,-4 0-68,-11 5 1,-3 0 32,-3-4 1,-5-2 44,-7-26-69,-16 3-45,-29 1-12,5 36 1,-6 5-412,-9 1 1,-2 5 416,-6 4 1,-1 4-26,2 2 0,2 3-9,12-2 1,4 4-238,1 8 1,7 3-514,12 13-1456,16 19-5388,37-7 7617,11-7 0,-12-16 0,-15-12 0</inkml:trace>
  <inkml:trace contextRef="#ctx0" brushRef="#br0" timeOffset="231970">8508 10383 25152,'28'-30'69,"0"0"0,-2 3 0,2 4-27,15 11 1,2 6-332,-10 1 1,-1 1 321,25 0 192,-12 14-180,-11 24-22,-17-2-4,-10 1 1,-5 2-9,-9 26-414,-1-20 1,-2 2 399,-2 1 0,-2 1-11,-1 13 0,-1-2 14,5-17 0,1-1 0,0 15 0,3-2-11,3 9-6,2-25 0,-1 0-72,-9 23-337,-5-30 0,-4-2-386,-12 5-1311,-1-14 1,-3-3 2122,-10-6 0,7-1 0,16-5 0</inkml:trace>
  <inkml:trace contextRef="#ctx0" brushRef="#br0" timeOffset="232487">9905 10292 23875,'-61'-14'48,"-1"0"1,3 2 0,6 5 13,-3 14-12,11-1 73,-2-3 23,21-2 27,3 0-38,13-1-107,7 0-6,3 0 17,0 3-16,0 1 94,0 20-61,0-5 79,-8 42-79,2-26-6,-3 0 1,-1 3-359,-6 21 352,6-22 1,1 2-6,0 9 1,4 0-32,4-9 1,2 0 5,1-2 0,3-2 5,8-5 1,4-4-84,25 13-59,-2-14 0,5-4-398,-2-6 0,2-5-1372,11-2 1,1-7-3024,-10-7 1,-3-3 3842,-11 1 1,-3-1 0,9-7 0,-28 11 0</inkml:trace>
  <inkml:trace contextRef="#ctx0" brushRef="#br0" timeOffset="232680">10287 10471 25478,'-20'-11'78,"4"16"-84,15 37-47,0 3 0,0 0-188,1 0-236,-1-5 0,1 0-2738,0 8 3215,4 0 0,-3-13 0,3-9 0</inkml:trace>
  <inkml:trace contextRef="#ctx0" brushRef="#br0" timeOffset="233054">10660 10267 15390,'-3'-6'4200,"1"2"-1385,2 4-2613,36-49 722,8 34-840,3-12 0,3 3-70,-16 22 0,-1 5 184,1-2 0,-3 2-158,6 18 1230,-21 0-1231,0 15-11,-11-7 34,-9 29-51,0-24-3,-1 8 1,0 3-15,0 14 3,2-16 0,1 2 3,5 2 0,1-2-479,-1 17 479,2-26 0,-1-1 11,-4 10-6,-15-2-126,-9-13 1,-7-3-748,-5-4 0,-4-3-1440,-4-1 0,-1-3 2308,-4-3 0,5-4 0,7-2 0,0-1 0</inkml:trace>
  <inkml:trace contextRef="#ctx0" brushRef="#br0" timeOffset="235049">1193 12107 22928,'-47'9'60,"0"0"1,1 1-1,-7 5 1,0 3 0,7 3-1042,9 6 0,3 3 978,-15 11 1,4 1-10,22-15 1,3 0 207,-1 5 1,3 0-472,6 23-582,36-14-1176,3-25 0,8-6 1654,23-4 0,1-4 1,-25 0-1,-1-2 1,6-2-1,0-1 1</inkml:trace>
  <inkml:trace contextRef="#ctx0" brushRef="#br0" timeOffset="235237">1831 12104 22666,'42'-12'-357,"1"1"1,0-1 0,-10-1 0,-2 2 0,4 7 0,-1 0 0</inkml:trace>
  <inkml:trace contextRef="#ctx0" brushRef="#br0" timeOffset="235404">2159 12386 24687,'34'-12'-1413,"1"1"1,-4 1 0,0-1 0,27-11-1,-24 9 1</inkml:trace>
  <inkml:trace contextRef="#ctx0" brushRef="#br0" timeOffset="236330">4295 12033 23220,'-25'-50'537,"0"1"1,1 3 0,6 14-572,15 31-16,0 14 67,2 9-6,2 24 17,1 14-765,-1-24 0,-1 0 737,2 24-9,-3-16 1,-1 0 199,-3 9-186,1-18 1,0-1 5,-2-1 252,2-14-151,3-25-73,4-14 1,8-22-24,8-14-16,2 7 28,-6 17 0,0 0 34,12-14-31,-8 18 0,0 1 1111,6-4-1148,6 9 159,-13 21-153,0 4 0,15 24-11,-6 6-11,6 10-1,-12-12 0,-1 2-809,8 11 782,5 8-146,6-6-11,-9-27 78,14 4 101,-14-23 5,19-23 35,-10-8 13,-7-1 0,1-1 31,3-10-25,-16 17 0,-3-1 204,4-18-50,-10 15-107,2-6 766,-10 22-883,-3 11 21,0 3 7,-3 19-34,0 6 40,-1 7-1,0 17-39,10-13 57,1 2-24,15-12-10,4-19 22,14-7 17,7-12-9,-17-5 1,-1-2-15,10-10 31,-14 4 0,-3-1 38,-1-8-2,-1-6 12,-9 5-62,-6 7-22,-4 9-970,0 6-402,-1 8 1383,0 3 0,0 5 0</inkml:trace>
  <inkml:trace contextRef="#ctx0" brushRef="#br0" timeOffset="237113">5723 11969 25057,'-16'27'11,"3"3"-11,10 1 11,2 16-5,1-15 28,1 10-23,-1-15 62,2-10 134,-1-8-27,1-13-108,4-10 7,3-16 38,4-13 68,2-7 62,4-3-23,1 5-107,2 8-66,1 11-35,3 9-27,4 11 6,5 8-18,3 13 6,0 10 12,-10 2 10,1 23-5,-19-20 0,-4 6 0,-2 1-5,-7 4 22,0 13 44,-1-26 51,2-13 297,1-14-325,7-13-56,0-3 22,12-19 62,8-8-16,3 0-24,6-2-38,-9 21-28,-3 10-6,-7 8 5,8 11-5,-8 11 23,9 10-18,-6 8 12,-2 3-23,1-2-5,-1-5 22,-3-11 1,10-5 4,-3-12 29,12-10 34,-3-12 38,-1-13-5,-4-5 28,-8-4 45,-7 4 18,-6 5-203,-6 8 0,-1 6 0,-2 7 0,1 4 0,2 6 0,1 3 0,4 6 0,6 9 0,12 13 0,12 14-227,-13-15 0,1 1 227,0 3 0,-1 1 0,-2 0 0,-3 0 0,4 20-284,-16-17 0,-6-1-1979,-16 8 2263,0-12 0,-2-3 0,-2-4 0,-4-7 0</inkml:trace>
  <inkml:trace contextRef="#ctx0" brushRef="#br0" timeOffset="237704">7871 11856 18728,'0'-6'4520,"-1"1"-3792,1 5-173,-8-65-163,4 44-255,0-15 0,-2 4-36,1 26-112,-3 4-6,-7 8 6,-14 6 27,-15 11-19,14-8 1,-1 1 2,-3 1 0,-1 1 5,-3 0 1,1 0-132,2-2 1,1-1 181,-20 7 0,19-11-22,18-6-6,12-4-39,4 0-12,2 0 29,3 4 273,3 7-245,4 10 16,4 27 6,-5 6-17,-3 5-262,-5-25 1,-2-2 250,2 20-23,0-20 1,1-1 33,10 25-75,9-8 13,10-11-83,14-13-539,13-12-374,-24-14 0,2-4-3897,14-6 1,-2-3 3280,-16 4 1,-2-1 0,2-2 0,-6 1 0,-15 7 0</inkml:trace>
  <inkml:trace contextRef="#ctx0" brushRef="#br0" timeOffset="237904">8298 11953 15765,'1'-7'7102,"-1"1"-5522,0 6-527,0 0-409,1-60-347,0 45-275,0-45-61,-1 65 78,0 10-28,2 26-11,0-7 12,3 29-40,-2-12-336,-1-19 0,0 2-522,-1-1 1,2 0-4031,3 3 1,1-3 2575,1 8 1,4-8 0,-9-28 0</inkml:trace>
  <inkml:trace contextRef="#ctx0" brushRef="#br0" timeOffset="238280">8784 11855 19700,'0'-5'4173,"0"2"-3363,0 3-742,60-39 4,-24 26-33,13-10 1,2 1 36,1 14 2,10 0-61,-31 4 1,-6 3 27,-19 2 55,-4 6 46,-10 13-112,2-4 39,-15 27-68,12-21 18,-3 28-6,17 1-17,9 7 5,-1-22 1,3-2-12,2-4 1,1-3-7,13 17-4,-4 0-35,-24-15-95,-22 4-358,-13-15 0,-6-4-1210,-20 6 1714,3-9 0,4-3 0,19-4 0,-13 0 0</inkml:trace>
  <inkml:trace contextRef="#ctx0" brushRef="#br0" timeOffset="238814">10081 11729 20308,'-10'-11'2817,"3"3"-2414,7 8 101,0 0-487,-48-51 39,21 37-42,-7-13 0,-1 4 20,-7 28 10,-4 5 35,-3 4 5,6-1-28,11-2-39,13-3-1,11 1 63,8 6-23,2-4 84,5 15 45,2 0-6,1 15-90,-3-4 91,-3 18-12,-5-4-107,-3-9 1,-1 1-31,3-6 0,-1-2-31,-3-1 0,3 0 11,12 28-11,9-29-11,6 5-297,36-22-2185,-1-14 2154,-24-2 0,3-2-1977,18-6 0,1-4-1591,-13 0 0,0-1 1538,9-2 0,0-1 2369,-6-1 0,-9 2 0,-19 7 0,-4 2 0</inkml:trace>
  <inkml:trace contextRef="#ctx0" brushRef="#br0" timeOffset="239153">10677 11895 18134,'11'-50'1684,"-1"1"0,-1 8 1,-2 5-229,-6 6-947,-6 17-228,-5 0-186,-3 10 73,-12 8-34,-14 16-78,-5 11-44,0 6-4,19-6 0,4 3 4,-1 16-4,7-15 0,4 2-8,12 16 12,15-8-7,6-17 29,35-4-23,-8-18 0,-13-6 0,0-3 40,23-14-772,-8-11 771,-17 2-10,-6-23 11,-20 21 27,-2-28 0,-27 13-38,-8 2-43,1 19 0,-2 5-8,-8 3-17,-10 5-23,31 8-525,-3 4-3071,22 3 244,3 0 3403,17 0 0,-11-6 0,1 1 0</inkml:trace>
  <inkml:trace contextRef="#ctx0" brushRef="#br0" timeOffset="239522">11264 11545 18476,'-4'-2'4963,"1"0"-3507,3 2-1300,-8-15-94,14 9 95,14-18 11,9 15 45,12-3-118,-20 6 118,-3 1-179,-11 3 61,6 0-67,-5 2-11,4 3 28,5 5-23,4 7 6,4 11 11,0 7-11,-6-1 45,-2 28-17,-11-13-28,-4-12 0,-2 0 11,-9 24-28,-3-15-56,-4-11 1,-4 0-813,-18 12-2879,8-11 0,-1 0 3736,5-10 0,1-3 0,-9 7 0,15-13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F519-4894-FB72-CDF1-6C7FDC526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4C15B-4144-E6D7-077E-4C1E4E26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7A90-B5C9-EAFB-AFC6-5E9779B4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198E2-8F05-B920-3ADE-7084A85A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60B74-FD54-7962-7A3D-E379860B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9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52AA-39AB-3F52-A1D0-D227831B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1583-B6C8-2598-18BC-E1AED6DA7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9038E-1AF7-848F-E5F8-FA245C55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BAFE-75FF-8579-6751-1A36AD1D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F3176-D6FC-6471-AD83-FF31289A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BEB9-DA2B-102F-DCFB-B538E641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FF63B-102A-5D86-1825-FA6245497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A2562-AA1A-149A-3FD3-EAECCAA3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D2D0-114C-9568-E25E-73B4A959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B804-1A72-BD3D-3513-A5365EA9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7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53BC-3834-EEC6-ECC7-CE1FDF3F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7A1F-A3FB-5211-6142-355823276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FC108-0B46-199B-CB09-18D6181DD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09A2B-09D3-5969-5FAB-9170B182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C81CE-5E41-83E1-71EB-73B62C7D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4921-D086-CE55-BC2D-E60A593F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1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70D2-81A5-5274-78BF-B9C5CC28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E187B-FE34-1AF7-3F85-8AEDA155B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C9EC1-6B19-67FD-10F4-1766A3A37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263D9-585C-893C-5DA4-BDB1445F5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78809-208A-3A11-0517-E5FB4A9F1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987D2-65E3-4F20-7C16-2F98F7DE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9BC84-79BE-06F2-A134-ACD1F4D2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96D2D-B3D0-B442-2A47-CED0033B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0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1111-B3D8-178B-D147-8D54BA6B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95C40-1026-37CF-CECB-7366C3D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63455-A596-3229-5660-66E4701E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9E44C-4DA6-C348-5630-698AD171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6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AAE41-A0F0-EAA6-62B3-CB7B6AC1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21A29-EBAA-2F8B-2FE6-6A3E2720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A5E9F-9BF6-900C-C5EC-48AF64F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9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706E-DE45-6DBC-A5D5-DA0BAA71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ED60-62CC-F196-1BAF-80603CD89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DCBFE-62A8-027F-26CC-D716AA11B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3027F-7A6F-C64F-5C20-2CBF44B0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C8AAD-1C2D-6540-E619-08DDF938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93B4E-9BFD-F104-6B1C-9549CAD2B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6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CB1A-06E1-2F5D-6895-6948ACF1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B5F0B-3158-C74D-7364-B6A82A055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DAF1D-08FD-D572-36D2-158D09B37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482D8-A90E-D281-AF59-5F7FD821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28459-E504-E1C5-7850-C3E43B77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A87D4-3EB7-20D3-3661-7D80BC41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B803-A853-2727-EB6F-14E40B7A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5B48E-D407-E406-4A49-05F50910C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DC2B-6B1D-9069-024D-B0E59F92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6E57-9019-3D28-3850-0E185C95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91B7-F223-717B-1FDC-CA23F6EE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3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FEA99-B8DB-BEA0-589C-E788944F7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0BD76-9B5B-7F62-F643-8BC22CBDF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FACC5-60F2-AF97-21B0-63A9525D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1528-F78F-5F6A-ADAD-AEC5D43D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FC22-FA1A-5583-0E66-47AA28D0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0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0BA13D-E2E5-75BB-71EF-96FDEFE5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072BF-70D7-DB92-9930-2AB41629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F6A27-AB00-6A9C-75E8-00FE94D3C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942E2-4A1A-5E40-B679-C43006E9A1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94835-0B02-01A3-E0EA-875C3AD14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6EA6-1201-EBBB-F728-D06FAF7D7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3E90B-9488-804F-9C96-A423DBBB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02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28225-ACE0-7F32-F279-243DD4828F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0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BF09D621-3DDC-5BD5-296A-9A39FE5F6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9546F2-DB1B-0389-436E-DDAF20E482F9}"/>
                  </a:ext>
                </a:extLst>
              </p14:cNvPr>
              <p14:cNvContentPartPr/>
              <p14:nvPr/>
            </p14:nvContentPartPr>
            <p14:xfrm>
              <a:off x="2645640" y="730080"/>
              <a:ext cx="5810760" cy="473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9546F2-DB1B-0389-436E-DDAF20E482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6280" y="720720"/>
                <a:ext cx="5829480" cy="475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63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37320-2260-9DC6-1023-8A75A3BD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A53F87-497E-182F-5567-A665FB82C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9A5E48DF-72F0-F077-C053-9C087F1C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52A098-9C6E-F5F3-B320-A0944389FFB3}"/>
                  </a:ext>
                </a:extLst>
              </p14:cNvPr>
              <p14:cNvContentPartPr/>
              <p14:nvPr/>
            </p14:nvContentPartPr>
            <p14:xfrm>
              <a:off x="341280" y="458640"/>
              <a:ext cx="11846520" cy="620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52A098-9C6E-F5F3-B320-A0944389FF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920" y="449280"/>
                <a:ext cx="11865240" cy="622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836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E0C12-CFBA-32D3-F4F9-63938D8A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A0B2F0-52B9-438A-5AB7-6C6E0CDF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lack grid with white lines&#10;&#10;AI-generated content may be incorrect.">
            <a:extLst>
              <a:ext uri="{FF2B5EF4-FFF2-40B4-BE49-F238E27FC236}">
                <a16:creationId xmlns:a16="http://schemas.microsoft.com/office/drawing/2014/main" id="{DA7D1799-B670-0CFC-9712-84158DDA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D15DDE-29FE-AEAF-A963-815AC6539591}"/>
                  </a:ext>
                </a:extLst>
              </p14:cNvPr>
              <p14:cNvContentPartPr/>
              <p14:nvPr/>
            </p14:nvContentPartPr>
            <p14:xfrm>
              <a:off x="231120" y="409320"/>
              <a:ext cx="8787960" cy="5639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D15DDE-29FE-AEAF-A963-815AC6539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760" y="399960"/>
                <a:ext cx="8806680" cy="56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76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2025-12-22T15:26:34Z</dcterms:created>
  <dcterms:modified xsi:type="dcterms:W3CDTF">2025-12-22T16:35:52Z</dcterms:modified>
</cp:coreProperties>
</file>